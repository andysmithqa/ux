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28" r:id="rId5"/>
  </p:sldMasterIdLst>
  <p:notesMasterIdLst>
    <p:notesMasterId r:id="rId12"/>
  </p:notesMasterIdLst>
  <p:handoutMasterIdLst>
    <p:handoutMasterId r:id="rId13"/>
  </p:handoutMasterIdLst>
  <p:sldIdLst>
    <p:sldId id="263" r:id="rId6"/>
    <p:sldId id="257" r:id="rId7"/>
    <p:sldId id="258" r:id="rId8"/>
    <p:sldId id="259" r:id="rId9"/>
    <p:sldId id="262" r:id="rId10"/>
    <p:sldId id="261" r:id="rId11"/>
  </p:sldIdLst>
  <p:sldSz cx="12192000" cy="6858000"/>
  <p:notesSz cx="6645275" cy="9775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eader Slides" id="{DE8BF54A-1323-4403-83F8-D7B5510C9D53}">
          <p14:sldIdLst>
            <p14:sldId id="263"/>
            <p14:sldId id="257"/>
            <p14:sldId id="258"/>
            <p14:sldId id="259"/>
            <p14:sldId id="262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4050"/>
    <a:srgbClr val="F3622C"/>
    <a:srgbClr val="7F007D"/>
    <a:srgbClr val="FF004C"/>
    <a:srgbClr val="20D3FF"/>
    <a:srgbClr val="00EDB5"/>
    <a:srgbClr val="000000"/>
    <a:srgbClr val="C4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8C8C42-A4CE-452F-927B-F9D0B3F9D95E}" v="2" dt="2022-06-27T10:59:37.4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1888" autoAdjust="0"/>
  </p:normalViewPr>
  <p:slideViewPr>
    <p:cSldViewPr snapToGrid="0" snapToObjects="1" showGuides="1">
      <p:cViewPr varScale="1">
        <p:scale>
          <a:sx n="102" d="100"/>
          <a:sy n="102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3885"/>
    </p:cViewPr>
  </p:sorterViewPr>
  <p:notesViewPr>
    <p:cSldViewPr snapToGrid="0" snapToObjects="1">
      <p:cViewPr varScale="1">
        <p:scale>
          <a:sx n="79" d="100"/>
          <a:sy n="79" d="100"/>
        </p:scale>
        <p:origin x="40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vey, Chris" userId="059c8d56-922c-405a-82ae-7db209cf59e4" providerId="ADAL" clId="{E368B37B-2E1D-44F4-B614-B4C122B74CFC}"/>
    <pc:docChg chg="undo custSel delSld modSld modSection">
      <pc:chgData name="Harvey, Chris" userId="059c8d56-922c-405a-82ae-7db209cf59e4" providerId="ADAL" clId="{E368B37B-2E1D-44F4-B614-B4C122B74CFC}" dt="2021-11-11T15:27:05.880" v="18" actId="6549"/>
      <pc:docMkLst>
        <pc:docMk/>
      </pc:docMkLst>
      <pc:sldChg chg="delSp modSp">
        <pc:chgData name="Harvey, Chris" userId="059c8d56-922c-405a-82ae-7db209cf59e4" providerId="ADAL" clId="{E368B37B-2E1D-44F4-B614-B4C122B74CFC}" dt="2021-11-11T15:26:47.002" v="17" actId="1076"/>
        <pc:sldMkLst>
          <pc:docMk/>
          <pc:sldMk cId="2679999790" sldId="259"/>
        </pc:sldMkLst>
        <pc:spChg chg="mod">
          <ac:chgData name="Harvey, Chris" userId="059c8d56-922c-405a-82ae-7db209cf59e4" providerId="ADAL" clId="{E368B37B-2E1D-44F4-B614-B4C122B74CFC}" dt="2021-11-11T15:26:47.002" v="17" actId="1076"/>
          <ac:spMkLst>
            <pc:docMk/>
            <pc:sldMk cId="2679999790" sldId="259"/>
            <ac:spMk id="184" creationId="{00000000-0000-0000-0000-000000000000}"/>
          </ac:spMkLst>
        </pc:spChg>
        <pc:spChg chg="del">
          <ac:chgData name="Harvey, Chris" userId="059c8d56-922c-405a-82ae-7db209cf59e4" providerId="ADAL" clId="{E368B37B-2E1D-44F4-B614-B4C122B74CFC}" dt="2021-11-11T15:26:13.019" v="6" actId="478"/>
          <ac:spMkLst>
            <pc:docMk/>
            <pc:sldMk cId="2679999790" sldId="259"/>
            <ac:spMk id="185" creationId="{00000000-0000-0000-0000-000000000000}"/>
          </ac:spMkLst>
        </pc:spChg>
        <pc:spChg chg="mod">
          <ac:chgData name="Harvey, Chris" userId="059c8d56-922c-405a-82ae-7db209cf59e4" providerId="ADAL" clId="{E368B37B-2E1D-44F4-B614-B4C122B74CFC}" dt="2021-11-11T15:26:29.578" v="11" actId="1076"/>
          <ac:spMkLst>
            <pc:docMk/>
            <pc:sldMk cId="2679999790" sldId="259"/>
            <ac:spMk id="201" creationId="{00000000-0000-0000-0000-000000000000}"/>
          </ac:spMkLst>
        </pc:spChg>
        <pc:spChg chg="mod">
          <ac:chgData name="Harvey, Chris" userId="059c8d56-922c-405a-82ae-7db209cf59e4" providerId="ADAL" clId="{E368B37B-2E1D-44F4-B614-B4C122B74CFC}" dt="2021-11-11T15:26:40.266" v="14" actId="1076"/>
          <ac:spMkLst>
            <pc:docMk/>
            <pc:sldMk cId="2679999790" sldId="259"/>
            <ac:spMk id="6152" creationId="{00000000-0000-0000-0000-000000000000}"/>
          </ac:spMkLst>
        </pc:spChg>
        <pc:spChg chg="del">
          <ac:chgData name="Harvey, Chris" userId="059c8d56-922c-405a-82ae-7db209cf59e4" providerId="ADAL" clId="{E368B37B-2E1D-44F4-B614-B4C122B74CFC}" dt="2021-11-11T15:26:10.403" v="4" actId="478"/>
          <ac:spMkLst>
            <pc:docMk/>
            <pc:sldMk cId="2679999790" sldId="259"/>
            <ac:spMk id="6153" creationId="{00000000-0000-0000-0000-000000000000}"/>
          </ac:spMkLst>
        </pc:spChg>
        <pc:spChg chg="mod">
          <ac:chgData name="Harvey, Chris" userId="059c8d56-922c-405a-82ae-7db209cf59e4" providerId="ADAL" clId="{E368B37B-2E1D-44F4-B614-B4C122B74CFC}" dt="2021-11-11T15:26:23.882" v="8" actId="1076"/>
          <ac:spMkLst>
            <pc:docMk/>
            <pc:sldMk cId="2679999790" sldId="259"/>
            <ac:spMk id="6166" creationId="{00000000-0000-0000-0000-000000000000}"/>
          </ac:spMkLst>
        </pc:spChg>
        <pc:grpChg chg="mod">
          <ac:chgData name="Harvey, Chris" userId="059c8d56-922c-405a-82ae-7db209cf59e4" providerId="ADAL" clId="{E368B37B-2E1D-44F4-B614-B4C122B74CFC}" dt="2021-11-11T15:26:40.266" v="14" actId="1076"/>
          <ac:grpSpMkLst>
            <pc:docMk/>
            <pc:sldMk cId="2679999790" sldId="259"/>
            <ac:grpSpMk id="3" creationId="{00000000-0000-0000-0000-000000000000}"/>
          </ac:grpSpMkLst>
        </pc:grpChg>
        <pc:grpChg chg="mod">
          <ac:chgData name="Harvey, Chris" userId="059c8d56-922c-405a-82ae-7db209cf59e4" providerId="ADAL" clId="{E368B37B-2E1D-44F4-B614-B4C122B74CFC}" dt="2021-11-11T15:26:23.882" v="8" actId="1076"/>
          <ac:grpSpMkLst>
            <pc:docMk/>
            <pc:sldMk cId="2679999790" sldId="259"/>
            <ac:grpSpMk id="12" creationId="{00000000-0000-0000-0000-000000000000}"/>
          </ac:grpSpMkLst>
        </pc:grpChg>
        <pc:grpChg chg="mod">
          <ac:chgData name="Harvey, Chris" userId="059c8d56-922c-405a-82ae-7db209cf59e4" providerId="ADAL" clId="{E368B37B-2E1D-44F4-B614-B4C122B74CFC}" dt="2021-11-11T15:26:40.266" v="14" actId="1076"/>
          <ac:grpSpMkLst>
            <pc:docMk/>
            <pc:sldMk cId="2679999790" sldId="259"/>
            <ac:grpSpMk id="6151" creationId="{00000000-0000-0000-0000-000000000000}"/>
          </ac:grpSpMkLst>
        </pc:grpChg>
        <pc:grpChg chg="del">
          <ac:chgData name="Harvey, Chris" userId="059c8d56-922c-405a-82ae-7db209cf59e4" providerId="ADAL" clId="{E368B37B-2E1D-44F4-B614-B4C122B74CFC}" dt="2021-11-11T15:26:11.890" v="5" actId="478"/>
          <ac:grpSpMkLst>
            <pc:docMk/>
            <pc:sldMk cId="2679999790" sldId="259"/>
            <ac:grpSpMk id="6155" creationId="{00000000-0000-0000-0000-000000000000}"/>
          </ac:grpSpMkLst>
        </pc:grpChg>
      </pc:sldChg>
      <pc:sldChg chg="del">
        <pc:chgData name="Harvey, Chris" userId="059c8d56-922c-405a-82ae-7db209cf59e4" providerId="ADAL" clId="{E368B37B-2E1D-44F4-B614-B4C122B74CFC}" dt="2021-11-11T15:26:02.937" v="3" actId="2696"/>
        <pc:sldMkLst>
          <pc:docMk/>
          <pc:sldMk cId="307569113" sldId="260"/>
        </pc:sldMkLst>
      </pc:sldChg>
      <pc:sldChg chg="modSp">
        <pc:chgData name="Harvey, Chris" userId="059c8d56-922c-405a-82ae-7db209cf59e4" providerId="ADAL" clId="{E368B37B-2E1D-44F4-B614-B4C122B74CFC}" dt="2021-11-11T15:27:05.880" v="18" actId="6549"/>
        <pc:sldMkLst>
          <pc:docMk/>
          <pc:sldMk cId="2504499198" sldId="261"/>
        </pc:sldMkLst>
        <pc:spChg chg="mod">
          <ac:chgData name="Harvey, Chris" userId="059c8d56-922c-405a-82ae-7db209cf59e4" providerId="ADAL" clId="{E368B37B-2E1D-44F4-B614-B4C122B74CFC}" dt="2021-11-11T15:27:05.880" v="18" actId="6549"/>
          <ac:spMkLst>
            <pc:docMk/>
            <pc:sldMk cId="2504499198" sldId="261"/>
            <ac:spMk id="49" creationId="{223CC2E1-BF03-4B14-ADB2-8B8B83A04831}"/>
          </ac:spMkLst>
        </pc:spChg>
      </pc:sldChg>
      <pc:sldChg chg="modSp">
        <pc:chgData name="Harvey, Chris" userId="059c8d56-922c-405a-82ae-7db209cf59e4" providerId="ADAL" clId="{E368B37B-2E1D-44F4-B614-B4C122B74CFC}" dt="2021-11-11T14:26:08.876" v="2" actId="6549"/>
        <pc:sldMkLst>
          <pc:docMk/>
          <pc:sldMk cId="4141429313" sldId="262"/>
        </pc:sldMkLst>
        <pc:spChg chg="mod">
          <ac:chgData name="Harvey, Chris" userId="059c8d56-922c-405a-82ae-7db209cf59e4" providerId="ADAL" clId="{E368B37B-2E1D-44F4-B614-B4C122B74CFC}" dt="2021-11-11T14:26:08.876" v="2" actId="6549"/>
          <ac:spMkLst>
            <pc:docMk/>
            <pc:sldMk cId="4141429313" sldId="262"/>
            <ac:spMk id="5" creationId="{647772E7-51B9-4F50-ADA5-7E9AF70A9A53}"/>
          </ac:spMkLst>
        </pc:spChg>
      </pc:sldChg>
    </pc:docChg>
  </pc:docChgLst>
  <pc:docChgLst>
    <pc:chgData name="Harvey, Chris" userId="059c8d56-922c-405a-82ae-7db209cf59e4" providerId="ADAL" clId="{0DF0CD52-DB41-49B7-A8F9-683C0BEC89A5}"/>
    <pc:docChg chg="addSld delSld modSld modSection modNotesMaster modHandout">
      <pc:chgData name="Harvey, Chris" userId="059c8d56-922c-405a-82ae-7db209cf59e4" providerId="ADAL" clId="{0DF0CD52-DB41-49B7-A8F9-683C0BEC89A5}" dt="2021-12-03T15:14:09.093" v="29"/>
      <pc:docMkLst>
        <pc:docMk/>
      </pc:docMkLst>
      <pc:sldChg chg="del">
        <pc:chgData name="Harvey, Chris" userId="059c8d56-922c-405a-82ae-7db209cf59e4" providerId="ADAL" clId="{0DF0CD52-DB41-49B7-A8F9-683C0BEC89A5}" dt="2021-12-03T15:14:01.909" v="28" actId="47"/>
        <pc:sldMkLst>
          <pc:docMk/>
          <pc:sldMk cId="0" sldId="256"/>
        </pc:sldMkLst>
      </pc:sldChg>
      <pc:sldChg chg="modSp new mod">
        <pc:chgData name="Harvey, Chris" userId="059c8d56-922c-405a-82ae-7db209cf59e4" providerId="ADAL" clId="{0DF0CD52-DB41-49B7-A8F9-683C0BEC89A5}" dt="2021-12-03T15:13:59.191" v="27" actId="20577"/>
        <pc:sldMkLst>
          <pc:docMk/>
          <pc:sldMk cId="3184677321" sldId="263"/>
        </pc:sldMkLst>
        <pc:spChg chg="mod">
          <ac:chgData name="Harvey, Chris" userId="059c8d56-922c-405a-82ae-7db209cf59e4" providerId="ADAL" clId="{0DF0CD52-DB41-49B7-A8F9-683C0BEC89A5}" dt="2021-12-03T15:13:55.047" v="17" actId="20577"/>
          <ac:spMkLst>
            <pc:docMk/>
            <pc:sldMk cId="3184677321" sldId="263"/>
            <ac:spMk id="2" creationId="{7B6FC94D-596A-46EA-B2AA-EA9A9308A419}"/>
          </ac:spMkLst>
        </pc:spChg>
        <pc:spChg chg="mod">
          <ac:chgData name="Harvey, Chris" userId="059c8d56-922c-405a-82ae-7db209cf59e4" providerId="ADAL" clId="{0DF0CD52-DB41-49B7-A8F9-683C0BEC89A5}" dt="2021-12-03T15:13:59.191" v="27" actId="20577"/>
          <ac:spMkLst>
            <pc:docMk/>
            <pc:sldMk cId="3184677321" sldId="263"/>
            <ac:spMk id="3" creationId="{C181EF0E-E1EC-4E13-909F-1E4FCCE4CC34}"/>
          </ac:spMkLst>
        </pc:spChg>
      </pc:sldChg>
    </pc:docChg>
  </pc:docChgLst>
  <pc:docChgLst>
    <pc:chgData name="Harvey, Chris" userId="059c8d56-922c-405a-82ae-7db209cf59e4" providerId="ADAL" clId="{326A3ECD-E337-4C73-BD50-776501AED8E1}"/>
    <pc:docChg chg="undo custSel modSld">
      <pc:chgData name="Harvey, Chris" userId="059c8d56-922c-405a-82ae-7db209cf59e4" providerId="ADAL" clId="{326A3ECD-E337-4C73-BD50-776501AED8E1}" dt="2022-06-10T07:07:15.128" v="10" actId="1038"/>
      <pc:docMkLst>
        <pc:docMk/>
      </pc:docMkLst>
      <pc:sldChg chg="modSp mod">
        <pc:chgData name="Harvey, Chris" userId="059c8d56-922c-405a-82ae-7db209cf59e4" providerId="ADAL" clId="{326A3ECD-E337-4C73-BD50-776501AED8E1}" dt="2022-06-10T07:06:59.399" v="4" actId="20577"/>
        <pc:sldMkLst>
          <pc:docMk/>
          <pc:sldMk cId="1175235185" sldId="258"/>
        </pc:sldMkLst>
        <pc:spChg chg="mod">
          <ac:chgData name="Harvey, Chris" userId="059c8d56-922c-405a-82ae-7db209cf59e4" providerId="ADAL" clId="{326A3ECD-E337-4C73-BD50-776501AED8E1}" dt="2022-06-10T07:06:59.399" v="4" actId="20577"/>
          <ac:spMkLst>
            <pc:docMk/>
            <pc:sldMk cId="1175235185" sldId="258"/>
            <ac:spMk id="5122" creationId="{00000000-0000-0000-0000-000000000000}"/>
          </ac:spMkLst>
        </pc:spChg>
      </pc:sldChg>
      <pc:sldChg chg="modSp mod">
        <pc:chgData name="Harvey, Chris" userId="059c8d56-922c-405a-82ae-7db209cf59e4" providerId="ADAL" clId="{326A3ECD-E337-4C73-BD50-776501AED8E1}" dt="2022-06-10T07:07:15.128" v="10" actId="1038"/>
        <pc:sldMkLst>
          <pc:docMk/>
          <pc:sldMk cId="4141429313" sldId="262"/>
        </pc:sldMkLst>
        <pc:spChg chg="mod">
          <ac:chgData name="Harvey, Chris" userId="059c8d56-922c-405a-82ae-7db209cf59e4" providerId="ADAL" clId="{326A3ECD-E337-4C73-BD50-776501AED8E1}" dt="2022-06-10T07:07:15.128" v="10" actId="1038"/>
          <ac:spMkLst>
            <pc:docMk/>
            <pc:sldMk cId="4141429313" sldId="262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QAUX v2.0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t>09/06/2023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GB"/>
              <a:t>QAUX v2.0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B66C6-1E92-0F4E-A300-9D4ED1F0C23F}" type="datetimeFigureOut">
              <a:rPr lang="en-GB" smtClean="0"/>
              <a:t>09/06/2023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901C6-1DA1-FB44-ABEE-06A0FEB7738E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t>1</a:t>
            </a:fld>
            <a:endParaRPr lang="en-GB" dirty="0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B24871E0-D3CA-46D8-B280-71B98F0A5D3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GB"/>
              <a:t>QAUX v2.0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76397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D76FECF-85A0-41F5-B8A4-C73EA94D236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GB"/>
              <a:t>QAUX v2.0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6153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7C162A5-5CE9-4714-AE2D-B099D2A197F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GB"/>
              <a:t>QAUX v2.0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1315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6EB285C-CC32-4C31-9953-328EACA6922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GB"/>
              <a:t>QAUX v2.0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3410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0B98D2F-2782-4FF4-B530-A47C0B2CC9F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GB"/>
              <a:t>QAUX v2.0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1303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br>
              <a:rPr lang="en-GB" dirty="0"/>
            </a:br>
            <a:endParaRPr lang="en-US" dirty="0"/>
          </a:p>
        </p:txBody>
      </p:sp>
      <p:sp>
        <p:nvSpPr>
          <p:cNvPr id="3" name="Slide Image Placeholder 2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63DE2D-BB69-4E88-A0BD-8DC814101A9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GB"/>
              <a:t>QAUX v2.0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7123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sv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71920" y="-4252"/>
            <a:ext cx="5020079" cy="5635931"/>
          </a:xfrm>
          <a:prstGeom prst="rect">
            <a:avLst/>
          </a:prstGeom>
        </p:spPr>
      </p:pic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3856846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457" userDrawn="1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96499" y="0"/>
            <a:ext cx="5098350" cy="56698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709613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9746"/>
            <a:ext cx="6604609" cy="6858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97178" y="0"/>
            <a:ext cx="5106217" cy="563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073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 /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80085" y="-8547"/>
            <a:ext cx="5114764" cy="5671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5" y="2322726"/>
            <a:ext cx="6596062" cy="2431485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600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12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76237" y="5768975"/>
            <a:ext cx="6604609" cy="695117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2264302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l Background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37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00" y="231197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28E4C95E-5280-3241-AF7F-04C2329AE56E}"/>
              </a:ext>
            </a:extLst>
          </p:cNvPr>
          <p:cNvSpPr/>
          <p:nvPr userDrawn="1"/>
        </p:nvSpPr>
        <p:spPr>
          <a:xfrm>
            <a:off x="0" y="4401989"/>
            <a:ext cx="6977811" cy="982453"/>
          </a:xfrm>
          <a:custGeom>
            <a:avLst/>
            <a:gdLst/>
            <a:ahLst/>
            <a:cxnLst/>
            <a:rect l="l" t="t" r="r" b="b"/>
            <a:pathLst>
              <a:path w="9245600" h="1301750">
                <a:moveTo>
                  <a:pt x="8673461" y="0"/>
                </a:moveTo>
                <a:lnTo>
                  <a:pt x="8505236" y="0"/>
                </a:lnTo>
                <a:lnTo>
                  <a:pt x="8507088" y="52226"/>
                </a:lnTo>
                <a:lnTo>
                  <a:pt x="8512559" y="103477"/>
                </a:lnTo>
                <a:lnTo>
                  <a:pt x="8521524" y="153629"/>
                </a:lnTo>
                <a:lnTo>
                  <a:pt x="8533859" y="202558"/>
                </a:lnTo>
                <a:lnTo>
                  <a:pt x="8549439" y="250138"/>
                </a:lnTo>
                <a:lnTo>
                  <a:pt x="8568137" y="296245"/>
                </a:lnTo>
                <a:lnTo>
                  <a:pt x="8589830" y="340755"/>
                </a:lnTo>
                <a:lnTo>
                  <a:pt x="8614392" y="383542"/>
                </a:lnTo>
                <a:lnTo>
                  <a:pt x="8641698" y="424483"/>
                </a:lnTo>
                <a:lnTo>
                  <a:pt x="8671623" y="463451"/>
                </a:lnTo>
                <a:lnTo>
                  <a:pt x="8704041" y="500324"/>
                </a:lnTo>
                <a:lnTo>
                  <a:pt x="8738829" y="534976"/>
                </a:lnTo>
                <a:lnTo>
                  <a:pt x="8775861" y="567283"/>
                </a:lnTo>
                <a:lnTo>
                  <a:pt x="0" y="567283"/>
                </a:lnTo>
                <a:lnTo>
                  <a:pt x="0" y="734250"/>
                </a:lnTo>
                <a:lnTo>
                  <a:pt x="8775797" y="734250"/>
                </a:lnTo>
                <a:lnTo>
                  <a:pt x="8738779" y="766556"/>
                </a:lnTo>
                <a:lnTo>
                  <a:pt x="8704003" y="801206"/>
                </a:lnTo>
                <a:lnTo>
                  <a:pt x="8671594" y="838075"/>
                </a:lnTo>
                <a:lnTo>
                  <a:pt x="8641677" y="877039"/>
                </a:lnTo>
                <a:lnTo>
                  <a:pt x="8614377" y="917973"/>
                </a:lnTo>
                <a:lnTo>
                  <a:pt x="8589820" y="960755"/>
                </a:lnTo>
                <a:lnTo>
                  <a:pt x="8568131" y="1005257"/>
                </a:lnTo>
                <a:lnTo>
                  <a:pt x="8549435" y="1051358"/>
                </a:lnTo>
                <a:lnTo>
                  <a:pt x="8533857" y="1098932"/>
                </a:lnTo>
                <a:lnTo>
                  <a:pt x="8521524" y="1147854"/>
                </a:lnTo>
                <a:lnTo>
                  <a:pt x="8512559" y="1198001"/>
                </a:lnTo>
                <a:lnTo>
                  <a:pt x="8507088" y="1249248"/>
                </a:lnTo>
                <a:lnTo>
                  <a:pt x="8505236" y="1301470"/>
                </a:lnTo>
                <a:lnTo>
                  <a:pt x="8673461" y="1301470"/>
                </a:lnTo>
                <a:lnTo>
                  <a:pt x="8675562" y="1252598"/>
                </a:lnTo>
                <a:lnTo>
                  <a:pt x="8681752" y="1204867"/>
                </a:lnTo>
                <a:lnTo>
                  <a:pt x="8691858" y="1158448"/>
                </a:lnTo>
                <a:lnTo>
                  <a:pt x="8705706" y="1113513"/>
                </a:lnTo>
                <a:lnTo>
                  <a:pt x="8723124" y="1070235"/>
                </a:lnTo>
                <a:lnTo>
                  <a:pt x="8743939" y="1028783"/>
                </a:lnTo>
                <a:lnTo>
                  <a:pt x="8767978" y="989330"/>
                </a:lnTo>
                <a:lnTo>
                  <a:pt x="8795069" y="952048"/>
                </a:lnTo>
                <a:lnTo>
                  <a:pt x="8825038" y="917108"/>
                </a:lnTo>
                <a:lnTo>
                  <a:pt x="8857713" y="884681"/>
                </a:lnTo>
                <a:lnTo>
                  <a:pt x="8892921" y="854939"/>
                </a:lnTo>
                <a:lnTo>
                  <a:pt x="8930489" y="828053"/>
                </a:lnTo>
                <a:lnTo>
                  <a:pt x="8970245" y="804196"/>
                </a:lnTo>
                <a:lnTo>
                  <a:pt x="9012015" y="783538"/>
                </a:lnTo>
                <a:lnTo>
                  <a:pt x="9055627" y="766252"/>
                </a:lnTo>
                <a:lnTo>
                  <a:pt x="9100908" y="752508"/>
                </a:lnTo>
                <a:lnTo>
                  <a:pt x="9147685" y="742479"/>
                </a:lnTo>
                <a:lnTo>
                  <a:pt x="9195786" y="736336"/>
                </a:lnTo>
                <a:lnTo>
                  <a:pt x="9245037" y="734250"/>
                </a:lnTo>
                <a:lnTo>
                  <a:pt x="9245037" y="567283"/>
                </a:lnTo>
                <a:lnTo>
                  <a:pt x="9195786" y="565197"/>
                </a:lnTo>
                <a:lnTo>
                  <a:pt x="9147685" y="559052"/>
                </a:lnTo>
                <a:lnTo>
                  <a:pt x="9100908" y="549020"/>
                </a:lnTo>
                <a:lnTo>
                  <a:pt x="9055627" y="535274"/>
                </a:lnTo>
                <a:lnTo>
                  <a:pt x="9012015" y="517984"/>
                </a:lnTo>
                <a:lnTo>
                  <a:pt x="8970245" y="497322"/>
                </a:lnTo>
                <a:lnTo>
                  <a:pt x="8930489" y="473460"/>
                </a:lnTo>
                <a:lnTo>
                  <a:pt x="8892921" y="446570"/>
                </a:lnTo>
                <a:lnTo>
                  <a:pt x="8857713" y="416823"/>
                </a:lnTo>
                <a:lnTo>
                  <a:pt x="8825038" y="384391"/>
                </a:lnTo>
                <a:lnTo>
                  <a:pt x="8795069" y="349446"/>
                </a:lnTo>
                <a:lnTo>
                  <a:pt x="8767978" y="312159"/>
                </a:lnTo>
                <a:lnTo>
                  <a:pt x="8743939" y="272701"/>
                </a:lnTo>
                <a:lnTo>
                  <a:pt x="8723124" y="231246"/>
                </a:lnTo>
                <a:lnTo>
                  <a:pt x="8705706" y="187963"/>
                </a:lnTo>
                <a:lnTo>
                  <a:pt x="8691858" y="143026"/>
                </a:lnTo>
                <a:lnTo>
                  <a:pt x="8681752" y="96605"/>
                </a:lnTo>
                <a:lnTo>
                  <a:pt x="8675562" y="48872"/>
                </a:lnTo>
                <a:lnTo>
                  <a:pt x="8673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29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Content Placeholder 3"/>
          <p:cNvSpPr>
            <a:spLocks noGrp="1"/>
          </p:cNvSpPr>
          <p:nvPr>
            <p:ph sz="quarter" idx="10"/>
          </p:nvPr>
        </p:nvSpPr>
        <p:spPr>
          <a:xfrm>
            <a:off x="385299" y="5768975"/>
            <a:ext cx="5627171" cy="70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40308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al Background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964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00" y="231197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28E4C95E-5280-3241-AF7F-04C2329AE56E}"/>
              </a:ext>
            </a:extLst>
          </p:cNvPr>
          <p:cNvSpPr/>
          <p:nvPr userDrawn="1"/>
        </p:nvSpPr>
        <p:spPr>
          <a:xfrm>
            <a:off x="0" y="4401989"/>
            <a:ext cx="6977811" cy="982453"/>
          </a:xfrm>
          <a:custGeom>
            <a:avLst/>
            <a:gdLst/>
            <a:ahLst/>
            <a:cxnLst/>
            <a:rect l="l" t="t" r="r" b="b"/>
            <a:pathLst>
              <a:path w="9245600" h="1301750">
                <a:moveTo>
                  <a:pt x="8673461" y="0"/>
                </a:moveTo>
                <a:lnTo>
                  <a:pt x="8505236" y="0"/>
                </a:lnTo>
                <a:lnTo>
                  <a:pt x="8507088" y="52226"/>
                </a:lnTo>
                <a:lnTo>
                  <a:pt x="8512559" y="103477"/>
                </a:lnTo>
                <a:lnTo>
                  <a:pt x="8521524" y="153629"/>
                </a:lnTo>
                <a:lnTo>
                  <a:pt x="8533859" y="202558"/>
                </a:lnTo>
                <a:lnTo>
                  <a:pt x="8549439" y="250138"/>
                </a:lnTo>
                <a:lnTo>
                  <a:pt x="8568137" y="296245"/>
                </a:lnTo>
                <a:lnTo>
                  <a:pt x="8589830" y="340755"/>
                </a:lnTo>
                <a:lnTo>
                  <a:pt x="8614392" y="383542"/>
                </a:lnTo>
                <a:lnTo>
                  <a:pt x="8641698" y="424483"/>
                </a:lnTo>
                <a:lnTo>
                  <a:pt x="8671623" y="463451"/>
                </a:lnTo>
                <a:lnTo>
                  <a:pt x="8704041" y="500324"/>
                </a:lnTo>
                <a:lnTo>
                  <a:pt x="8738829" y="534976"/>
                </a:lnTo>
                <a:lnTo>
                  <a:pt x="8775861" y="567283"/>
                </a:lnTo>
                <a:lnTo>
                  <a:pt x="0" y="567283"/>
                </a:lnTo>
                <a:lnTo>
                  <a:pt x="0" y="734250"/>
                </a:lnTo>
                <a:lnTo>
                  <a:pt x="8775797" y="734250"/>
                </a:lnTo>
                <a:lnTo>
                  <a:pt x="8738779" y="766556"/>
                </a:lnTo>
                <a:lnTo>
                  <a:pt x="8704003" y="801206"/>
                </a:lnTo>
                <a:lnTo>
                  <a:pt x="8671594" y="838075"/>
                </a:lnTo>
                <a:lnTo>
                  <a:pt x="8641677" y="877039"/>
                </a:lnTo>
                <a:lnTo>
                  <a:pt x="8614377" y="917973"/>
                </a:lnTo>
                <a:lnTo>
                  <a:pt x="8589820" y="960755"/>
                </a:lnTo>
                <a:lnTo>
                  <a:pt x="8568131" y="1005257"/>
                </a:lnTo>
                <a:lnTo>
                  <a:pt x="8549435" y="1051358"/>
                </a:lnTo>
                <a:lnTo>
                  <a:pt x="8533857" y="1098932"/>
                </a:lnTo>
                <a:lnTo>
                  <a:pt x="8521524" y="1147854"/>
                </a:lnTo>
                <a:lnTo>
                  <a:pt x="8512559" y="1198001"/>
                </a:lnTo>
                <a:lnTo>
                  <a:pt x="8507088" y="1249248"/>
                </a:lnTo>
                <a:lnTo>
                  <a:pt x="8505236" y="1301470"/>
                </a:lnTo>
                <a:lnTo>
                  <a:pt x="8673461" y="1301470"/>
                </a:lnTo>
                <a:lnTo>
                  <a:pt x="8675562" y="1252598"/>
                </a:lnTo>
                <a:lnTo>
                  <a:pt x="8681752" y="1204867"/>
                </a:lnTo>
                <a:lnTo>
                  <a:pt x="8691858" y="1158448"/>
                </a:lnTo>
                <a:lnTo>
                  <a:pt x="8705706" y="1113513"/>
                </a:lnTo>
                <a:lnTo>
                  <a:pt x="8723124" y="1070235"/>
                </a:lnTo>
                <a:lnTo>
                  <a:pt x="8743939" y="1028783"/>
                </a:lnTo>
                <a:lnTo>
                  <a:pt x="8767978" y="989330"/>
                </a:lnTo>
                <a:lnTo>
                  <a:pt x="8795069" y="952048"/>
                </a:lnTo>
                <a:lnTo>
                  <a:pt x="8825038" y="917108"/>
                </a:lnTo>
                <a:lnTo>
                  <a:pt x="8857713" y="884681"/>
                </a:lnTo>
                <a:lnTo>
                  <a:pt x="8892921" y="854939"/>
                </a:lnTo>
                <a:lnTo>
                  <a:pt x="8930489" y="828053"/>
                </a:lnTo>
                <a:lnTo>
                  <a:pt x="8970245" y="804196"/>
                </a:lnTo>
                <a:lnTo>
                  <a:pt x="9012015" y="783538"/>
                </a:lnTo>
                <a:lnTo>
                  <a:pt x="9055627" y="766252"/>
                </a:lnTo>
                <a:lnTo>
                  <a:pt x="9100908" y="752508"/>
                </a:lnTo>
                <a:lnTo>
                  <a:pt x="9147685" y="742479"/>
                </a:lnTo>
                <a:lnTo>
                  <a:pt x="9195786" y="736336"/>
                </a:lnTo>
                <a:lnTo>
                  <a:pt x="9245037" y="734250"/>
                </a:lnTo>
                <a:lnTo>
                  <a:pt x="9245037" y="567283"/>
                </a:lnTo>
                <a:lnTo>
                  <a:pt x="9195786" y="565197"/>
                </a:lnTo>
                <a:lnTo>
                  <a:pt x="9147685" y="559052"/>
                </a:lnTo>
                <a:lnTo>
                  <a:pt x="9100908" y="549020"/>
                </a:lnTo>
                <a:lnTo>
                  <a:pt x="9055627" y="535274"/>
                </a:lnTo>
                <a:lnTo>
                  <a:pt x="9012015" y="517984"/>
                </a:lnTo>
                <a:lnTo>
                  <a:pt x="8970245" y="497322"/>
                </a:lnTo>
                <a:lnTo>
                  <a:pt x="8930489" y="473460"/>
                </a:lnTo>
                <a:lnTo>
                  <a:pt x="8892921" y="446570"/>
                </a:lnTo>
                <a:lnTo>
                  <a:pt x="8857713" y="416823"/>
                </a:lnTo>
                <a:lnTo>
                  <a:pt x="8825038" y="384391"/>
                </a:lnTo>
                <a:lnTo>
                  <a:pt x="8795069" y="349446"/>
                </a:lnTo>
                <a:lnTo>
                  <a:pt x="8767978" y="312159"/>
                </a:lnTo>
                <a:lnTo>
                  <a:pt x="8743939" y="272701"/>
                </a:lnTo>
                <a:lnTo>
                  <a:pt x="8723124" y="231246"/>
                </a:lnTo>
                <a:lnTo>
                  <a:pt x="8705706" y="187963"/>
                </a:lnTo>
                <a:lnTo>
                  <a:pt x="8691858" y="143026"/>
                </a:lnTo>
                <a:lnTo>
                  <a:pt x="8681752" y="96605"/>
                </a:lnTo>
                <a:lnTo>
                  <a:pt x="8675562" y="48872"/>
                </a:lnTo>
                <a:lnTo>
                  <a:pt x="8673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29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0"/>
          </p:nvPr>
        </p:nvSpPr>
        <p:spPr>
          <a:xfrm>
            <a:off x="385299" y="5768975"/>
            <a:ext cx="5692227" cy="7098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8267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yan Background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793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00" y="231197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28E4C95E-5280-3241-AF7F-04C2329AE56E}"/>
              </a:ext>
            </a:extLst>
          </p:cNvPr>
          <p:cNvSpPr/>
          <p:nvPr userDrawn="1"/>
        </p:nvSpPr>
        <p:spPr>
          <a:xfrm>
            <a:off x="0" y="4401989"/>
            <a:ext cx="6977811" cy="982453"/>
          </a:xfrm>
          <a:custGeom>
            <a:avLst/>
            <a:gdLst/>
            <a:ahLst/>
            <a:cxnLst/>
            <a:rect l="l" t="t" r="r" b="b"/>
            <a:pathLst>
              <a:path w="9245600" h="1301750">
                <a:moveTo>
                  <a:pt x="8673461" y="0"/>
                </a:moveTo>
                <a:lnTo>
                  <a:pt x="8505236" y="0"/>
                </a:lnTo>
                <a:lnTo>
                  <a:pt x="8507088" y="52226"/>
                </a:lnTo>
                <a:lnTo>
                  <a:pt x="8512559" y="103477"/>
                </a:lnTo>
                <a:lnTo>
                  <a:pt x="8521524" y="153629"/>
                </a:lnTo>
                <a:lnTo>
                  <a:pt x="8533859" y="202558"/>
                </a:lnTo>
                <a:lnTo>
                  <a:pt x="8549439" y="250138"/>
                </a:lnTo>
                <a:lnTo>
                  <a:pt x="8568137" y="296245"/>
                </a:lnTo>
                <a:lnTo>
                  <a:pt x="8589830" y="340755"/>
                </a:lnTo>
                <a:lnTo>
                  <a:pt x="8614392" y="383542"/>
                </a:lnTo>
                <a:lnTo>
                  <a:pt x="8641698" y="424483"/>
                </a:lnTo>
                <a:lnTo>
                  <a:pt x="8671623" y="463451"/>
                </a:lnTo>
                <a:lnTo>
                  <a:pt x="8704041" y="500324"/>
                </a:lnTo>
                <a:lnTo>
                  <a:pt x="8738829" y="534976"/>
                </a:lnTo>
                <a:lnTo>
                  <a:pt x="8775861" y="567283"/>
                </a:lnTo>
                <a:lnTo>
                  <a:pt x="0" y="567283"/>
                </a:lnTo>
                <a:lnTo>
                  <a:pt x="0" y="734250"/>
                </a:lnTo>
                <a:lnTo>
                  <a:pt x="8775797" y="734250"/>
                </a:lnTo>
                <a:lnTo>
                  <a:pt x="8738779" y="766556"/>
                </a:lnTo>
                <a:lnTo>
                  <a:pt x="8704003" y="801206"/>
                </a:lnTo>
                <a:lnTo>
                  <a:pt x="8671594" y="838075"/>
                </a:lnTo>
                <a:lnTo>
                  <a:pt x="8641677" y="877039"/>
                </a:lnTo>
                <a:lnTo>
                  <a:pt x="8614377" y="917973"/>
                </a:lnTo>
                <a:lnTo>
                  <a:pt x="8589820" y="960755"/>
                </a:lnTo>
                <a:lnTo>
                  <a:pt x="8568131" y="1005257"/>
                </a:lnTo>
                <a:lnTo>
                  <a:pt x="8549435" y="1051358"/>
                </a:lnTo>
                <a:lnTo>
                  <a:pt x="8533857" y="1098932"/>
                </a:lnTo>
                <a:lnTo>
                  <a:pt x="8521524" y="1147854"/>
                </a:lnTo>
                <a:lnTo>
                  <a:pt x="8512559" y="1198001"/>
                </a:lnTo>
                <a:lnTo>
                  <a:pt x="8507088" y="1249248"/>
                </a:lnTo>
                <a:lnTo>
                  <a:pt x="8505236" y="1301470"/>
                </a:lnTo>
                <a:lnTo>
                  <a:pt x="8673461" y="1301470"/>
                </a:lnTo>
                <a:lnTo>
                  <a:pt x="8675562" y="1252598"/>
                </a:lnTo>
                <a:lnTo>
                  <a:pt x="8681752" y="1204867"/>
                </a:lnTo>
                <a:lnTo>
                  <a:pt x="8691858" y="1158448"/>
                </a:lnTo>
                <a:lnTo>
                  <a:pt x="8705706" y="1113513"/>
                </a:lnTo>
                <a:lnTo>
                  <a:pt x="8723124" y="1070235"/>
                </a:lnTo>
                <a:lnTo>
                  <a:pt x="8743939" y="1028783"/>
                </a:lnTo>
                <a:lnTo>
                  <a:pt x="8767978" y="989330"/>
                </a:lnTo>
                <a:lnTo>
                  <a:pt x="8795069" y="952048"/>
                </a:lnTo>
                <a:lnTo>
                  <a:pt x="8825038" y="917108"/>
                </a:lnTo>
                <a:lnTo>
                  <a:pt x="8857713" y="884681"/>
                </a:lnTo>
                <a:lnTo>
                  <a:pt x="8892921" y="854939"/>
                </a:lnTo>
                <a:lnTo>
                  <a:pt x="8930489" y="828053"/>
                </a:lnTo>
                <a:lnTo>
                  <a:pt x="8970245" y="804196"/>
                </a:lnTo>
                <a:lnTo>
                  <a:pt x="9012015" y="783538"/>
                </a:lnTo>
                <a:lnTo>
                  <a:pt x="9055627" y="766252"/>
                </a:lnTo>
                <a:lnTo>
                  <a:pt x="9100908" y="752508"/>
                </a:lnTo>
                <a:lnTo>
                  <a:pt x="9147685" y="742479"/>
                </a:lnTo>
                <a:lnTo>
                  <a:pt x="9195786" y="736336"/>
                </a:lnTo>
                <a:lnTo>
                  <a:pt x="9245037" y="734250"/>
                </a:lnTo>
                <a:lnTo>
                  <a:pt x="9245037" y="567283"/>
                </a:lnTo>
                <a:lnTo>
                  <a:pt x="9195786" y="565197"/>
                </a:lnTo>
                <a:lnTo>
                  <a:pt x="9147685" y="559052"/>
                </a:lnTo>
                <a:lnTo>
                  <a:pt x="9100908" y="549020"/>
                </a:lnTo>
                <a:lnTo>
                  <a:pt x="9055627" y="535274"/>
                </a:lnTo>
                <a:lnTo>
                  <a:pt x="9012015" y="517984"/>
                </a:lnTo>
                <a:lnTo>
                  <a:pt x="8970245" y="497322"/>
                </a:lnTo>
                <a:lnTo>
                  <a:pt x="8930489" y="473460"/>
                </a:lnTo>
                <a:lnTo>
                  <a:pt x="8892921" y="446570"/>
                </a:lnTo>
                <a:lnTo>
                  <a:pt x="8857713" y="416823"/>
                </a:lnTo>
                <a:lnTo>
                  <a:pt x="8825038" y="384391"/>
                </a:lnTo>
                <a:lnTo>
                  <a:pt x="8795069" y="349446"/>
                </a:lnTo>
                <a:lnTo>
                  <a:pt x="8767978" y="312159"/>
                </a:lnTo>
                <a:lnTo>
                  <a:pt x="8743939" y="272701"/>
                </a:lnTo>
                <a:lnTo>
                  <a:pt x="8723124" y="231246"/>
                </a:lnTo>
                <a:lnTo>
                  <a:pt x="8705706" y="187963"/>
                </a:lnTo>
                <a:lnTo>
                  <a:pt x="8691858" y="143026"/>
                </a:lnTo>
                <a:lnTo>
                  <a:pt x="8681752" y="96605"/>
                </a:lnTo>
                <a:lnTo>
                  <a:pt x="8675562" y="48872"/>
                </a:lnTo>
                <a:lnTo>
                  <a:pt x="8673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29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Content Placeholder 3"/>
          <p:cNvSpPr>
            <a:spLocks noGrp="1"/>
          </p:cNvSpPr>
          <p:nvPr>
            <p:ph sz="quarter" idx="10"/>
          </p:nvPr>
        </p:nvSpPr>
        <p:spPr>
          <a:xfrm>
            <a:off x="385299" y="5768975"/>
            <a:ext cx="5627171" cy="70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2288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yan Background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0" y="-1"/>
            <a:ext cx="12192000" cy="68793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00" y="231197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28E4C95E-5280-3241-AF7F-04C2329AE56E}"/>
              </a:ext>
            </a:extLst>
          </p:cNvPr>
          <p:cNvSpPr/>
          <p:nvPr userDrawn="1"/>
        </p:nvSpPr>
        <p:spPr>
          <a:xfrm>
            <a:off x="0" y="4401989"/>
            <a:ext cx="6977811" cy="982453"/>
          </a:xfrm>
          <a:custGeom>
            <a:avLst/>
            <a:gdLst/>
            <a:ahLst/>
            <a:cxnLst/>
            <a:rect l="l" t="t" r="r" b="b"/>
            <a:pathLst>
              <a:path w="9245600" h="1301750">
                <a:moveTo>
                  <a:pt x="8673461" y="0"/>
                </a:moveTo>
                <a:lnTo>
                  <a:pt x="8505236" y="0"/>
                </a:lnTo>
                <a:lnTo>
                  <a:pt x="8507088" y="52226"/>
                </a:lnTo>
                <a:lnTo>
                  <a:pt x="8512559" y="103477"/>
                </a:lnTo>
                <a:lnTo>
                  <a:pt x="8521524" y="153629"/>
                </a:lnTo>
                <a:lnTo>
                  <a:pt x="8533859" y="202558"/>
                </a:lnTo>
                <a:lnTo>
                  <a:pt x="8549439" y="250138"/>
                </a:lnTo>
                <a:lnTo>
                  <a:pt x="8568137" y="296245"/>
                </a:lnTo>
                <a:lnTo>
                  <a:pt x="8589830" y="340755"/>
                </a:lnTo>
                <a:lnTo>
                  <a:pt x="8614392" y="383542"/>
                </a:lnTo>
                <a:lnTo>
                  <a:pt x="8641698" y="424483"/>
                </a:lnTo>
                <a:lnTo>
                  <a:pt x="8671623" y="463451"/>
                </a:lnTo>
                <a:lnTo>
                  <a:pt x="8704041" y="500324"/>
                </a:lnTo>
                <a:lnTo>
                  <a:pt x="8738829" y="534976"/>
                </a:lnTo>
                <a:lnTo>
                  <a:pt x="8775861" y="567283"/>
                </a:lnTo>
                <a:lnTo>
                  <a:pt x="0" y="567283"/>
                </a:lnTo>
                <a:lnTo>
                  <a:pt x="0" y="734250"/>
                </a:lnTo>
                <a:lnTo>
                  <a:pt x="8775797" y="734250"/>
                </a:lnTo>
                <a:lnTo>
                  <a:pt x="8738779" y="766556"/>
                </a:lnTo>
                <a:lnTo>
                  <a:pt x="8704003" y="801206"/>
                </a:lnTo>
                <a:lnTo>
                  <a:pt x="8671594" y="838075"/>
                </a:lnTo>
                <a:lnTo>
                  <a:pt x="8641677" y="877039"/>
                </a:lnTo>
                <a:lnTo>
                  <a:pt x="8614377" y="917973"/>
                </a:lnTo>
                <a:lnTo>
                  <a:pt x="8589820" y="960755"/>
                </a:lnTo>
                <a:lnTo>
                  <a:pt x="8568131" y="1005257"/>
                </a:lnTo>
                <a:lnTo>
                  <a:pt x="8549435" y="1051358"/>
                </a:lnTo>
                <a:lnTo>
                  <a:pt x="8533857" y="1098932"/>
                </a:lnTo>
                <a:lnTo>
                  <a:pt x="8521524" y="1147854"/>
                </a:lnTo>
                <a:lnTo>
                  <a:pt x="8512559" y="1198001"/>
                </a:lnTo>
                <a:lnTo>
                  <a:pt x="8507088" y="1249248"/>
                </a:lnTo>
                <a:lnTo>
                  <a:pt x="8505236" y="1301470"/>
                </a:lnTo>
                <a:lnTo>
                  <a:pt x="8673461" y="1301470"/>
                </a:lnTo>
                <a:lnTo>
                  <a:pt x="8675562" y="1252598"/>
                </a:lnTo>
                <a:lnTo>
                  <a:pt x="8681752" y="1204867"/>
                </a:lnTo>
                <a:lnTo>
                  <a:pt x="8691858" y="1158448"/>
                </a:lnTo>
                <a:lnTo>
                  <a:pt x="8705706" y="1113513"/>
                </a:lnTo>
                <a:lnTo>
                  <a:pt x="8723124" y="1070235"/>
                </a:lnTo>
                <a:lnTo>
                  <a:pt x="8743939" y="1028783"/>
                </a:lnTo>
                <a:lnTo>
                  <a:pt x="8767978" y="989330"/>
                </a:lnTo>
                <a:lnTo>
                  <a:pt x="8795069" y="952048"/>
                </a:lnTo>
                <a:lnTo>
                  <a:pt x="8825038" y="917108"/>
                </a:lnTo>
                <a:lnTo>
                  <a:pt x="8857713" y="884681"/>
                </a:lnTo>
                <a:lnTo>
                  <a:pt x="8892921" y="854939"/>
                </a:lnTo>
                <a:lnTo>
                  <a:pt x="8930489" y="828053"/>
                </a:lnTo>
                <a:lnTo>
                  <a:pt x="8970245" y="804196"/>
                </a:lnTo>
                <a:lnTo>
                  <a:pt x="9012015" y="783538"/>
                </a:lnTo>
                <a:lnTo>
                  <a:pt x="9055627" y="766252"/>
                </a:lnTo>
                <a:lnTo>
                  <a:pt x="9100908" y="752508"/>
                </a:lnTo>
                <a:lnTo>
                  <a:pt x="9147685" y="742479"/>
                </a:lnTo>
                <a:lnTo>
                  <a:pt x="9195786" y="736336"/>
                </a:lnTo>
                <a:lnTo>
                  <a:pt x="9245037" y="734250"/>
                </a:lnTo>
                <a:lnTo>
                  <a:pt x="9245037" y="567283"/>
                </a:lnTo>
                <a:lnTo>
                  <a:pt x="9195786" y="565197"/>
                </a:lnTo>
                <a:lnTo>
                  <a:pt x="9147685" y="559052"/>
                </a:lnTo>
                <a:lnTo>
                  <a:pt x="9100908" y="549020"/>
                </a:lnTo>
                <a:lnTo>
                  <a:pt x="9055627" y="535274"/>
                </a:lnTo>
                <a:lnTo>
                  <a:pt x="9012015" y="517984"/>
                </a:lnTo>
                <a:lnTo>
                  <a:pt x="8970245" y="497322"/>
                </a:lnTo>
                <a:lnTo>
                  <a:pt x="8930489" y="473460"/>
                </a:lnTo>
                <a:lnTo>
                  <a:pt x="8892921" y="446570"/>
                </a:lnTo>
                <a:lnTo>
                  <a:pt x="8857713" y="416823"/>
                </a:lnTo>
                <a:lnTo>
                  <a:pt x="8825038" y="384391"/>
                </a:lnTo>
                <a:lnTo>
                  <a:pt x="8795069" y="349446"/>
                </a:lnTo>
                <a:lnTo>
                  <a:pt x="8767978" y="312159"/>
                </a:lnTo>
                <a:lnTo>
                  <a:pt x="8743939" y="272701"/>
                </a:lnTo>
                <a:lnTo>
                  <a:pt x="8723124" y="231246"/>
                </a:lnTo>
                <a:lnTo>
                  <a:pt x="8705706" y="187963"/>
                </a:lnTo>
                <a:lnTo>
                  <a:pt x="8691858" y="143026"/>
                </a:lnTo>
                <a:lnTo>
                  <a:pt x="8681752" y="96605"/>
                </a:lnTo>
                <a:lnTo>
                  <a:pt x="8675562" y="48872"/>
                </a:lnTo>
                <a:lnTo>
                  <a:pt x="8673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29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0"/>
          </p:nvPr>
        </p:nvSpPr>
        <p:spPr>
          <a:xfrm>
            <a:off x="385299" y="5768975"/>
            <a:ext cx="5627171" cy="70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7496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yan Background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879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00" y="231197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/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28E4C95E-5280-3241-AF7F-04C2329AE56E}"/>
              </a:ext>
            </a:extLst>
          </p:cNvPr>
          <p:cNvSpPr/>
          <p:nvPr userDrawn="1"/>
        </p:nvSpPr>
        <p:spPr>
          <a:xfrm>
            <a:off x="0" y="4401989"/>
            <a:ext cx="6977811" cy="982453"/>
          </a:xfrm>
          <a:custGeom>
            <a:avLst/>
            <a:gdLst/>
            <a:ahLst/>
            <a:cxnLst/>
            <a:rect l="l" t="t" r="r" b="b"/>
            <a:pathLst>
              <a:path w="9245600" h="1301750">
                <a:moveTo>
                  <a:pt x="8673461" y="0"/>
                </a:moveTo>
                <a:lnTo>
                  <a:pt x="8505236" y="0"/>
                </a:lnTo>
                <a:lnTo>
                  <a:pt x="8507088" y="52226"/>
                </a:lnTo>
                <a:lnTo>
                  <a:pt x="8512559" y="103477"/>
                </a:lnTo>
                <a:lnTo>
                  <a:pt x="8521524" y="153629"/>
                </a:lnTo>
                <a:lnTo>
                  <a:pt x="8533859" y="202558"/>
                </a:lnTo>
                <a:lnTo>
                  <a:pt x="8549439" y="250138"/>
                </a:lnTo>
                <a:lnTo>
                  <a:pt x="8568137" y="296245"/>
                </a:lnTo>
                <a:lnTo>
                  <a:pt x="8589830" y="340755"/>
                </a:lnTo>
                <a:lnTo>
                  <a:pt x="8614392" y="383542"/>
                </a:lnTo>
                <a:lnTo>
                  <a:pt x="8641698" y="424483"/>
                </a:lnTo>
                <a:lnTo>
                  <a:pt x="8671623" y="463451"/>
                </a:lnTo>
                <a:lnTo>
                  <a:pt x="8704041" y="500324"/>
                </a:lnTo>
                <a:lnTo>
                  <a:pt x="8738829" y="534976"/>
                </a:lnTo>
                <a:lnTo>
                  <a:pt x="8775861" y="567283"/>
                </a:lnTo>
                <a:lnTo>
                  <a:pt x="0" y="567283"/>
                </a:lnTo>
                <a:lnTo>
                  <a:pt x="0" y="734250"/>
                </a:lnTo>
                <a:lnTo>
                  <a:pt x="8775797" y="734250"/>
                </a:lnTo>
                <a:lnTo>
                  <a:pt x="8738779" y="766556"/>
                </a:lnTo>
                <a:lnTo>
                  <a:pt x="8704003" y="801206"/>
                </a:lnTo>
                <a:lnTo>
                  <a:pt x="8671594" y="838075"/>
                </a:lnTo>
                <a:lnTo>
                  <a:pt x="8641677" y="877039"/>
                </a:lnTo>
                <a:lnTo>
                  <a:pt x="8614377" y="917973"/>
                </a:lnTo>
                <a:lnTo>
                  <a:pt x="8589820" y="960755"/>
                </a:lnTo>
                <a:lnTo>
                  <a:pt x="8568131" y="1005257"/>
                </a:lnTo>
                <a:lnTo>
                  <a:pt x="8549435" y="1051358"/>
                </a:lnTo>
                <a:lnTo>
                  <a:pt x="8533857" y="1098932"/>
                </a:lnTo>
                <a:lnTo>
                  <a:pt x="8521524" y="1147854"/>
                </a:lnTo>
                <a:lnTo>
                  <a:pt x="8512559" y="1198001"/>
                </a:lnTo>
                <a:lnTo>
                  <a:pt x="8507088" y="1249248"/>
                </a:lnTo>
                <a:lnTo>
                  <a:pt x="8505236" y="1301470"/>
                </a:lnTo>
                <a:lnTo>
                  <a:pt x="8673461" y="1301470"/>
                </a:lnTo>
                <a:lnTo>
                  <a:pt x="8675562" y="1252598"/>
                </a:lnTo>
                <a:lnTo>
                  <a:pt x="8681752" y="1204867"/>
                </a:lnTo>
                <a:lnTo>
                  <a:pt x="8691858" y="1158448"/>
                </a:lnTo>
                <a:lnTo>
                  <a:pt x="8705706" y="1113513"/>
                </a:lnTo>
                <a:lnTo>
                  <a:pt x="8723124" y="1070235"/>
                </a:lnTo>
                <a:lnTo>
                  <a:pt x="8743939" y="1028783"/>
                </a:lnTo>
                <a:lnTo>
                  <a:pt x="8767978" y="989330"/>
                </a:lnTo>
                <a:lnTo>
                  <a:pt x="8795069" y="952048"/>
                </a:lnTo>
                <a:lnTo>
                  <a:pt x="8825038" y="917108"/>
                </a:lnTo>
                <a:lnTo>
                  <a:pt x="8857713" y="884681"/>
                </a:lnTo>
                <a:lnTo>
                  <a:pt x="8892921" y="854939"/>
                </a:lnTo>
                <a:lnTo>
                  <a:pt x="8930489" y="828053"/>
                </a:lnTo>
                <a:lnTo>
                  <a:pt x="8970245" y="804196"/>
                </a:lnTo>
                <a:lnTo>
                  <a:pt x="9012015" y="783538"/>
                </a:lnTo>
                <a:lnTo>
                  <a:pt x="9055627" y="766252"/>
                </a:lnTo>
                <a:lnTo>
                  <a:pt x="9100908" y="752508"/>
                </a:lnTo>
                <a:lnTo>
                  <a:pt x="9147685" y="742479"/>
                </a:lnTo>
                <a:lnTo>
                  <a:pt x="9195786" y="736336"/>
                </a:lnTo>
                <a:lnTo>
                  <a:pt x="9245037" y="734250"/>
                </a:lnTo>
                <a:lnTo>
                  <a:pt x="9245037" y="567283"/>
                </a:lnTo>
                <a:lnTo>
                  <a:pt x="9195786" y="565197"/>
                </a:lnTo>
                <a:lnTo>
                  <a:pt x="9147685" y="559052"/>
                </a:lnTo>
                <a:lnTo>
                  <a:pt x="9100908" y="549020"/>
                </a:lnTo>
                <a:lnTo>
                  <a:pt x="9055627" y="535274"/>
                </a:lnTo>
                <a:lnTo>
                  <a:pt x="9012015" y="517984"/>
                </a:lnTo>
                <a:lnTo>
                  <a:pt x="8970245" y="497322"/>
                </a:lnTo>
                <a:lnTo>
                  <a:pt x="8930489" y="473460"/>
                </a:lnTo>
                <a:lnTo>
                  <a:pt x="8892921" y="446570"/>
                </a:lnTo>
                <a:lnTo>
                  <a:pt x="8857713" y="416823"/>
                </a:lnTo>
                <a:lnTo>
                  <a:pt x="8825038" y="384391"/>
                </a:lnTo>
                <a:lnTo>
                  <a:pt x="8795069" y="349446"/>
                </a:lnTo>
                <a:lnTo>
                  <a:pt x="8767978" y="312159"/>
                </a:lnTo>
                <a:lnTo>
                  <a:pt x="8743939" y="272701"/>
                </a:lnTo>
                <a:lnTo>
                  <a:pt x="8723124" y="231246"/>
                </a:lnTo>
                <a:lnTo>
                  <a:pt x="8705706" y="187963"/>
                </a:lnTo>
                <a:lnTo>
                  <a:pt x="8691858" y="143026"/>
                </a:lnTo>
                <a:lnTo>
                  <a:pt x="8681752" y="96605"/>
                </a:lnTo>
                <a:lnTo>
                  <a:pt x="8675562" y="48872"/>
                </a:lnTo>
                <a:lnTo>
                  <a:pt x="8673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29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Content Placeholder 3"/>
          <p:cNvSpPr>
            <a:spLocks noGrp="1"/>
          </p:cNvSpPr>
          <p:nvPr>
            <p:ph sz="quarter" idx="10"/>
          </p:nvPr>
        </p:nvSpPr>
        <p:spPr>
          <a:xfrm>
            <a:off x="385299" y="5768975"/>
            <a:ext cx="5627171" cy="70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99025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Background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622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00" y="231197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28E4C95E-5280-3241-AF7F-04C2329AE56E}"/>
              </a:ext>
            </a:extLst>
          </p:cNvPr>
          <p:cNvSpPr/>
          <p:nvPr userDrawn="1"/>
        </p:nvSpPr>
        <p:spPr>
          <a:xfrm>
            <a:off x="0" y="4401989"/>
            <a:ext cx="6977811" cy="982453"/>
          </a:xfrm>
          <a:custGeom>
            <a:avLst/>
            <a:gdLst/>
            <a:ahLst/>
            <a:cxnLst/>
            <a:rect l="l" t="t" r="r" b="b"/>
            <a:pathLst>
              <a:path w="9245600" h="1301750">
                <a:moveTo>
                  <a:pt x="8673461" y="0"/>
                </a:moveTo>
                <a:lnTo>
                  <a:pt x="8505236" y="0"/>
                </a:lnTo>
                <a:lnTo>
                  <a:pt x="8507088" y="52226"/>
                </a:lnTo>
                <a:lnTo>
                  <a:pt x="8512559" y="103477"/>
                </a:lnTo>
                <a:lnTo>
                  <a:pt x="8521524" y="153629"/>
                </a:lnTo>
                <a:lnTo>
                  <a:pt x="8533859" y="202558"/>
                </a:lnTo>
                <a:lnTo>
                  <a:pt x="8549439" y="250138"/>
                </a:lnTo>
                <a:lnTo>
                  <a:pt x="8568137" y="296245"/>
                </a:lnTo>
                <a:lnTo>
                  <a:pt x="8589830" y="340755"/>
                </a:lnTo>
                <a:lnTo>
                  <a:pt x="8614392" y="383542"/>
                </a:lnTo>
                <a:lnTo>
                  <a:pt x="8641698" y="424483"/>
                </a:lnTo>
                <a:lnTo>
                  <a:pt x="8671623" y="463451"/>
                </a:lnTo>
                <a:lnTo>
                  <a:pt x="8704041" y="500324"/>
                </a:lnTo>
                <a:lnTo>
                  <a:pt x="8738829" y="534976"/>
                </a:lnTo>
                <a:lnTo>
                  <a:pt x="8775861" y="567283"/>
                </a:lnTo>
                <a:lnTo>
                  <a:pt x="0" y="567283"/>
                </a:lnTo>
                <a:lnTo>
                  <a:pt x="0" y="734250"/>
                </a:lnTo>
                <a:lnTo>
                  <a:pt x="8775797" y="734250"/>
                </a:lnTo>
                <a:lnTo>
                  <a:pt x="8738779" y="766556"/>
                </a:lnTo>
                <a:lnTo>
                  <a:pt x="8704003" y="801206"/>
                </a:lnTo>
                <a:lnTo>
                  <a:pt x="8671594" y="838075"/>
                </a:lnTo>
                <a:lnTo>
                  <a:pt x="8641677" y="877039"/>
                </a:lnTo>
                <a:lnTo>
                  <a:pt x="8614377" y="917973"/>
                </a:lnTo>
                <a:lnTo>
                  <a:pt x="8589820" y="960755"/>
                </a:lnTo>
                <a:lnTo>
                  <a:pt x="8568131" y="1005257"/>
                </a:lnTo>
                <a:lnTo>
                  <a:pt x="8549435" y="1051358"/>
                </a:lnTo>
                <a:lnTo>
                  <a:pt x="8533857" y="1098932"/>
                </a:lnTo>
                <a:lnTo>
                  <a:pt x="8521524" y="1147854"/>
                </a:lnTo>
                <a:lnTo>
                  <a:pt x="8512559" y="1198001"/>
                </a:lnTo>
                <a:lnTo>
                  <a:pt x="8507088" y="1249248"/>
                </a:lnTo>
                <a:lnTo>
                  <a:pt x="8505236" y="1301470"/>
                </a:lnTo>
                <a:lnTo>
                  <a:pt x="8673461" y="1301470"/>
                </a:lnTo>
                <a:lnTo>
                  <a:pt x="8675562" y="1252598"/>
                </a:lnTo>
                <a:lnTo>
                  <a:pt x="8681752" y="1204867"/>
                </a:lnTo>
                <a:lnTo>
                  <a:pt x="8691858" y="1158448"/>
                </a:lnTo>
                <a:lnTo>
                  <a:pt x="8705706" y="1113513"/>
                </a:lnTo>
                <a:lnTo>
                  <a:pt x="8723124" y="1070235"/>
                </a:lnTo>
                <a:lnTo>
                  <a:pt x="8743939" y="1028783"/>
                </a:lnTo>
                <a:lnTo>
                  <a:pt x="8767978" y="989330"/>
                </a:lnTo>
                <a:lnTo>
                  <a:pt x="8795069" y="952048"/>
                </a:lnTo>
                <a:lnTo>
                  <a:pt x="8825038" y="917108"/>
                </a:lnTo>
                <a:lnTo>
                  <a:pt x="8857713" y="884681"/>
                </a:lnTo>
                <a:lnTo>
                  <a:pt x="8892921" y="854939"/>
                </a:lnTo>
                <a:lnTo>
                  <a:pt x="8930489" y="828053"/>
                </a:lnTo>
                <a:lnTo>
                  <a:pt x="8970245" y="804196"/>
                </a:lnTo>
                <a:lnTo>
                  <a:pt x="9012015" y="783538"/>
                </a:lnTo>
                <a:lnTo>
                  <a:pt x="9055627" y="766252"/>
                </a:lnTo>
                <a:lnTo>
                  <a:pt x="9100908" y="752508"/>
                </a:lnTo>
                <a:lnTo>
                  <a:pt x="9147685" y="742479"/>
                </a:lnTo>
                <a:lnTo>
                  <a:pt x="9195786" y="736336"/>
                </a:lnTo>
                <a:lnTo>
                  <a:pt x="9245037" y="734250"/>
                </a:lnTo>
                <a:lnTo>
                  <a:pt x="9245037" y="567283"/>
                </a:lnTo>
                <a:lnTo>
                  <a:pt x="9195786" y="565197"/>
                </a:lnTo>
                <a:lnTo>
                  <a:pt x="9147685" y="559052"/>
                </a:lnTo>
                <a:lnTo>
                  <a:pt x="9100908" y="549020"/>
                </a:lnTo>
                <a:lnTo>
                  <a:pt x="9055627" y="535274"/>
                </a:lnTo>
                <a:lnTo>
                  <a:pt x="9012015" y="517984"/>
                </a:lnTo>
                <a:lnTo>
                  <a:pt x="8970245" y="497322"/>
                </a:lnTo>
                <a:lnTo>
                  <a:pt x="8930489" y="473460"/>
                </a:lnTo>
                <a:lnTo>
                  <a:pt x="8892921" y="446570"/>
                </a:lnTo>
                <a:lnTo>
                  <a:pt x="8857713" y="416823"/>
                </a:lnTo>
                <a:lnTo>
                  <a:pt x="8825038" y="384391"/>
                </a:lnTo>
                <a:lnTo>
                  <a:pt x="8795069" y="349446"/>
                </a:lnTo>
                <a:lnTo>
                  <a:pt x="8767978" y="312159"/>
                </a:lnTo>
                <a:lnTo>
                  <a:pt x="8743939" y="272701"/>
                </a:lnTo>
                <a:lnTo>
                  <a:pt x="8723124" y="231246"/>
                </a:lnTo>
                <a:lnTo>
                  <a:pt x="8705706" y="187963"/>
                </a:lnTo>
                <a:lnTo>
                  <a:pt x="8691858" y="143026"/>
                </a:lnTo>
                <a:lnTo>
                  <a:pt x="8681752" y="96605"/>
                </a:lnTo>
                <a:lnTo>
                  <a:pt x="8675562" y="48872"/>
                </a:lnTo>
                <a:lnTo>
                  <a:pt x="8673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29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0"/>
          </p:nvPr>
        </p:nvSpPr>
        <p:spPr>
          <a:xfrm>
            <a:off x="385299" y="5768975"/>
            <a:ext cx="5627171" cy="70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9002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Background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879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00" y="231197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28E4C95E-5280-3241-AF7F-04C2329AE56E}"/>
              </a:ext>
            </a:extLst>
          </p:cNvPr>
          <p:cNvSpPr/>
          <p:nvPr userDrawn="1"/>
        </p:nvSpPr>
        <p:spPr>
          <a:xfrm>
            <a:off x="0" y="4401989"/>
            <a:ext cx="6977811" cy="982453"/>
          </a:xfrm>
          <a:custGeom>
            <a:avLst/>
            <a:gdLst/>
            <a:ahLst/>
            <a:cxnLst/>
            <a:rect l="l" t="t" r="r" b="b"/>
            <a:pathLst>
              <a:path w="9245600" h="1301750">
                <a:moveTo>
                  <a:pt x="8673461" y="0"/>
                </a:moveTo>
                <a:lnTo>
                  <a:pt x="8505236" y="0"/>
                </a:lnTo>
                <a:lnTo>
                  <a:pt x="8507088" y="52226"/>
                </a:lnTo>
                <a:lnTo>
                  <a:pt x="8512559" y="103477"/>
                </a:lnTo>
                <a:lnTo>
                  <a:pt x="8521524" y="153629"/>
                </a:lnTo>
                <a:lnTo>
                  <a:pt x="8533859" y="202558"/>
                </a:lnTo>
                <a:lnTo>
                  <a:pt x="8549439" y="250138"/>
                </a:lnTo>
                <a:lnTo>
                  <a:pt x="8568137" y="296245"/>
                </a:lnTo>
                <a:lnTo>
                  <a:pt x="8589830" y="340755"/>
                </a:lnTo>
                <a:lnTo>
                  <a:pt x="8614392" y="383542"/>
                </a:lnTo>
                <a:lnTo>
                  <a:pt x="8641698" y="424483"/>
                </a:lnTo>
                <a:lnTo>
                  <a:pt x="8671623" y="463451"/>
                </a:lnTo>
                <a:lnTo>
                  <a:pt x="8704041" y="500324"/>
                </a:lnTo>
                <a:lnTo>
                  <a:pt x="8738829" y="534976"/>
                </a:lnTo>
                <a:lnTo>
                  <a:pt x="8775861" y="567283"/>
                </a:lnTo>
                <a:lnTo>
                  <a:pt x="0" y="567283"/>
                </a:lnTo>
                <a:lnTo>
                  <a:pt x="0" y="734250"/>
                </a:lnTo>
                <a:lnTo>
                  <a:pt x="8775797" y="734250"/>
                </a:lnTo>
                <a:lnTo>
                  <a:pt x="8738779" y="766556"/>
                </a:lnTo>
                <a:lnTo>
                  <a:pt x="8704003" y="801206"/>
                </a:lnTo>
                <a:lnTo>
                  <a:pt x="8671594" y="838075"/>
                </a:lnTo>
                <a:lnTo>
                  <a:pt x="8641677" y="877039"/>
                </a:lnTo>
                <a:lnTo>
                  <a:pt x="8614377" y="917973"/>
                </a:lnTo>
                <a:lnTo>
                  <a:pt x="8589820" y="960755"/>
                </a:lnTo>
                <a:lnTo>
                  <a:pt x="8568131" y="1005257"/>
                </a:lnTo>
                <a:lnTo>
                  <a:pt x="8549435" y="1051358"/>
                </a:lnTo>
                <a:lnTo>
                  <a:pt x="8533857" y="1098932"/>
                </a:lnTo>
                <a:lnTo>
                  <a:pt x="8521524" y="1147854"/>
                </a:lnTo>
                <a:lnTo>
                  <a:pt x="8512559" y="1198001"/>
                </a:lnTo>
                <a:lnTo>
                  <a:pt x="8507088" y="1249248"/>
                </a:lnTo>
                <a:lnTo>
                  <a:pt x="8505236" y="1301470"/>
                </a:lnTo>
                <a:lnTo>
                  <a:pt x="8673461" y="1301470"/>
                </a:lnTo>
                <a:lnTo>
                  <a:pt x="8675562" y="1252598"/>
                </a:lnTo>
                <a:lnTo>
                  <a:pt x="8681752" y="1204867"/>
                </a:lnTo>
                <a:lnTo>
                  <a:pt x="8691858" y="1158448"/>
                </a:lnTo>
                <a:lnTo>
                  <a:pt x="8705706" y="1113513"/>
                </a:lnTo>
                <a:lnTo>
                  <a:pt x="8723124" y="1070235"/>
                </a:lnTo>
                <a:lnTo>
                  <a:pt x="8743939" y="1028783"/>
                </a:lnTo>
                <a:lnTo>
                  <a:pt x="8767978" y="989330"/>
                </a:lnTo>
                <a:lnTo>
                  <a:pt x="8795069" y="952048"/>
                </a:lnTo>
                <a:lnTo>
                  <a:pt x="8825038" y="917108"/>
                </a:lnTo>
                <a:lnTo>
                  <a:pt x="8857713" y="884681"/>
                </a:lnTo>
                <a:lnTo>
                  <a:pt x="8892921" y="854939"/>
                </a:lnTo>
                <a:lnTo>
                  <a:pt x="8930489" y="828053"/>
                </a:lnTo>
                <a:lnTo>
                  <a:pt x="8970245" y="804196"/>
                </a:lnTo>
                <a:lnTo>
                  <a:pt x="9012015" y="783538"/>
                </a:lnTo>
                <a:lnTo>
                  <a:pt x="9055627" y="766252"/>
                </a:lnTo>
                <a:lnTo>
                  <a:pt x="9100908" y="752508"/>
                </a:lnTo>
                <a:lnTo>
                  <a:pt x="9147685" y="742479"/>
                </a:lnTo>
                <a:lnTo>
                  <a:pt x="9195786" y="736336"/>
                </a:lnTo>
                <a:lnTo>
                  <a:pt x="9245037" y="734250"/>
                </a:lnTo>
                <a:lnTo>
                  <a:pt x="9245037" y="567283"/>
                </a:lnTo>
                <a:lnTo>
                  <a:pt x="9195786" y="565197"/>
                </a:lnTo>
                <a:lnTo>
                  <a:pt x="9147685" y="559052"/>
                </a:lnTo>
                <a:lnTo>
                  <a:pt x="9100908" y="549020"/>
                </a:lnTo>
                <a:lnTo>
                  <a:pt x="9055627" y="535274"/>
                </a:lnTo>
                <a:lnTo>
                  <a:pt x="9012015" y="517984"/>
                </a:lnTo>
                <a:lnTo>
                  <a:pt x="8970245" y="497322"/>
                </a:lnTo>
                <a:lnTo>
                  <a:pt x="8930489" y="473460"/>
                </a:lnTo>
                <a:lnTo>
                  <a:pt x="8892921" y="446570"/>
                </a:lnTo>
                <a:lnTo>
                  <a:pt x="8857713" y="416823"/>
                </a:lnTo>
                <a:lnTo>
                  <a:pt x="8825038" y="384391"/>
                </a:lnTo>
                <a:lnTo>
                  <a:pt x="8795069" y="349446"/>
                </a:lnTo>
                <a:lnTo>
                  <a:pt x="8767978" y="312159"/>
                </a:lnTo>
                <a:lnTo>
                  <a:pt x="8743939" y="272701"/>
                </a:lnTo>
                <a:lnTo>
                  <a:pt x="8723124" y="231246"/>
                </a:lnTo>
                <a:lnTo>
                  <a:pt x="8705706" y="187963"/>
                </a:lnTo>
                <a:lnTo>
                  <a:pt x="8691858" y="143026"/>
                </a:lnTo>
                <a:lnTo>
                  <a:pt x="8681752" y="96605"/>
                </a:lnTo>
                <a:lnTo>
                  <a:pt x="8675562" y="48872"/>
                </a:lnTo>
                <a:lnTo>
                  <a:pt x="8673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29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Content Placeholder 3"/>
          <p:cNvSpPr>
            <a:spLocks noGrp="1"/>
          </p:cNvSpPr>
          <p:nvPr>
            <p:ph sz="quarter" idx="10"/>
          </p:nvPr>
        </p:nvSpPr>
        <p:spPr>
          <a:xfrm>
            <a:off x="385299" y="5768975"/>
            <a:ext cx="5627171" cy="7226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4511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Background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7081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00" y="231197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28E4C95E-5280-3241-AF7F-04C2329AE56E}"/>
              </a:ext>
            </a:extLst>
          </p:cNvPr>
          <p:cNvSpPr/>
          <p:nvPr userDrawn="1"/>
        </p:nvSpPr>
        <p:spPr>
          <a:xfrm>
            <a:off x="0" y="4401989"/>
            <a:ext cx="6977811" cy="982453"/>
          </a:xfrm>
          <a:custGeom>
            <a:avLst/>
            <a:gdLst/>
            <a:ahLst/>
            <a:cxnLst/>
            <a:rect l="l" t="t" r="r" b="b"/>
            <a:pathLst>
              <a:path w="9245600" h="1301750">
                <a:moveTo>
                  <a:pt x="8673461" y="0"/>
                </a:moveTo>
                <a:lnTo>
                  <a:pt x="8505236" y="0"/>
                </a:lnTo>
                <a:lnTo>
                  <a:pt x="8507088" y="52226"/>
                </a:lnTo>
                <a:lnTo>
                  <a:pt x="8512559" y="103477"/>
                </a:lnTo>
                <a:lnTo>
                  <a:pt x="8521524" y="153629"/>
                </a:lnTo>
                <a:lnTo>
                  <a:pt x="8533859" y="202558"/>
                </a:lnTo>
                <a:lnTo>
                  <a:pt x="8549439" y="250138"/>
                </a:lnTo>
                <a:lnTo>
                  <a:pt x="8568137" y="296245"/>
                </a:lnTo>
                <a:lnTo>
                  <a:pt x="8589830" y="340755"/>
                </a:lnTo>
                <a:lnTo>
                  <a:pt x="8614392" y="383542"/>
                </a:lnTo>
                <a:lnTo>
                  <a:pt x="8641698" y="424483"/>
                </a:lnTo>
                <a:lnTo>
                  <a:pt x="8671623" y="463451"/>
                </a:lnTo>
                <a:lnTo>
                  <a:pt x="8704041" y="500324"/>
                </a:lnTo>
                <a:lnTo>
                  <a:pt x="8738829" y="534976"/>
                </a:lnTo>
                <a:lnTo>
                  <a:pt x="8775861" y="567283"/>
                </a:lnTo>
                <a:lnTo>
                  <a:pt x="0" y="567283"/>
                </a:lnTo>
                <a:lnTo>
                  <a:pt x="0" y="734250"/>
                </a:lnTo>
                <a:lnTo>
                  <a:pt x="8775797" y="734250"/>
                </a:lnTo>
                <a:lnTo>
                  <a:pt x="8738779" y="766556"/>
                </a:lnTo>
                <a:lnTo>
                  <a:pt x="8704003" y="801206"/>
                </a:lnTo>
                <a:lnTo>
                  <a:pt x="8671594" y="838075"/>
                </a:lnTo>
                <a:lnTo>
                  <a:pt x="8641677" y="877039"/>
                </a:lnTo>
                <a:lnTo>
                  <a:pt x="8614377" y="917973"/>
                </a:lnTo>
                <a:lnTo>
                  <a:pt x="8589820" y="960755"/>
                </a:lnTo>
                <a:lnTo>
                  <a:pt x="8568131" y="1005257"/>
                </a:lnTo>
                <a:lnTo>
                  <a:pt x="8549435" y="1051358"/>
                </a:lnTo>
                <a:lnTo>
                  <a:pt x="8533857" y="1098932"/>
                </a:lnTo>
                <a:lnTo>
                  <a:pt x="8521524" y="1147854"/>
                </a:lnTo>
                <a:lnTo>
                  <a:pt x="8512559" y="1198001"/>
                </a:lnTo>
                <a:lnTo>
                  <a:pt x="8507088" y="1249248"/>
                </a:lnTo>
                <a:lnTo>
                  <a:pt x="8505236" y="1301470"/>
                </a:lnTo>
                <a:lnTo>
                  <a:pt x="8673461" y="1301470"/>
                </a:lnTo>
                <a:lnTo>
                  <a:pt x="8675562" y="1252598"/>
                </a:lnTo>
                <a:lnTo>
                  <a:pt x="8681752" y="1204867"/>
                </a:lnTo>
                <a:lnTo>
                  <a:pt x="8691858" y="1158448"/>
                </a:lnTo>
                <a:lnTo>
                  <a:pt x="8705706" y="1113513"/>
                </a:lnTo>
                <a:lnTo>
                  <a:pt x="8723124" y="1070235"/>
                </a:lnTo>
                <a:lnTo>
                  <a:pt x="8743939" y="1028783"/>
                </a:lnTo>
                <a:lnTo>
                  <a:pt x="8767978" y="989330"/>
                </a:lnTo>
                <a:lnTo>
                  <a:pt x="8795069" y="952048"/>
                </a:lnTo>
                <a:lnTo>
                  <a:pt x="8825038" y="917108"/>
                </a:lnTo>
                <a:lnTo>
                  <a:pt x="8857713" y="884681"/>
                </a:lnTo>
                <a:lnTo>
                  <a:pt x="8892921" y="854939"/>
                </a:lnTo>
                <a:lnTo>
                  <a:pt x="8930489" y="828053"/>
                </a:lnTo>
                <a:lnTo>
                  <a:pt x="8970245" y="804196"/>
                </a:lnTo>
                <a:lnTo>
                  <a:pt x="9012015" y="783538"/>
                </a:lnTo>
                <a:lnTo>
                  <a:pt x="9055627" y="766252"/>
                </a:lnTo>
                <a:lnTo>
                  <a:pt x="9100908" y="752508"/>
                </a:lnTo>
                <a:lnTo>
                  <a:pt x="9147685" y="742479"/>
                </a:lnTo>
                <a:lnTo>
                  <a:pt x="9195786" y="736336"/>
                </a:lnTo>
                <a:lnTo>
                  <a:pt x="9245037" y="734250"/>
                </a:lnTo>
                <a:lnTo>
                  <a:pt x="9245037" y="567283"/>
                </a:lnTo>
                <a:lnTo>
                  <a:pt x="9195786" y="565197"/>
                </a:lnTo>
                <a:lnTo>
                  <a:pt x="9147685" y="559052"/>
                </a:lnTo>
                <a:lnTo>
                  <a:pt x="9100908" y="549020"/>
                </a:lnTo>
                <a:lnTo>
                  <a:pt x="9055627" y="535274"/>
                </a:lnTo>
                <a:lnTo>
                  <a:pt x="9012015" y="517984"/>
                </a:lnTo>
                <a:lnTo>
                  <a:pt x="8970245" y="497322"/>
                </a:lnTo>
                <a:lnTo>
                  <a:pt x="8930489" y="473460"/>
                </a:lnTo>
                <a:lnTo>
                  <a:pt x="8892921" y="446570"/>
                </a:lnTo>
                <a:lnTo>
                  <a:pt x="8857713" y="416823"/>
                </a:lnTo>
                <a:lnTo>
                  <a:pt x="8825038" y="384391"/>
                </a:lnTo>
                <a:lnTo>
                  <a:pt x="8795069" y="349446"/>
                </a:lnTo>
                <a:lnTo>
                  <a:pt x="8767978" y="312159"/>
                </a:lnTo>
                <a:lnTo>
                  <a:pt x="8743939" y="272701"/>
                </a:lnTo>
                <a:lnTo>
                  <a:pt x="8723124" y="231246"/>
                </a:lnTo>
                <a:lnTo>
                  <a:pt x="8705706" y="187963"/>
                </a:lnTo>
                <a:lnTo>
                  <a:pt x="8691858" y="143026"/>
                </a:lnTo>
                <a:lnTo>
                  <a:pt x="8681752" y="96605"/>
                </a:lnTo>
                <a:lnTo>
                  <a:pt x="8675562" y="48872"/>
                </a:lnTo>
                <a:lnTo>
                  <a:pt x="8673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29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0"/>
          </p:nvPr>
        </p:nvSpPr>
        <p:spPr>
          <a:xfrm>
            <a:off x="385299" y="5768975"/>
            <a:ext cx="5627171" cy="70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2370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Orange Background C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00" y="231197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28E4C95E-5280-3241-AF7F-04C2329AE56E}"/>
              </a:ext>
            </a:extLst>
          </p:cNvPr>
          <p:cNvSpPr/>
          <p:nvPr userDrawn="1"/>
        </p:nvSpPr>
        <p:spPr>
          <a:xfrm>
            <a:off x="0" y="4401989"/>
            <a:ext cx="6977811" cy="982453"/>
          </a:xfrm>
          <a:custGeom>
            <a:avLst/>
            <a:gdLst/>
            <a:ahLst/>
            <a:cxnLst/>
            <a:rect l="l" t="t" r="r" b="b"/>
            <a:pathLst>
              <a:path w="9245600" h="1301750">
                <a:moveTo>
                  <a:pt x="8673461" y="0"/>
                </a:moveTo>
                <a:lnTo>
                  <a:pt x="8505236" y="0"/>
                </a:lnTo>
                <a:lnTo>
                  <a:pt x="8507088" y="52226"/>
                </a:lnTo>
                <a:lnTo>
                  <a:pt x="8512559" y="103477"/>
                </a:lnTo>
                <a:lnTo>
                  <a:pt x="8521524" y="153629"/>
                </a:lnTo>
                <a:lnTo>
                  <a:pt x="8533859" y="202558"/>
                </a:lnTo>
                <a:lnTo>
                  <a:pt x="8549439" y="250138"/>
                </a:lnTo>
                <a:lnTo>
                  <a:pt x="8568137" y="296245"/>
                </a:lnTo>
                <a:lnTo>
                  <a:pt x="8589830" y="340755"/>
                </a:lnTo>
                <a:lnTo>
                  <a:pt x="8614392" y="383542"/>
                </a:lnTo>
                <a:lnTo>
                  <a:pt x="8641698" y="424483"/>
                </a:lnTo>
                <a:lnTo>
                  <a:pt x="8671623" y="463451"/>
                </a:lnTo>
                <a:lnTo>
                  <a:pt x="8704041" y="500324"/>
                </a:lnTo>
                <a:lnTo>
                  <a:pt x="8738829" y="534976"/>
                </a:lnTo>
                <a:lnTo>
                  <a:pt x="8775861" y="567283"/>
                </a:lnTo>
                <a:lnTo>
                  <a:pt x="0" y="567283"/>
                </a:lnTo>
                <a:lnTo>
                  <a:pt x="0" y="734250"/>
                </a:lnTo>
                <a:lnTo>
                  <a:pt x="8775797" y="734250"/>
                </a:lnTo>
                <a:lnTo>
                  <a:pt x="8738779" y="766556"/>
                </a:lnTo>
                <a:lnTo>
                  <a:pt x="8704003" y="801206"/>
                </a:lnTo>
                <a:lnTo>
                  <a:pt x="8671594" y="838075"/>
                </a:lnTo>
                <a:lnTo>
                  <a:pt x="8641677" y="877039"/>
                </a:lnTo>
                <a:lnTo>
                  <a:pt x="8614377" y="917973"/>
                </a:lnTo>
                <a:lnTo>
                  <a:pt x="8589820" y="960755"/>
                </a:lnTo>
                <a:lnTo>
                  <a:pt x="8568131" y="1005257"/>
                </a:lnTo>
                <a:lnTo>
                  <a:pt x="8549435" y="1051358"/>
                </a:lnTo>
                <a:lnTo>
                  <a:pt x="8533857" y="1098932"/>
                </a:lnTo>
                <a:lnTo>
                  <a:pt x="8521524" y="1147854"/>
                </a:lnTo>
                <a:lnTo>
                  <a:pt x="8512559" y="1198001"/>
                </a:lnTo>
                <a:lnTo>
                  <a:pt x="8507088" y="1249248"/>
                </a:lnTo>
                <a:lnTo>
                  <a:pt x="8505236" y="1301470"/>
                </a:lnTo>
                <a:lnTo>
                  <a:pt x="8673461" y="1301470"/>
                </a:lnTo>
                <a:lnTo>
                  <a:pt x="8675562" y="1252598"/>
                </a:lnTo>
                <a:lnTo>
                  <a:pt x="8681752" y="1204867"/>
                </a:lnTo>
                <a:lnTo>
                  <a:pt x="8691858" y="1158448"/>
                </a:lnTo>
                <a:lnTo>
                  <a:pt x="8705706" y="1113513"/>
                </a:lnTo>
                <a:lnTo>
                  <a:pt x="8723124" y="1070235"/>
                </a:lnTo>
                <a:lnTo>
                  <a:pt x="8743939" y="1028783"/>
                </a:lnTo>
                <a:lnTo>
                  <a:pt x="8767978" y="989330"/>
                </a:lnTo>
                <a:lnTo>
                  <a:pt x="8795069" y="952048"/>
                </a:lnTo>
                <a:lnTo>
                  <a:pt x="8825038" y="917108"/>
                </a:lnTo>
                <a:lnTo>
                  <a:pt x="8857713" y="884681"/>
                </a:lnTo>
                <a:lnTo>
                  <a:pt x="8892921" y="854939"/>
                </a:lnTo>
                <a:lnTo>
                  <a:pt x="8930489" y="828053"/>
                </a:lnTo>
                <a:lnTo>
                  <a:pt x="8970245" y="804196"/>
                </a:lnTo>
                <a:lnTo>
                  <a:pt x="9012015" y="783538"/>
                </a:lnTo>
                <a:lnTo>
                  <a:pt x="9055627" y="766252"/>
                </a:lnTo>
                <a:lnTo>
                  <a:pt x="9100908" y="752508"/>
                </a:lnTo>
                <a:lnTo>
                  <a:pt x="9147685" y="742479"/>
                </a:lnTo>
                <a:lnTo>
                  <a:pt x="9195786" y="736336"/>
                </a:lnTo>
                <a:lnTo>
                  <a:pt x="9245037" y="734250"/>
                </a:lnTo>
                <a:lnTo>
                  <a:pt x="9245037" y="567283"/>
                </a:lnTo>
                <a:lnTo>
                  <a:pt x="9195786" y="565197"/>
                </a:lnTo>
                <a:lnTo>
                  <a:pt x="9147685" y="559052"/>
                </a:lnTo>
                <a:lnTo>
                  <a:pt x="9100908" y="549020"/>
                </a:lnTo>
                <a:lnTo>
                  <a:pt x="9055627" y="535274"/>
                </a:lnTo>
                <a:lnTo>
                  <a:pt x="9012015" y="517984"/>
                </a:lnTo>
                <a:lnTo>
                  <a:pt x="8970245" y="497322"/>
                </a:lnTo>
                <a:lnTo>
                  <a:pt x="8930489" y="473460"/>
                </a:lnTo>
                <a:lnTo>
                  <a:pt x="8892921" y="446570"/>
                </a:lnTo>
                <a:lnTo>
                  <a:pt x="8857713" y="416823"/>
                </a:lnTo>
                <a:lnTo>
                  <a:pt x="8825038" y="384391"/>
                </a:lnTo>
                <a:lnTo>
                  <a:pt x="8795069" y="349446"/>
                </a:lnTo>
                <a:lnTo>
                  <a:pt x="8767978" y="312159"/>
                </a:lnTo>
                <a:lnTo>
                  <a:pt x="8743939" y="272701"/>
                </a:lnTo>
                <a:lnTo>
                  <a:pt x="8723124" y="231246"/>
                </a:lnTo>
                <a:lnTo>
                  <a:pt x="8705706" y="187963"/>
                </a:lnTo>
                <a:lnTo>
                  <a:pt x="8691858" y="143026"/>
                </a:lnTo>
                <a:lnTo>
                  <a:pt x="8681752" y="96605"/>
                </a:lnTo>
                <a:lnTo>
                  <a:pt x="8675562" y="48872"/>
                </a:lnTo>
                <a:lnTo>
                  <a:pt x="8673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29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0"/>
          </p:nvPr>
        </p:nvSpPr>
        <p:spPr>
          <a:xfrm>
            <a:off x="385299" y="5768975"/>
            <a:ext cx="5627171" cy="7058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9982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Orange Background C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00" y="231197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28E4C95E-5280-3241-AF7F-04C2329AE56E}"/>
              </a:ext>
            </a:extLst>
          </p:cNvPr>
          <p:cNvSpPr/>
          <p:nvPr userDrawn="1"/>
        </p:nvSpPr>
        <p:spPr>
          <a:xfrm>
            <a:off x="0" y="4401989"/>
            <a:ext cx="6977811" cy="982453"/>
          </a:xfrm>
          <a:custGeom>
            <a:avLst/>
            <a:gdLst/>
            <a:ahLst/>
            <a:cxnLst/>
            <a:rect l="l" t="t" r="r" b="b"/>
            <a:pathLst>
              <a:path w="9245600" h="1301750">
                <a:moveTo>
                  <a:pt x="8673461" y="0"/>
                </a:moveTo>
                <a:lnTo>
                  <a:pt x="8505236" y="0"/>
                </a:lnTo>
                <a:lnTo>
                  <a:pt x="8507088" y="52226"/>
                </a:lnTo>
                <a:lnTo>
                  <a:pt x="8512559" y="103477"/>
                </a:lnTo>
                <a:lnTo>
                  <a:pt x="8521524" y="153629"/>
                </a:lnTo>
                <a:lnTo>
                  <a:pt x="8533859" y="202558"/>
                </a:lnTo>
                <a:lnTo>
                  <a:pt x="8549439" y="250138"/>
                </a:lnTo>
                <a:lnTo>
                  <a:pt x="8568137" y="296245"/>
                </a:lnTo>
                <a:lnTo>
                  <a:pt x="8589830" y="340755"/>
                </a:lnTo>
                <a:lnTo>
                  <a:pt x="8614392" y="383542"/>
                </a:lnTo>
                <a:lnTo>
                  <a:pt x="8641698" y="424483"/>
                </a:lnTo>
                <a:lnTo>
                  <a:pt x="8671623" y="463451"/>
                </a:lnTo>
                <a:lnTo>
                  <a:pt x="8704041" y="500324"/>
                </a:lnTo>
                <a:lnTo>
                  <a:pt x="8738829" y="534976"/>
                </a:lnTo>
                <a:lnTo>
                  <a:pt x="8775861" y="567283"/>
                </a:lnTo>
                <a:lnTo>
                  <a:pt x="0" y="567283"/>
                </a:lnTo>
                <a:lnTo>
                  <a:pt x="0" y="734250"/>
                </a:lnTo>
                <a:lnTo>
                  <a:pt x="8775797" y="734250"/>
                </a:lnTo>
                <a:lnTo>
                  <a:pt x="8738779" y="766556"/>
                </a:lnTo>
                <a:lnTo>
                  <a:pt x="8704003" y="801206"/>
                </a:lnTo>
                <a:lnTo>
                  <a:pt x="8671594" y="838075"/>
                </a:lnTo>
                <a:lnTo>
                  <a:pt x="8641677" y="877039"/>
                </a:lnTo>
                <a:lnTo>
                  <a:pt x="8614377" y="917973"/>
                </a:lnTo>
                <a:lnTo>
                  <a:pt x="8589820" y="960755"/>
                </a:lnTo>
                <a:lnTo>
                  <a:pt x="8568131" y="1005257"/>
                </a:lnTo>
                <a:lnTo>
                  <a:pt x="8549435" y="1051358"/>
                </a:lnTo>
                <a:lnTo>
                  <a:pt x="8533857" y="1098932"/>
                </a:lnTo>
                <a:lnTo>
                  <a:pt x="8521524" y="1147854"/>
                </a:lnTo>
                <a:lnTo>
                  <a:pt x="8512559" y="1198001"/>
                </a:lnTo>
                <a:lnTo>
                  <a:pt x="8507088" y="1249248"/>
                </a:lnTo>
                <a:lnTo>
                  <a:pt x="8505236" y="1301470"/>
                </a:lnTo>
                <a:lnTo>
                  <a:pt x="8673461" y="1301470"/>
                </a:lnTo>
                <a:lnTo>
                  <a:pt x="8675562" y="1252598"/>
                </a:lnTo>
                <a:lnTo>
                  <a:pt x="8681752" y="1204867"/>
                </a:lnTo>
                <a:lnTo>
                  <a:pt x="8691858" y="1158448"/>
                </a:lnTo>
                <a:lnTo>
                  <a:pt x="8705706" y="1113513"/>
                </a:lnTo>
                <a:lnTo>
                  <a:pt x="8723124" y="1070235"/>
                </a:lnTo>
                <a:lnTo>
                  <a:pt x="8743939" y="1028783"/>
                </a:lnTo>
                <a:lnTo>
                  <a:pt x="8767978" y="989330"/>
                </a:lnTo>
                <a:lnTo>
                  <a:pt x="8795069" y="952048"/>
                </a:lnTo>
                <a:lnTo>
                  <a:pt x="8825038" y="917108"/>
                </a:lnTo>
                <a:lnTo>
                  <a:pt x="8857713" y="884681"/>
                </a:lnTo>
                <a:lnTo>
                  <a:pt x="8892921" y="854939"/>
                </a:lnTo>
                <a:lnTo>
                  <a:pt x="8930489" y="828053"/>
                </a:lnTo>
                <a:lnTo>
                  <a:pt x="8970245" y="804196"/>
                </a:lnTo>
                <a:lnTo>
                  <a:pt x="9012015" y="783538"/>
                </a:lnTo>
                <a:lnTo>
                  <a:pt x="9055627" y="766252"/>
                </a:lnTo>
                <a:lnTo>
                  <a:pt x="9100908" y="752508"/>
                </a:lnTo>
                <a:lnTo>
                  <a:pt x="9147685" y="742479"/>
                </a:lnTo>
                <a:lnTo>
                  <a:pt x="9195786" y="736336"/>
                </a:lnTo>
                <a:lnTo>
                  <a:pt x="9245037" y="734250"/>
                </a:lnTo>
                <a:lnTo>
                  <a:pt x="9245037" y="567283"/>
                </a:lnTo>
                <a:lnTo>
                  <a:pt x="9195786" y="565197"/>
                </a:lnTo>
                <a:lnTo>
                  <a:pt x="9147685" y="559052"/>
                </a:lnTo>
                <a:lnTo>
                  <a:pt x="9100908" y="549020"/>
                </a:lnTo>
                <a:lnTo>
                  <a:pt x="9055627" y="535274"/>
                </a:lnTo>
                <a:lnTo>
                  <a:pt x="9012015" y="517984"/>
                </a:lnTo>
                <a:lnTo>
                  <a:pt x="8970245" y="497322"/>
                </a:lnTo>
                <a:lnTo>
                  <a:pt x="8930489" y="473460"/>
                </a:lnTo>
                <a:lnTo>
                  <a:pt x="8892921" y="446570"/>
                </a:lnTo>
                <a:lnTo>
                  <a:pt x="8857713" y="416823"/>
                </a:lnTo>
                <a:lnTo>
                  <a:pt x="8825038" y="384391"/>
                </a:lnTo>
                <a:lnTo>
                  <a:pt x="8795069" y="349446"/>
                </a:lnTo>
                <a:lnTo>
                  <a:pt x="8767978" y="312159"/>
                </a:lnTo>
                <a:lnTo>
                  <a:pt x="8743939" y="272701"/>
                </a:lnTo>
                <a:lnTo>
                  <a:pt x="8723124" y="231246"/>
                </a:lnTo>
                <a:lnTo>
                  <a:pt x="8705706" y="187963"/>
                </a:lnTo>
                <a:lnTo>
                  <a:pt x="8691858" y="143026"/>
                </a:lnTo>
                <a:lnTo>
                  <a:pt x="8681752" y="96605"/>
                </a:lnTo>
                <a:lnTo>
                  <a:pt x="8675562" y="48872"/>
                </a:lnTo>
                <a:lnTo>
                  <a:pt x="8673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29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0"/>
          </p:nvPr>
        </p:nvSpPr>
        <p:spPr>
          <a:xfrm>
            <a:off x="385299" y="5768975"/>
            <a:ext cx="5627171" cy="709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6165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Orange Background C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00" y="2311970"/>
            <a:ext cx="56271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rgbClr val="004050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20" name="object 5">
            <a:extLst>
              <a:ext uri="{FF2B5EF4-FFF2-40B4-BE49-F238E27FC236}">
                <a16:creationId xmlns:a16="http://schemas.microsoft.com/office/drawing/2014/main" id="{28E4C95E-5280-3241-AF7F-04C2329AE56E}"/>
              </a:ext>
            </a:extLst>
          </p:cNvPr>
          <p:cNvSpPr/>
          <p:nvPr userDrawn="1"/>
        </p:nvSpPr>
        <p:spPr>
          <a:xfrm>
            <a:off x="0" y="4401989"/>
            <a:ext cx="6977811" cy="982453"/>
          </a:xfrm>
          <a:custGeom>
            <a:avLst/>
            <a:gdLst/>
            <a:ahLst/>
            <a:cxnLst/>
            <a:rect l="l" t="t" r="r" b="b"/>
            <a:pathLst>
              <a:path w="9245600" h="1301750">
                <a:moveTo>
                  <a:pt x="8673461" y="0"/>
                </a:moveTo>
                <a:lnTo>
                  <a:pt x="8505236" y="0"/>
                </a:lnTo>
                <a:lnTo>
                  <a:pt x="8507088" y="52226"/>
                </a:lnTo>
                <a:lnTo>
                  <a:pt x="8512559" y="103477"/>
                </a:lnTo>
                <a:lnTo>
                  <a:pt x="8521524" y="153629"/>
                </a:lnTo>
                <a:lnTo>
                  <a:pt x="8533859" y="202558"/>
                </a:lnTo>
                <a:lnTo>
                  <a:pt x="8549439" y="250138"/>
                </a:lnTo>
                <a:lnTo>
                  <a:pt x="8568137" y="296245"/>
                </a:lnTo>
                <a:lnTo>
                  <a:pt x="8589830" y="340755"/>
                </a:lnTo>
                <a:lnTo>
                  <a:pt x="8614392" y="383542"/>
                </a:lnTo>
                <a:lnTo>
                  <a:pt x="8641698" y="424483"/>
                </a:lnTo>
                <a:lnTo>
                  <a:pt x="8671623" y="463451"/>
                </a:lnTo>
                <a:lnTo>
                  <a:pt x="8704041" y="500324"/>
                </a:lnTo>
                <a:lnTo>
                  <a:pt x="8738829" y="534976"/>
                </a:lnTo>
                <a:lnTo>
                  <a:pt x="8775861" y="567283"/>
                </a:lnTo>
                <a:lnTo>
                  <a:pt x="0" y="567283"/>
                </a:lnTo>
                <a:lnTo>
                  <a:pt x="0" y="734250"/>
                </a:lnTo>
                <a:lnTo>
                  <a:pt x="8775797" y="734250"/>
                </a:lnTo>
                <a:lnTo>
                  <a:pt x="8738779" y="766556"/>
                </a:lnTo>
                <a:lnTo>
                  <a:pt x="8704003" y="801206"/>
                </a:lnTo>
                <a:lnTo>
                  <a:pt x="8671594" y="838075"/>
                </a:lnTo>
                <a:lnTo>
                  <a:pt x="8641677" y="877039"/>
                </a:lnTo>
                <a:lnTo>
                  <a:pt x="8614377" y="917973"/>
                </a:lnTo>
                <a:lnTo>
                  <a:pt x="8589820" y="960755"/>
                </a:lnTo>
                <a:lnTo>
                  <a:pt x="8568131" y="1005257"/>
                </a:lnTo>
                <a:lnTo>
                  <a:pt x="8549435" y="1051358"/>
                </a:lnTo>
                <a:lnTo>
                  <a:pt x="8533857" y="1098932"/>
                </a:lnTo>
                <a:lnTo>
                  <a:pt x="8521524" y="1147854"/>
                </a:lnTo>
                <a:lnTo>
                  <a:pt x="8512559" y="1198001"/>
                </a:lnTo>
                <a:lnTo>
                  <a:pt x="8507088" y="1249248"/>
                </a:lnTo>
                <a:lnTo>
                  <a:pt x="8505236" y="1301470"/>
                </a:lnTo>
                <a:lnTo>
                  <a:pt x="8673461" y="1301470"/>
                </a:lnTo>
                <a:lnTo>
                  <a:pt x="8675562" y="1252598"/>
                </a:lnTo>
                <a:lnTo>
                  <a:pt x="8681752" y="1204867"/>
                </a:lnTo>
                <a:lnTo>
                  <a:pt x="8691858" y="1158448"/>
                </a:lnTo>
                <a:lnTo>
                  <a:pt x="8705706" y="1113513"/>
                </a:lnTo>
                <a:lnTo>
                  <a:pt x="8723124" y="1070235"/>
                </a:lnTo>
                <a:lnTo>
                  <a:pt x="8743939" y="1028783"/>
                </a:lnTo>
                <a:lnTo>
                  <a:pt x="8767978" y="989330"/>
                </a:lnTo>
                <a:lnTo>
                  <a:pt x="8795069" y="952048"/>
                </a:lnTo>
                <a:lnTo>
                  <a:pt x="8825038" y="917108"/>
                </a:lnTo>
                <a:lnTo>
                  <a:pt x="8857713" y="884681"/>
                </a:lnTo>
                <a:lnTo>
                  <a:pt x="8892921" y="854939"/>
                </a:lnTo>
                <a:lnTo>
                  <a:pt x="8930489" y="828053"/>
                </a:lnTo>
                <a:lnTo>
                  <a:pt x="8970245" y="804196"/>
                </a:lnTo>
                <a:lnTo>
                  <a:pt x="9012015" y="783538"/>
                </a:lnTo>
                <a:lnTo>
                  <a:pt x="9055627" y="766252"/>
                </a:lnTo>
                <a:lnTo>
                  <a:pt x="9100908" y="752508"/>
                </a:lnTo>
                <a:lnTo>
                  <a:pt x="9147685" y="742479"/>
                </a:lnTo>
                <a:lnTo>
                  <a:pt x="9195786" y="736336"/>
                </a:lnTo>
                <a:lnTo>
                  <a:pt x="9245037" y="734250"/>
                </a:lnTo>
                <a:lnTo>
                  <a:pt x="9245037" y="567283"/>
                </a:lnTo>
                <a:lnTo>
                  <a:pt x="9195786" y="565197"/>
                </a:lnTo>
                <a:lnTo>
                  <a:pt x="9147685" y="559052"/>
                </a:lnTo>
                <a:lnTo>
                  <a:pt x="9100908" y="549020"/>
                </a:lnTo>
                <a:lnTo>
                  <a:pt x="9055627" y="535274"/>
                </a:lnTo>
                <a:lnTo>
                  <a:pt x="9012015" y="517984"/>
                </a:lnTo>
                <a:lnTo>
                  <a:pt x="8970245" y="497322"/>
                </a:lnTo>
                <a:lnTo>
                  <a:pt x="8930489" y="473460"/>
                </a:lnTo>
                <a:lnTo>
                  <a:pt x="8892921" y="446570"/>
                </a:lnTo>
                <a:lnTo>
                  <a:pt x="8857713" y="416823"/>
                </a:lnTo>
                <a:lnTo>
                  <a:pt x="8825038" y="384391"/>
                </a:lnTo>
                <a:lnTo>
                  <a:pt x="8795069" y="349446"/>
                </a:lnTo>
                <a:lnTo>
                  <a:pt x="8767978" y="312159"/>
                </a:lnTo>
                <a:lnTo>
                  <a:pt x="8743939" y="272701"/>
                </a:lnTo>
                <a:lnTo>
                  <a:pt x="8723124" y="231246"/>
                </a:lnTo>
                <a:lnTo>
                  <a:pt x="8705706" y="187963"/>
                </a:lnTo>
                <a:lnTo>
                  <a:pt x="8691858" y="143026"/>
                </a:lnTo>
                <a:lnTo>
                  <a:pt x="8681752" y="96605"/>
                </a:lnTo>
                <a:lnTo>
                  <a:pt x="8675562" y="48872"/>
                </a:lnTo>
                <a:lnTo>
                  <a:pt x="867346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29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Content Placeholder 3"/>
          <p:cNvSpPr>
            <a:spLocks noGrp="1"/>
          </p:cNvSpPr>
          <p:nvPr>
            <p:ph sz="quarter" idx="10"/>
          </p:nvPr>
        </p:nvSpPr>
        <p:spPr>
          <a:xfrm>
            <a:off x="385300" y="5768975"/>
            <a:ext cx="3824288" cy="7143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83943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 dirty="0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732" t="-5743" r="-9847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784" y="3433680"/>
            <a:ext cx="707527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5193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2 Section Divi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732" t="-5743" r="-9847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238" y="1756434"/>
            <a:ext cx="7011390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09" y="1897166"/>
            <a:ext cx="11479292" cy="496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177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3 Section Divider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732" t="-5743" r="-9847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2138695"/>
            <a:ext cx="11137643" cy="497337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7" y="1169540"/>
            <a:ext cx="6783308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269145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4 Section Divi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732" t="-5743" r="-9847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037" y="1169540"/>
            <a:ext cx="7000591" cy="2277604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560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</a:lstStyle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94314"/>
            <a:ext cx="9545652" cy="4066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902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 or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/>
          <p:cNvCxnSpPr/>
          <p:nvPr userDrawn="1"/>
        </p:nvCxnSpPr>
        <p:spPr>
          <a:xfrm>
            <a:off x="3101975" y="1925767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 userDrawn="1"/>
        </p:nvCxnSpPr>
        <p:spPr>
          <a:xfrm>
            <a:off x="3101975" y="2587060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3101975" y="3248353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 userDrawn="1"/>
        </p:nvCxnSpPr>
        <p:spPr>
          <a:xfrm>
            <a:off x="3101975" y="3909646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 userDrawn="1"/>
        </p:nvCxnSpPr>
        <p:spPr>
          <a:xfrm>
            <a:off x="3101975" y="4570939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 userDrawn="1"/>
        </p:nvCxnSpPr>
        <p:spPr>
          <a:xfrm>
            <a:off x="3101975" y="5232231"/>
            <a:ext cx="8523287" cy="0"/>
          </a:xfrm>
          <a:prstGeom prst="line">
            <a:avLst/>
          </a:prstGeom>
          <a:ln w="19050">
            <a:solidFill>
              <a:srgbClr val="004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-25640" y="3666044"/>
            <a:ext cx="2923326" cy="2198740"/>
          </a:xfrm>
          <a:prstGeom prst="rect">
            <a:avLst/>
          </a:prstGeom>
        </p:spPr>
      </p:pic>
      <p:sp>
        <p:nvSpPr>
          <p:cNvPr id="3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925767"/>
            <a:ext cx="2521449" cy="196215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200" cap="all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299565" y="2060614"/>
            <a:ext cx="951760" cy="42673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dirty="0"/>
              <a:t>TEXT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5037138" y="2107781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3299565" y="2721905"/>
            <a:ext cx="951760" cy="42673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dirty="0"/>
              <a:t>TEXT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5037138" y="2769072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0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305695" y="3380601"/>
            <a:ext cx="951760" cy="42673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GB" dirty="0"/>
              <a:t>TEXT</a:t>
            </a:r>
          </a:p>
        </p:txBody>
      </p:sp>
      <p:sp>
        <p:nvSpPr>
          <p:cNvPr id="41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5043268" y="3427768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2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3305695" y="4035597"/>
            <a:ext cx="951760" cy="42673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TEXT</a:t>
            </a:r>
          </a:p>
        </p:txBody>
      </p:sp>
      <p:sp>
        <p:nvSpPr>
          <p:cNvPr id="43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5043268" y="4082764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4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3299564" y="4700588"/>
            <a:ext cx="951760" cy="42673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TEXT</a:t>
            </a:r>
          </a:p>
        </p:txBody>
      </p:sp>
      <p:sp>
        <p:nvSpPr>
          <p:cNvPr id="45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5037137" y="4747755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sp>
        <p:nvSpPr>
          <p:cNvPr id="46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3305695" y="5378225"/>
            <a:ext cx="951760" cy="42673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 sz="2800"/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TEXT</a:t>
            </a:r>
          </a:p>
        </p:txBody>
      </p:sp>
      <p:sp>
        <p:nvSpPr>
          <p:cNvPr id="47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043268" y="5425392"/>
            <a:ext cx="6588125" cy="376285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650"/>
              </a:spcAft>
              <a:buClrTx/>
              <a:buSzPct val="115000"/>
              <a:buFontTx/>
              <a:buNone/>
              <a:tabLst/>
              <a:defRPr/>
            </a:pP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Lorem ipsum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dolor</a:t>
            </a:r>
            <a:r>
              <a:rPr lang="en-GB" sz="1800" b="0" i="0" kern="1200" dirty="0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 sit </a:t>
            </a:r>
            <a:r>
              <a:rPr lang="en-GB" sz="1800" b="0" i="0" kern="1200" dirty="0" err="1">
                <a:solidFill>
                  <a:srgbClr val="004050"/>
                </a:solidFill>
                <a:latin typeface="Montserrat"/>
                <a:ea typeface="+mn-ea"/>
                <a:cs typeface="Montserrat"/>
              </a:rPr>
              <a:t>amet</a:t>
            </a:r>
            <a:endParaRPr lang="en-GB" sz="1800" dirty="0">
              <a:solidFill>
                <a:srgbClr val="004050"/>
              </a:solidFill>
            </a:endParaRPr>
          </a:p>
          <a:p>
            <a:pPr lvl="0"/>
            <a:endParaRPr lang="en-GB" dirty="0"/>
          </a:p>
        </p:txBody>
      </p:sp>
      <p:pic>
        <p:nvPicPr>
          <p:cNvPr id="23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038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432381"/>
            <a:ext cx="5788325" cy="258470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196215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Page title </a:t>
            </a:r>
            <a:br>
              <a:rPr lang="en-US" dirty="0"/>
            </a:br>
            <a:r>
              <a:rPr lang="en-US" dirty="0"/>
              <a:t>to sit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195034" y="3432175"/>
            <a:ext cx="5621337" cy="3046413"/>
          </a:xfrm>
        </p:spPr>
        <p:txBody>
          <a:bodyPr/>
          <a:lstStyle>
            <a:lvl1pPr marL="270000" indent="-270000">
              <a:buFont typeface="Arial" panose="020B0604020202020204" pitchFamily="34" charset="0"/>
              <a:buChar char="•"/>
              <a:defRPr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4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Text to sit here</a:t>
            </a:r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dirty="0"/>
              <a:t>Text to sit here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Text to sit here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Text to sit here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/>
            </a:pPr>
            <a:r>
              <a:rPr lang="en-GB" dirty="0"/>
              <a:t>Text to sit here</a:t>
            </a:r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dirty="0"/>
          </a:p>
          <a:p>
            <a:pPr lvl="1">
              <a:lnSpc>
                <a:spcPct val="10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0832" y="1242034"/>
            <a:ext cx="2721143" cy="196215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FF004C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Page title </a:t>
            </a:r>
            <a:br>
              <a:rPr lang="en-US" dirty="0"/>
            </a:br>
            <a:r>
              <a:rPr lang="en-US" dirty="0"/>
              <a:t>to sit </a:t>
            </a:r>
            <a:br>
              <a:rPr lang="en-US" dirty="0"/>
            </a:br>
            <a:r>
              <a:rPr lang="en-US" dirty="0"/>
              <a:t>here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293084" y="2366057"/>
            <a:ext cx="2719387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95034" y="2366057"/>
            <a:ext cx="2710841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9094769" y="2366057"/>
            <a:ext cx="2719387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3284538" y="1233488"/>
            <a:ext cx="785813" cy="7858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3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6186488" y="1226412"/>
            <a:ext cx="785813" cy="7858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4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9094769" y="1233488"/>
            <a:ext cx="785813" cy="7858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90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732" t="-5743" r="-9847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800" cap="all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435268"/>
            <a:ext cx="4722378" cy="162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859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- With side bar C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800" cap="all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290195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8517222" y="1349984"/>
            <a:ext cx="290195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238" y="4446884"/>
            <a:ext cx="4375225" cy="1964632"/>
          </a:xfrm>
          <a:prstGeom prst="rect">
            <a:avLst/>
          </a:prstGeom>
        </p:spPr>
      </p:pic>
      <p:pic>
        <p:nvPicPr>
          <p:cNvPr id="9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732" t="-5743" r="-9847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4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61FA821A-0A50-424D-A225-45CEE1614094}"/>
              </a:ext>
            </a:extLst>
          </p:cNvPr>
          <p:cNvSpPr/>
          <p:nvPr userDrawn="1"/>
        </p:nvSpPr>
        <p:spPr>
          <a:xfrm>
            <a:off x="417802" y="4499269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9761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758191" y="769620"/>
            <a:ext cx="379608" cy="110491"/>
          </a:xfrm>
          <a:prstGeom prst="rect">
            <a:avLst/>
          </a:prstGeom>
          <a:solidFill>
            <a:srgbClr val="09ED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/>
          </a:p>
        </p:txBody>
      </p:sp>
      <p:pic>
        <p:nvPicPr>
          <p:cNvPr id="14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5D4E77AD-4E3B-4C4C-B2E4-D1513A99EF68}"/>
              </a:ext>
            </a:extLst>
          </p:cNvPr>
          <p:cNvSpPr/>
          <p:nvPr userDrawn="1"/>
        </p:nvSpPr>
        <p:spPr>
          <a:xfrm>
            <a:off x="495142" y="4535883"/>
            <a:ext cx="3926984" cy="192644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31A1520-9762-9D4E-B7A4-3C5D71038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337B3A4-A397-5342-874C-2D7CDECCB652}"/>
              </a:ext>
            </a:extLst>
          </p:cNvPr>
          <p:cNvSpPr/>
          <p:nvPr userDrawn="1"/>
        </p:nvSpPr>
        <p:spPr>
          <a:xfrm>
            <a:off x="-1" y="5361887"/>
            <a:ext cx="738525" cy="29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666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6DE376F-0276-8A49-B76E-60C033C37B7D}"/>
              </a:ext>
            </a:extLst>
          </p:cNvPr>
          <p:cNvSpPr/>
          <p:nvPr userDrawn="1"/>
        </p:nvSpPr>
        <p:spPr>
          <a:xfrm>
            <a:off x="1083384" y="4112788"/>
            <a:ext cx="3265376" cy="371480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B790C94-38C6-124E-A068-B27EBBE704D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2CBA93B-AD8D-FC4A-90F2-CE0DB38011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6"/>
            <a:ext cx="6770687" cy="511234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GB"/>
              <a:t>Second level</a:t>
            </a:r>
          </a:p>
          <a:p>
            <a:pPr lvl="1"/>
            <a:r>
              <a:rPr lang="en-GB"/>
              <a:t>Third level</a:t>
            </a:r>
          </a:p>
          <a:p>
            <a:pPr lvl="1"/>
            <a:r>
              <a:rPr lang="en-GB"/>
              <a:t>Fourth level</a:t>
            </a:r>
          </a:p>
          <a:p>
            <a:pPr lvl="1"/>
            <a:r>
              <a:rPr lang="en-GB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D69E953-4DB2-B941-B4AE-DF2DF1970A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552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43413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BEEB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4704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  <p:pic>
        <p:nvPicPr>
          <p:cNvPr id="11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8612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251CB8-D58E-2E40-9211-8E4FCA38D5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E51E3436-B16C-5F48-AA8A-C3F6719B5E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048926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857B351-2725-8440-AA09-147EA78EACC8}"/>
              </a:ext>
            </a:extLst>
          </p:cNvPr>
          <p:cNvSpPr/>
          <p:nvPr userDrawn="1"/>
        </p:nvSpPr>
        <p:spPr>
          <a:xfrm>
            <a:off x="-84149" y="4328581"/>
            <a:ext cx="4637893" cy="1993841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223B611D-7B8F-B64E-B297-6F15D8AC0F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38D7BEBB-3A9D-CE4F-9ABE-4764209FC9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59F936A6-C45C-DE4D-B127-38C5B78DBD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8190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9A70FBC-EACC-CB4D-8FF2-D940F65545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3AD9FC4-14AA-FE45-A908-CEA608187AD1}"/>
              </a:ext>
            </a:extLst>
          </p:cNvPr>
          <p:cNvSpPr/>
          <p:nvPr userDrawn="1"/>
        </p:nvSpPr>
        <p:spPr>
          <a:xfrm>
            <a:off x="760702" y="4249625"/>
            <a:ext cx="4001620" cy="1963059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</p:spTree>
    <p:extLst>
      <p:ext uri="{BB962C8B-B14F-4D97-AF65-F5344CB8AC3E}">
        <p14:creationId xmlns:p14="http://schemas.microsoft.com/office/powerpoint/2010/main" val="35675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Title needs to be in sentence case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B8FDF2C7-07B4-C044-8A2A-5A95A38A7A75}"/>
              </a:ext>
            </a:extLst>
          </p:cNvPr>
          <p:cNvSpPr/>
          <p:nvPr userDrawn="1"/>
        </p:nvSpPr>
        <p:spPr>
          <a:xfrm>
            <a:off x="532679" y="4968240"/>
            <a:ext cx="5726719" cy="2131078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7B1AE-DDD5-344B-B1BD-90E64517C1BF}"/>
              </a:ext>
            </a:extLst>
          </p:cNvPr>
          <p:cNvSpPr/>
          <p:nvPr userDrawn="1"/>
        </p:nvSpPr>
        <p:spPr>
          <a:xfrm>
            <a:off x="0" y="5878576"/>
            <a:ext cx="738525" cy="3309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8CE8C71-4A26-D849-813C-580602CCB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4551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Title needs to be in sentence case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7F1DFDE-2237-1A41-BE09-8566981A4A31}"/>
              </a:ext>
            </a:extLst>
          </p:cNvPr>
          <p:cNvSpPr/>
          <p:nvPr userDrawn="1"/>
        </p:nvSpPr>
        <p:spPr>
          <a:xfrm>
            <a:off x="1236864" y="4142571"/>
            <a:ext cx="3512936" cy="39964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122CC552-B995-3D44-97DB-048FA9D739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4686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Title needs to be in sentence case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80F07E2-51B4-654E-A1CA-3B756AF75623}"/>
              </a:ext>
            </a:extLst>
          </p:cNvPr>
          <p:cNvSpPr/>
          <p:nvPr userDrawn="1"/>
        </p:nvSpPr>
        <p:spPr>
          <a:xfrm>
            <a:off x="269739" y="4431729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BEEB7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6C80C38-3722-474E-8B11-A2D0DDDA40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7489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Title needs to be in sentence case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FE35B4-921A-C145-8647-3DC89DF1E25E}"/>
              </a:ext>
            </a:extLst>
          </p:cNvPr>
          <p:cNvSpPr/>
          <p:nvPr userDrawn="1"/>
        </p:nvSpPr>
        <p:spPr>
          <a:xfrm>
            <a:off x="532679" y="4141127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F12CDA4-6DB7-9B47-B8BD-BC72661022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6628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754639" y="4113557"/>
            <a:ext cx="5797612" cy="2365031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pic>
        <p:nvPicPr>
          <p:cNvPr id="10" name="Graphic 31">
            <a:extLst>
              <a:ext uri="{FF2B5EF4-FFF2-40B4-BE49-F238E27FC236}">
                <a16:creationId xmlns:a16="http://schemas.microsoft.com/office/drawing/2014/main" id="{CCC3FDA3-772C-6242-A8B9-D7125563CE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43AE319F-CE2E-AE43-9BFF-5538F7EE6A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Title needs to be in sentence case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688DDD5-996C-5A49-B7AA-2FBE462265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44417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BA8E277A-0AB8-D043-A382-89558AF5F60C}"/>
              </a:ext>
            </a:extLst>
          </p:cNvPr>
          <p:cNvSpPr/>
          <p:nvPr userDrawn="1"/>
        </p:nvSpPr>
        <p:spPr>
          <a:xfrm>
            <a:off x="-533400" y="4101323"/>
            <a:ext cx="5300406" cy="2250265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pic>
        <p:nvPicPr>
          <p:cNvPr id="6" name="Graphic 31">
            <a:extLst>
              <a:ext uri="{FF2B5EF4-FFF2-40B4-BE49-F238E27FC236}">
                <a16:creationId xmlns:a16="http://schemas.microsoft.com/office/drawing/2014/main" id="{B81DD648-56F4-8F49-B545-16FAF9A8CC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169CF4-EE6F-3742-8831-F60CFBE6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261533"/>
            <a:ext cx="3895116" cy="2626384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Title needs to be in sentence case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7306422-B398-BC4C-8476-3EB6DBC166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73700" y="1261533"/>
            <a:ext cx="6342671" cy="5217055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8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 sz="18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2"/>
            <a:r>
              <a:rPr lang="en-GB"/>
              <a:t>Fourth level</a:t>
            </a:r>
          </a:p>
          <a:p>
            <a:pPr lvl="2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12540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C08678F-C010-7546-A7A1-17A1047794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244723F-EF77-3046-B511-E60DA7907AC2}"/>
              </a:ext>
            </a:extLst>
          </p:cNvPr>
          <p:cNvSpPr/>
          <p:nvPr userDrawn="1"/>
        </p:nvSpPr>
        <p:spPr>
          <a:xfrm>
            <a:off x="2422102" y="4970822"/>
            <a:ext cx="3546719" cy="1739900"/>
          </a:xfrm>
          <a:custGeom>
            <a:avLst/>
            <a:gdLst>
              <a:gd name="connsiteX0" fmla="*/ 653606 w 1009650"/>
              <a:gd name="connsiteY0" fmla="*/ 497819 h 495300"/>
              <a:gd name="connsiteX1" fmla="*/ 774636 w 1009650"/>
              <a:gd name="connsiteY1" fmla="*/ 290872 h 495300"/>
              <a:gd name="connsiteX2" fmla="*/ 768286 w 1009650"/>
              <a:gd name="connsiteY2" fmla="*/ 293984 h 495300"/>
              <a:gd name="connsiteX3" fmla="*/ 669354 w 1009650"/>
              <a:gd name="connsiteY3" fmla="*/ 321543 h 495300"/>
              <a:gd name="connsiteX4" fmla="*/ 435483 w 1009650"/>
              <a:gd name="connsiteY4" fmla="*/ 279950 h 495300"/>
              <a:gd name="connsiteX5" fmla="*/ 276289 w 1009650"/>
              <a:gd name="connsiteY5" fmla="*/ 231500 h 495300"/>
              <a:gd name="connsiteX6" fmla="*/ 48514 w 1009650"/>
              <a:gd name="connsiteY6" fmla="*/ 286935 h 495300"/>
              <a:gd name="connsiteX7" fmla="*/ 41529 w 1009650"/>
              <a:gd name="connsiteY7" fmla="*/ 291952 h 495300"/>
              <a:gd name="connsiteX8" fmla="*/ 0 w 1009650"/>
              <a:gd name="connsiteY8" fmla="*/ 227880 h 495300"/>
              <a:gd name="connsiteX9" fmla="*/ 39815 w 1009650"/>
              <a:gd name="connsiteY9" fmla="*/ 203369 h 495300"/>
              <a:gd name="connsiteX10" fmla="*/ 262065 w 1009650"/>
              <a:gd name="connsiteY10" fmla="*/ 152950 h 495300"/>
              <a:gd name="connsiteX11" fmla="*/ 401765 w 1009650"/>
              <a:gd name="connsiteY11" fmla="*/ 185843 h 495300"/>
              <a:gd name="connsiteX12" fmla="*/ 517525 w 1009650"/>
              <a:gd name="connsiteY12" fmla="*/ 230293 h 495300"/>
              <a:gd name="connsiteX13" fmla="*/ 691325 w 1009650"/>
              <a:gd name="connsiteY13" fmla="*/ 242676 h 495300"/>
              <a:gd name="connsiteX14" fmla="*/ 775335 w 1009650"/>
              <a:gd name="connsiteY14" fmla="*/ 213847 h 495300"/>
              <a:gd name="connsiteX15" fmla="*/ 778701 w 1009650"/>
              <a:gd name="connsiteY15" fmla="*/ 211434 h 495300"/>
              <a:gd name="connsiteX16" fmla="*/ 653859 w 1009650"/>
              <a:gd name="connsiteY16" fmla="*/ 1185 h 495300"/>
              <a:gd name="connsiteX17" fmla="*/ 659384 w 1009650"/>
              <a:gd name="connsiteY17" fmla="*/ 169 h 495300"/>
              <a:gd name="connsiteX18" fmla="*/ 702246 w 1009650"/>
              <a:gd name="connsiteY18" fmla="*/ 169 h 495300"/>
              <a:gd name="connsiteX19" fmla="*/ 712089 w 1009650"/>
              <a:gd name="connsiteY19" fmla="*/ 5313 h 495300"/>
              <a:gd name="connsiteX20" fmla="*/ 934339 w 1009650"/>
              <a:gd name="connsiteY20" fmla="*/ 195813 h 495300"/>
              <a:gd name="connsiteX21" fmla="*/ 1004189 w 1009650"/>
              <a:gd name="connsiteY21" fmla="*/ 226674 h 495300"/>
              <a:gd name="connsiteX22" fmla="*/ 1012190 w 1009650"/>
              <a:gd name="connsiteY22" fmla="*/ 238866 h 495300"/>
              <a:gd name="connsiteX23" fmla="*/ 1012190 w 1009650"/>
              <a:gd name="connsiteY23" fmla="*/ 260329 h 495300"/>
              <a:gd name="connsiteX24" fmla="*/ 1005078 w 1009650"/>
              <a:gd name="connsiteY24" fmla="*/ 270869 h 495300"/>
              <a:gd name="connsiteX25" fmla="*/ 882650 w 1009650"/>
              <a:gd name="connsiteY25" fmla="*/ 330750 h 495300"/>
              <a:gd name="connsiteX26" fmla="*/ 712851 w 1009650"/>
              <a:gd name="connsiteY26" fmla="*/ 492167 h 495300"/>
              <a:gd name="connsiteX27" fmla="*/ 701548 w 1009650"/>
              <a:gd name="connsiteY27" fmla="*/ 497945 h 495300"/>
              <a:gd name="connsiteX28" fmla="*/ 653606 w 1009650"/>
              <a:gd name="connsiteY28" fmla="*/ 497819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009650" h="495300">
                <a:moveTo>
                  <a:pt x="653606" y="497819"/>
                </a:moveTo>
                <a:cubicBezTo>
                  <a:pt x="679894" y="419650"/>
                  <a:pt x="722122" y="352531"/>
                  <a:pt x="774636" y="290872"/>
                </a:cubicBezTo>
                <a:cubicBezTo>
                  <a:pt x="772605" y="291888"/>
                  <a:pt x="770509" y="292904"/>
                  <a:pt x="768286" y="293984"/>
                </a:cubicBezTo>
                <a:cubicBezTo>
                  <a:pt x="737426" y="310811"/>
                  <a:pt x="703707" y="317034"/>
                  <a:pt x="669354" y="321543"/>
                </a:cubicBezTo>
                <a:cubicBezTo>
                  <a:pt x="586804" y="332465"/>
                  <a:pt x="510604" y="311129"/>
                  <a:pt x="435483" y="279950"/>
                </a:cubicBezTo>
                <a:cubicBezTo>
                  <a:pt x="384048" y="258551"/>
                  <a:pt x="331915" y="238802"/>
                  <a:pt x="276289" y="231500"/>
                </a:cubicBezTo>
                <a:cubicBezTo>
                  <a:pt x="193739" y="220705"/>
                  <a:pt x="116840" y="237215"/>
                  <a:pt x="48514" y="286935"/>
                </a:cubicBezTo>
                <a:lnTo>
                  <a:pt x="41529" y="291952"/>
                </a:lnTo>
                <a:lnTo>
                  <a:pt x="0" y="227880"/>
                </a:lnTo>
                <a:cubicBezTo>
                  <a:pt x="13462" y="219562"/>
                  <a:pt x="26353" y="210926"/>
                  <a:pt x="39815" y="203369"/>
                </a:cubicBezTo>
                <a:cubicBezTo>
                  <a:pt x="107248" y="164869"/>
                  <a:pt x="184618" y="147317"/>
                  <a:pt x="262065" y="152950"/>
                </a:cubicBezTo>
                <a:cubicBezTo>
                  <a:pt x="310031" y="156756"/>
                  <a:pt x="357139" y="167847"/>
                  <a:pt x="401765" y="185843"/>
                </a:cubicBezTo>
                <a:cubicBezTo>
                  <a:pt x="440245" y="200702"/>
                  <a:pt x="478663" y="215879"/>
                  <a:pt x="517525" y="230293"/>
                </a:cubicBezTo>
                <a:cubicBezTo>
                  <a:pt x="574167" y="250804"/>
                  <a:pt x="632460" y="251756"/>
                  <a:pt x="691325" y="242676"/>
                </a:cubicBezTo>
                <a:cubicBezTo>
                  <a:pt x="721106" y="238104"/>
                  <a:pt x="749808" y="230547"/>
                  <a:pt x="775335" y="213847"/>
                </a:cubicBezTo>
                <a:cubicBezTo>
                  <a:pt x="776224" y="213275"/>
                  <a:pt x="776986" y="212640"/>
                  <a:pt x="778701" y="211434"/>
                </a:cubicBezTo>
                <a:cubicBezTo>
                  <a:pt x="723964" y="149267"/>
                  <a:pt x="680339" y="80687"/>
                  <a:pt x="653859" y="1185"/>
                </a:cubicBezTo>
                <a:cubicBezTo>
                  <a:pt x="655667" y="682"/>
                  <a:pt x="657516" y="342"/>
                  <a:pt x="659384" y="169"/>
                </a:cubicBezTo>
                <a:cubicBezTo>
                  <a:pt x="673671" y="169"/>
                  <a:pt x="687959" y="-212"/>
                  <a:pt x="702246" y="169"/>
                </a:cubicBezTo>
                <a:cubicBezTo>
                  <a:pt x="706089" y="479"/>
                  <a:pt x="709640" y="2335"/>
                  <a:pt x="712089" y="5313"/>
                </a:cubicBezTo>
                <a:cubicBezTo>
                  <a:pt x="769011" y="86458"/>
                  <a:pt x="845443" y="151971"/>
                  <a:pt x="934339" y="195813"/>
                </a:cubicBezTo>
                <a:cubicBezTo>
                  <a:pt x="957135" y="207179"/>
                  <a:pt x="980757" y="216831"/>
                  <a:pt x="1004189" y="226674"/>
                </a:cubicBezTo>
                <a:cubicBezTo>
                  <a:pt x="1010539" y="229277"/>
                  <a:pt x="1012825" y="232198"/>
                  <a:pt x="1012190" y="238866"/>
                </a:cubicBezTo>
                <a:cubicBezTo>
                  <a:pt x="1011555" y="246006"/>
                  <a:pt x="1011555" y="253188"/>
                  <a:pt x="1012190" y="260329"/>
                </a:cubicBezTo>
                <a:cubicBezTo>
                  <a:pt x="1013122" y="265200"/>
                  <a:pt x="1009945" y="269910"/>
                  <a:pt x="1005078" y="270869"/>
                </a:cubicBezTo>
                <a:cubicBezTo>
                  <a:pt x="962271" y="286456"/>
                  <a:pt x="921233" y="306527"/>
                  <a:pt x="882650" y="330750"/>
                </a:cubicBezTo>
                <a:cubicBezTo>
                  <a:pt x="815696" y="372492"/>
                  <a:pt x="757927" y="427410"/>
                  <a:pt x="712851" y="492167"/>
                </a:cubicBezTo>
                <a:cubicBezTo>
                  <a:pt x="710494" y="496091"/>
                  <a:pt x="706110" y="498332"/>
                  <a:pt x="701548" y="497945"/>
                </a:cubicBezTo>
                <a:cubicBezTo>
                  <a:pt x="686244" y="497565"/>
                  <a:pt x="670687" y="497819"/>
                  <a:pt x="653606" y="497819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</p:spTree>
    <p:extLst>
      <p:ext uri="{BB962C8B-B14F-4D97-AF65-F5344CB8AC3E}">
        <p14:creationId xmlns:p14="http://schemas.microsoft.com/office/powerpoint/2010/main" val="3380056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0469B6E3-6CD5-4D4F-A57C-003069CEB064}"/>
              </a:ext>
            </a:extLst>
          </p:cNvPr>
          <p:cNvSpPr/>
          <p:nvPr userDrawn="1"/>
        </p:nvSpPr>
        <p:spPr>
          <a:xfrm>
            <a:off x="1789084" y="4890533"/>
            <a:ext cx="4478918" cy="2197205"/>
          </a:xfrm>
          <a:custGeom>
            <a:avLst/>
            <a:gdLst>
              <a:gd name="connsiteX0" fmla="*/ 0 w 1009650"/>
              <a:gd name="connsiteY0" fmla="*/ 288861 h 495300"/>
              <a:gd name="connsiteX1" fmla="*/ 0 w 1009650"/>
              <a:gd name="connsiteY1" fmla="*/ 211963 h 495300"/>
              <a:gd name="connsiteX2" fmla="*/ 592836 w 1009650"/>
              <a:gd name="connsiteY2" fmla="*/ 211963 h 495300"/>
              <a:gd name="connsiteX3" fmla="*/ 466471 w 1009650"/>
              <a:gd name="connsiteY3" fmla="*/ 381 h 495300"/>
              <a:gd name="connsiteX4" fmla="*/ 520319 w 1009650"/>
              <a:gd name="connsiteY4" fmla="*/ 381 h 495300"/>
              <a:gd name="connsiteX5" fmla="*/ 525399 w 1009650"/>
              <a:gd name="connsiteY5" fmla="*/ 4191 h 495300"/>
              <a:gd name="connsiteX6" fmla="*/ 633857 w 1009650"/>
              <a:gd name="connsiteY6" fmla="*/ 121158 h 495300"/>
              <a:gd name="connsiteX7" fmla="*/ 774954 w 1009650"/>
              <a:gd name="connsiteY7" fmla="*/ 209550 h 495300"/>
              <a:gd name="connsiteX8" fmla="*/ 652209 w 1009650"/>
              <a:gd name="connsiteY8" fmla="*/ 0 h 495300"/>
              <a:gd name="connsiteX9" fmla="*/ 704723 w 1009650"/>
              <a:gd name="connsiteY9" fmla="*/ 0 h 495300"/>
              <a:gd name="connsiteX10" fmla="*/ 710755 w 1009650"/>
              <a:gd name="connsiteY10" fmla="*/ 4763 h 495300"/>
              <a:gd name="connsiteX11" fmla="*/ 840169 w 1009650"/>
              <a:gd name="connsiteY11" fmla="*/ 138620 h 495300"/>
              <a:gd name="connsiteX12" fmla="*/ 998029 w 1009650"/>
              <a:gd name="connsiteY12" fmla="*/ 225171 h 495300"/>
              <a:gd name="connsiteX13" fmla="*/ 1002347 w 1009650"/>
              <a:gd name="connsiteY13" fmla="*/ 226695 h 495300"/>
              <a:gd name="connsiteX14" fmla="*/ 1011525 w 1009650"/>
              <a:gd name="connsiteY14" fmla="*/ 238098 h 495300"/>
              <a:gd name="connsiteX15" fmla="*/ 1011301 w 1009650"/>
              <a:gd name="connsiteY15" fmla="*/ 239395 h 495300"/>
              <a:gd name="connsiteX16" fmla="*/ 1011301 w 1009650"/>
              <a:gd name="connsiteY16" fmla="*/ 259270 h 495300"/>
              <a:gd name="connsiteX17" fmla="*/ 1002919 w 1009650"/>
              <a:gd name="connsiteY17" fmla="*/ 271272 h 495300"/>
              <a:gd name="connsiteX18" fmla="*/ 855472 w 1009650"/>
              <a:gd name="connsiteY18" fmla="*/ 348488 h 495300"/>
              <a:gd name="connsiteX19" fmla="*/ 715772 w 1009650"/>
              <a:gd name="connsiteY19" fmla="*/ 487553 h 495300"/>
              <a:gd name="connsiteX20" fmla="*/ 695452 w 1009650"/>
              <a:gd name="connsiteY20" fmla="*/ 498285 h 495300"/>
              <a:gd name="connsiteX21" fmla="*/ 652463 w 1009650"/>
              <a:gd name="connsiteY21" fmla="*/ 498285 h 495300"/>
              <a:gd name="connsiteX22" fmla="*/ 775526 w 1009650"/>
              <a:gd name="connsiteY22" fmla="*/ 290385 h 495300"/>
              <a:gd name="connsiteX23" fmla="*/ 774129 w 1009650"/>
              <a:gd name="connsiteY23" fmla="*/ 288798 h 495300"/>
              <a:gd name="connsiteX24" fmla="*/ 710057 w 1009650"/>
              <a:gd name="connsiteY24" fmla="*/ 324041 h 495300"/>
              <a:gd name="connsiteX25" fmla="*/ 575754 w 1009650"/>
              <a:gd name="connsiteY25" fmla="*/ 432308 h 495300"/>
              <a:gd name="connsiteX26" fmla="*/ 526097 w 1009650"/>
              <a:gd name="connsiteY26" fmla="*/ 493522 h 495300"/>
              <a:gd name="connsiteX27" fmla="*/ 520636 w 1009650"/>
              <a:gd name="connsiteY27" fmla="*/ 497967 h 495300"/>
              <a:gd name="connsiteX28" fmla="*/ 466789 w 1009650"/>
              <a:gd name="connsiteY28" fmla="*/ 497967 h 495300"/>
              <a:gd name="connsiteX29" fmla="*/ 592646 w 1009650"/>
              <a:gd name="connsiteY29" fmla="*/ 288036 h 495300"/>
              <a:gd name="connsiteX30" fmla="*/ 0 w 1009650"/>
              <a:gd name="connsiteY30" fmla="*/ 288861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009650" h="495300">
                <a:moveTo>
                  <a:pt x="0" y="288861"/>
                </a:moveTo>
                <a:lnTo>
                  <a:pt x="0" y="211963"/>
                </a:lnTo>
                <a:lnTo>
                  <a:pt x="592836" y="211963"/>
                </a:lnTo>
                <a:cubicBezTo>
                  <a:pt x="536766" y="148908"/>
                  <a:pt x="493332" y="80391"/>
                  <a:pt x="466471" y="381"/>
                </a:cubicBezTo>
                <a:cubicBezTo>
                  <a:pt x="485521" y="381"/>
                  <a:pt x="502793" y="381"/>
                  <a:pt x="520319" y="381"/>
                </a:cubicBezTo>
                <a:cubicBezTo>
                  <a:pt x="522034" y="381"/>
                  <a:pt x="524192" y="2540"/>
                  <a:pt x="525399" y="4191"/>
                </a:cubicBezTo>
                <a:cubicBezTo>
                  <a:pt x="555906" y="48059"/>
                  <a:pt x="592414" y="87431"/>
                  <a:pt x="633857" y="121158"/>
                </a:cubicBezTo>
                <a:cubicBezTo>
                  <a:pt x="677043" y="156358"/>
                  <a:pt x="724439" y="186050"/>
                  <a:pt x="774954" y="209550"/>
                </a:cubicBezTo>
                <a:cubicBezTo>
                  <a:pt x="722566" y="146749"/>
                  <a:pt x="678371" y="79312"/>
                  <a:pt x="652209" y="0"/>
                </a:cubicBezTo>
                <a:cubicBezTo>
                  <a:pt x="670560" y="0"/>
                  <a:pt x="687641" y="0"/>
                  <a:pt x="704723" y="0"/>
                </a:cubicBezTo>
                <a:cubicBezTo>
                  <a:pt x="706819" y="0"/>
                  <a:pt x="709295" y="2730"/>
                  <a:pt x="710755" y="4763"/>
                </a:cubicBezTo>
                <a:cubicBezTo>
                  <a:pt x="746626" y="55876"/>
                  <a:pt x="790295" y="101045"/>
                  <a:pt x="840169" y="138620"/>
                </a:cubicBezTo>
                <a:cubicBezTo>
                  <a:pt x="888524" y="174646"/>
                  <a:pt x="941653" y="203775"/>
                  <a:pt x="998029" y="225171"/>
                </a:cubicBezTo>
                <a:cubicBezTo>
                  <a:pt x="999437" y="225763"/>
                  <a:pt x="1000879" y="226272"/>
                  <a:pt x="1002347" y="226695"/>
                </a:cubicBezTo>
                <a:cubicBezTo>
                  <a:pt x="1008031" y="227309"/>
                  <a:pt x="1012140" y="232415"/>
                  <a:pt x="1011525" y="238098"/>
                </a:cubicBezTo>
                <a:cubicBezTo>
                  <a:pt x="1011478" y="238534"/>
                  <a:pt x="1011403" y="238968"/>
                  <a:pt x="1011301" y="239395"/>
                </a:cubicBezTo>
                <a:cubicBezTo>
                  <a:pt x="1010634" y="246003"/>
                  <a:pt x="1010634" y="252662"/>
                  <a:pt x="1011301" y="259270"/>
                </a:cubicBezTo>
                <a:cubicBezTo>
                  <a:pt x="1011936" y="266065"/>
                  <a:pt x="1009205" y="268986"/>
                  <a:pt x="1002919" y="271272"/>
                </a:cubicBezTo>
                <a:cubicBezTo>
                  <a:pt x="950643" y="290538"/>
                  <a:pt x="901081" y="316492"/>
                  <a:pt x="855472" y="348488"/>
                </a:cubicBezTo>
                <a:cubicBezTo>
                  <a:pt x="801180" y="386375"/>
                  <a:pt x="753906" y="433434"/>
                  <a:pt x="715772" y="487553"/>
                </a:cubicBezTo>
                <a:cubicBezTo>
                  <a:pt x="711788" y="494907"/>
                  <a:pt x="703771" y="499140"/>
                  <a:pt x="695452" y="498285"/>
                </a:cubicBezTo>
                <a:cubicBezTo>
                  <a:pt x="681482" y="497332"/>
                  <a:pt x="667448" y="498285"/>
                  <a:pt x="652463" y="498285"/>
                </a:cubicBezTo>
                <a:cubicBezTo>
                  <a:pt x="679005" y="419608"/>
                  <a:pt x="721868" y="351854"/>
                  <a:pt x="775526" y="290385"/>
                </a:cubicBezTo>
                <a:lnTo>
                  <a:pt x="774129" y="288798"/>
                </a:lnTo>
                <a:cubicBezTo>
                  <a:pt x="752729" y="300482"/>
                  <a:pt x="731012" y="311658"/>
                  <a:pt x="710057" y="324041"/>
                </a:cubicBezTo>
                <a:cubicBezTo>
                  <a:pt x="660104" y="353177"/>
                  <a:pt x="614828" y="389676"/>
                  <a:pt x="575754" y="432308"/>
                </a:cubicBezTo>
                <a:cubicBezTo>
                  <a:pt x="558165" y="451739"/>
                  <a:pt x="542671" y="473075"/>
                  <a:pt x="526097" y="493522"/>
                </a:cubicBezTo>
                <a:cubicBezTo>
                  <a:pt x="524637" y="495300"/>
                  <a:pt x="522541" y="497904"/>
                  <a:pt x="520636" y="497967"/>
                </a:cubicBezTo>
                <a:cubicBezTo>
                  <a:pt x="503047" y="497967"/>
                  <a:pt x="485521" y="497967"/>
                  <a:pt x="466789" y="497967"/>
                </a:cubicBezTo>
                <a:cubicBezTo>
                  <a:pt x="493713" y="418783"/>
                  <a:pt x="536639" y="350520"/>
                  <a:pt x="592646" y="288036"/>
                </a:cubicBezTo>
                <a:cubicBezTo>
                  <a:pt x="592391" y="288354"/>
                  <a:pt x="197485" y="288861"/>
                  <a:pt x="0" y="288861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135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838B36-A078-CF4D-A693-2C3B6B5F0CD6}"/>
              </a:ext>
            </a:extLst>
          </p:cNvPr>
          <p:cNvSpPr/>
          <p:nvPr userDrawn="1"/>
        </p:nvSpPr>
        <p:spPr>
          <a:xfrm>
            <a:off x="0" y="5832402"/>
            <a:ext cx="3047640" cy="33886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5440E06-BD51-134C-8922-1FED8CE30B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6898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B3ABDBCC-56D7-7941-A0AC-0A070DEBA30C}"/>
              </a:ext>
            </a:extLst>
          </p:cNvPr>
          <p:cNvSpPr/>
          <p:nvPr userDrawn="1"/>
        </p:nvSpPr>
        <p:spPr>
          <a:xfrm>
            <a:off x="2980995" y="4828704"/>
            <a:ext cx="3115005" cy="3543735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  <a:gd name="connsiteX0" fmla="*/ 117151 w 1011404"/>
              <a:gd name="connsiteY0" fmla="*/ 24275 h 1030300"/>
              <a:gd name="connsiteX1" fmla="*/ 692 w 1011404"/>
              <a:gd name="connsiteY1" fmla="*/ 235603 h 1030300"/>
              <a:gd name="connsiteX2" fmla="*/ 208781 w 1011404"/>
              <a:gd name="connsiteY2" fmla="*/ 429659 h 1030300"/>
              <a:gd name="connsiteX3" fmla="*/ 350450 w 1011404"/>
              <a:gd name="connsiteY3" fmla="*/ 429659 h 1030300"/>
              <a:gd name="connsiteX4" fmla="*/ 350450 w 1011404"/>
              <a:gd name="connsiteY4" fmla="*/ 641432 h 1030300"/>
              <a:gd name="connsiteX5" fmla="*/ 424089 w 1011404"/>
              <a:gd name="connsiteY5" fmla="*/ 1030300 h 1030300"/>
              <a:gd name="connsiteX6" fmla="*/ 428301 w 1011404"/>
              <a:gd name="connsiteY6" fmla="*/ 430358 h 1030300"/>
              <a:gd name="connsiteX7" fmla="*/ 777551 w 1011404"/>
              <a:gd name="connsiteY7" fmla="*/ 430358 h 1030300"/>
              <a:gd name="connsiteX8" fmla="*/ 652519 w 1011404"/>
              <a:gd name="connsiteY8" fmla="*/ 640352 h 1030300"/>
              <a:gd name="connsiteX9" fmla="*/ 698747 w 1011404"/>
              <a:gd name="connsiteY9" fmla="*/ 640352 h 1030300"/>
              <a:gd name="connsiteX10" fmla="*/ 713225 w 1011404"/>
              <a:gd name="connsiteY10" fmla="*/ 633050 h 1030300"/>
              <a:gd name="connsiteX11" fmla="*/ 864800 w 1011404"/>
              <a:gd name="connsiteY11" fmla="*/ 484206 h 1030300"/>
              <a:gd name="connsiteX12" fmla="*/ 1004881 w 1011404"/>
              <a:gd name="connsiteY12" fmla="*/ 412641 h 1030300"/>
              <a:gd name="connsiteX13" fmla="*/ 1011231 w 1011404"/>
              <a:gd name="connsiteY13" fmla="*/ 402608 h 1030300"/>
              <a:gd name="connsiteX14" fmla="*/ 1011231 w 1011404"/>
              <a:gd name="connsiteY14" fmla="*/ 379685 h 1030300"/>
              <a:gd name="connsiteX15" fmla="*/ 1003547 w 1011404"/>
              <a:gd name="connsiteY15" fmla="*/ 368826 h 1030300"/>
              <a:gd name="connsiteX16" fmla="*/ 710241 w 1011404"/>
              <a:gd name="connsiteY16" fmla="*/ 145624 h 1030300"/>
              <a:gd name="connsiteX17" fmla="*/ 705224 w 1011404"/>
              <a:gd name="connsiteY17" fmla="*/ 141687 h 1030300"/>
              <a:gd name="connsiteX18" fmla="*/ 652138 w 1011404"/>
              <a:gd name="connsiteY18" fmla="*/ 141687 h 1030300"/>
              <a:gd name="connsiteX19" fmla="*/ 777487 w 1011404"/>
              <a:gd name="connsiteY19" fmla="*/ 353078 h 1030300"/>
              <a:gd name="connsiteX20" fmla="*/ 428237 w 1011404"/>
              <a:gd name="connsiteY20" fmla="*/ 353078 h 1030300"/>
              <a:gd name="connsiteX21" fmla="*/ 428237 w 1011404"/>
              <a:gd name="connsiteY21" fmla="*/ 344887 h 1030300"/>
              <a:gd name="connsiteX22" fmla="*/ 428237 w 1011404"/>
              <a:gd name="connsiteY22" fmla="*/ 210013 h 1030300"/>
              <a:gd name="connsiteX23" fmla="*/ 422776 w 1011404"/>
              <a:gd name="connsiteY23" fmla="*/ 165563 h 1030300"/>
              <a:gd name="connsiteX24" fmla="*/ 278060 w 1011404"/>
              <a:gd name="connsiteY24" fmla="*/ 11385 h 1030300"/>
              <a:gd name="connsiteX25" fmla="*/ 117151 w 1011404"/>
              <a:gd name="connsiteY25" fmla="*/ 24275 h 1030300"/>
              <a:gd name="connsiteX26" fmla="*/ 331654 w 1011404"/>
              <a:gd name="connsiteY26" fmla="*/ 145370 h 1030300"/>
              <a:gd name="connsiteX27" fmla="*/ 350704 w 1011404"/>
              <a:gd name="connsiteY27" fmla="*/ 216045 h 1030300"/>
              <a:gd name="connsiteX28" fmla="*/ 350704 w 1011404"/>
              <a:gd name="connsiteY28" fmla="*/ 343045 h 1030300"/>
              <a:gd name="connsiteX29" fmla="*/ 350704 w 1011404"/>
              <a:gd name="connsiteY29" fmla="*/ 352634 h 1030300"/>
              <a:gd name="connsiteX30" fmla="*/ 346513 w 1011404"/>
              <a:gd name="connsiteY30" fmla="*/ 353142 h 1030300"/>
              <a:gd name="connsiteX31" fmla="*/ 208591 w 1011404"/>
              <a:gd name="connsiteY31" fmla="*/ 352697 h 1030300"/>
              <a:gd name="connsiteX32" fmla="*/ 104069 w 1011404"/>
              <a:gd name="connsiteY32" fmla="*/ 297579 h 1030300"/>
              <a:gd name="connsiteX33" fmla="*/ 190493 w 1011404"/>
              <a:gd name="connsiteY33" fmla="*/ 79457 h 1030300"/>
              <a:gd name="connsiteX34" fmla="*/ 331654 w 1011404"/>
              <a:gd name="connsiteY34" fmla="*/ 145370 h 1030300"/>
              <a:gd name="connsiteX0" fmla="*/ 117151 w 1011404"/>
              <a:gd name="connsiteY0" fmla="*/ 24275 h 1150608"/>
              <a:gd name="connsiteX1" fmla="*/ 692 w 1011404"/>
              <a:gd name="connsiteY1" fmla="*/ 235603 h 1150608"/>
              <a:gd name="connsiteX2" fmla="*/ 208781 w 1011404"/>
              <a:gd name="connsiteY2" fmla="*/ 429659 h 1150608"/>
              <a:gd name="connsiteX3" fmla="*/ 350450 w 1011404"/>
              <a:gd name="connsiteY3" fmla="*/ 429659 h 1150608"/>
              <a:gd name="connsiteX4" fmla="*/ 357522 w 1011404"/>
              <a:gd name="connsiteY4" fmla="*/ 1150608 h 1150608"/>
              <a:gd name="connsiteX5" fmla="*/ 424089 w 1011404"/>
              <a:gd name="connsiteY5" fmla="*/ 1030300 h 1150608"/>
              <a:gd name="connsiteX6" fmla="*/ 428301 w 1011404"/>
              <a:gd name="connsiteY6" fmla="*/ 430358 h 1150608"/>
              <a:gd name="connsiteX7" fmla="*/ 777551 w 1011404"/>
              <a:gd name="connsiteY7" fmla="*/ 430358 h 1150608"/>
              <a:gd name="connsiteX8" fmla="*/ 652519 w 1011404"/>
              <a:gd name="connsiteY8" fmla="*/ 640352 h 1150608"/>
              <a:gd name="connsiteX9" fmla="*/ 698747 w 1011404"/>
              <a:gd name="connsiteY9" fmla="*/ 640352 h 1150608"/>
              <a:gd name="connsiteX10" fmla="*/ 713225 w 1011404"/>
              <a:gd name="connsiteY10" fmla="*/ 633050 h 1150608"/>
              <a:gd name="connsiteX11" fmla="*/ 864800 w 1011404"/>
              <a:gd name="connsiteY11" fmla="*/ 484206 h 1150608"/>
              <a:gd name="connsiteX12" fmla="*/ 1004881 w 1011404"/>
              <a:gd name="connsiteY12" fmla="*/ 412641 h 1150608"/>
              <a:gd name="connsiteX13" fmla="*/ 1011231 w 1011404"/>
              <a:gd name="connsiteY13" fmla="*/ 402608 h 1150608"/>
              <a:gd name="connsiteX14" fmla="*/ 1011231 w 1011404"/>
              <a:gd name="connsiteY14" fmla="*/ 379685 h 1150608"/>
              <a:gd name="connsiteX15" fmla="*/ 1003547 w 1011404"/>
              <a:gd name="connsiteY15" fmla="*/ 368826 h 1150608"/>
              <a:gd name="connsiteX16" fmla="*/ 710241 w 1011404"/>
              <a:gd name="connsiteY16" fmla="*/ 145624 h 1150608"/>
              <a:gd name="connsiteX17" fmla="*/ 705224 w 1011404"/>
              <a:gd name="connsiteY17" fmla="*/ 141687 h 1150608"/>
              <a:gd name="connsiteX18" fmla="*/ 652138 w 1011404"/>
              <a:gd name="connsiteY18" fmla="*/ 141687 h 1150608"/>
              <a:gd name="connsiteX19" fmla="*/ 777487 w 1011404"/>
              <a:gd name="connsiteY19" fmla="*/ 353078 h 1150608"/>
              <a:gd name="connsiteX20" fmla="*/ 428237 w 1011404"/>
              <a:gd name="connsiteY20" fmla="*/ 353078 h 1150608"/>
              <a:gd name="connsiteX21" fmla="*/ 428237 w 1011404"/>
              <a:gd name="connsiteY21" fmla="*/ 344887 h 1150608"/>
              <a:gd name="connsiteX22" fmla="*/ 428237 w 1011404"/>
              <a:gd name="connsiteY22" fmla="*/ 210013 h 1150608"/>
              <a:gd name="connsiteX23" fmla="*/ 422776 w 1011404"/>
              <a:gd name="connsiteY23" fmla="*/ 165563 h 1150608"/>
              <a:gd name="connsiteX24" fmla="*/ 278060 w 1011404"/>
              <a:gd name="connsiteY24" fmla="*/ 11385 h 1150608"/>
              <a:gd name="connsiteX25" fmla="*/ 117151 w 1011404"/>
              <a:gd name="connsiteY25" fmla="*/ 24275 h 1150608"/>
              <a:gd name="connsiteX26" fmla="*/ 331654 w 1011404"/>
              <a:gd name="connsiteY26" fmla="*/ 145370 h 1150608"/>
              <a:gd name="connsiteX27" fmla="*/ 350704 w 1011404"/>
              <a:gd name="connsiteY27" fmla="*/ 216045 h 1150608"/>
              <a:gd name="connsiteX28" fmla="*/ 350704 w 1011404"/>
              <a:gd name="connsiteY28" fmla="*/ 343045 h 1150608"/>
              <a:gd name="connsiteX29" fmla="*/ 350704 w 1011404"/>
              <a:gd name="connsiteY29" fmla="*/ 352634 h 1150608"/>
              <a:gd name="connsiteX30" fmla="*/ 346513 w 1011404"/>
              <a:gd name="connsiteY30" fmla="*/ 353142 h 1150608"/>
              <a:gd name="connsiteX31" fmla="*/ 208591 w 1011404"/>
              <a:gd name="connsiteY31" fmla="*/ 352697 h 1150608"/>
              <a:gd name="connsiteX32" fmla="*/ 104069 w 1011404"/>
              <a:gd name="connsiteY32" fmla="*/ 297579 h 1150608"/>
              <a:gd name="connsiteX33" fmla="*/ 190493 w 1011404"/>
              <a:gd name="connsiteY33" fmla="*/ 79457 h 1150608"/>
              <a:gd name="connsiteX34" fmla="*/ 331654 w 1011404"/>
              <a:gd name="connsiteY34" fmla="*/ 145370 h 11506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11404" h="1150608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cubicBezTo>
                  <a:pt x="352807" y="669975"/>
                  <a:pt x="355165" y="910292"/>
                  <a:pt x="357522" y="1150608"/>
                </a:cubicBezTo>
                <a:lnTo>
                  <a:pt x="424089" y="1030300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lnTo>
                  <a:pt x="698747" y="640352"/>
                </a:ln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lnTo>
                  <a:pt x="652138" y="141687"/>
                </a:ln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lnTo>
                  <a:pt x="350704" y="343045"/>
                </a:ln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lnTo>
                  <a:pt x="208591" y="352697"/>
                </a:ln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7D437921-F8BF-FB43-B188-28C7B472CC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689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7B0E7391-6002-FB45-BBA6-F3FB8D17702E}"/>
              </a:ext>
            </a:extLst>
          </p:cNvPr>
          <p:cNvSpPr/>
          <p:nvPr userDrawn="1"/>
        </p:nvSpPr>
        <p:spPr>
          <a:xfrm>
            <a:off x="2438400" y="4986716"/>
            <a:ext cx="3800356" cy="1588056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D950501-8A96-F740-8901-23C73CDCDD2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76694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95C290C-8FFE-F94A-AD94-999FF732A5AE}"/>
              </a:ext>
            </a:extLst>
          </p:cNvPr>
          <p:cNvSpPr/>
          <p:nvPr userDrawn="1"/>
        </p:nvSpPr>
        <p:spPr>
          <a:xfrm>
            <a:off x="2260600" y="4883058"/>
            <a:ext cx="3978156" cy="1808614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ABD8F74-8FD6-554A-BB95-259D126DE6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5435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68EB35F-FFAA-8442-BF5E-3C5271F7E98F}"/>
              </a:ext>
            </a:extLst>
          </p:cNvPr>
          <p:cNvGrpSpPr/>
          <p:nvPr userDrawn="1"/>
        </p:nvGrpSpPr>
        <p:grpSpPr>
          <a:xfrm>
            <a:off x="809430" y="4944517"/>
            <a:ext cx="5224040" cy="2153538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B1585F1-E215-1548-8637-7E8C0385C15A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F563A89-DCDC-4C47-92E0-B3686C8D66F2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CBCC570-67B4-834A-BD7A-4A77AA290CC5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EFA3298-7FC1-5548-9F81-64937AC42EC6}"/>
              </a:ext>
            </a:extLst>
          </p:cNvPr>
          <p:cNvSpPr/>
          <p:nvPr userDrawn="1"/>
        </p:nvSpPr>
        <p:spPr>
          <a:xfrm>
            <a:off x="0" y="5647991"/>
            <a:ext cx="973290" cy="2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A52628-6F84-8C43-AB11-FEC583CBC488}"/>
              </a:ext>
            </a:extLst>
          </p:cNvPr>
          <p:cNvSpPr/>
          <p:nvPr userDrawn="1"/>
        </p:nvSpPr>
        <p:spPr>
          <a:xfrm>
            <a:off x="0" y="6186279"/>
            <a:ext cx="973290" cy="20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93A48C6-BAF4-C24C-927C-1277EFA8D0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72790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(half screen)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9C512DAC-73B9-1442-A749-B233372D06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A47FC6CD-AA14-4D49-9723-6E8098A42BDE}"/>
              </a:ext>
            </a:extLst>
          </p:cNvPr>
          <p:cNvSpPr/>
          <p:nvPr userDrawn="1"/>
        </p:nvSpPr>
        <p:spPr>
          <a:xfrm>
            <a:off x="-2932" y="5113958"/>
            <a:ext cx="3594030" cy="1997697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chemeClr val="tx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67683-0430-4240-B4B7-D18D14CA47BF}"/>
              </a:ext>
            </a:extLst>
          </p:cNvPr>
          <p:cNvSpPr/>
          <p:nvPr userDrawn="1"/>
        </p:nvSpPr>
        <p:spPr>
          <a:xfrm>
            <a:off x="-2933" y="5945277"/>
            <a:ext cx="1465659" cy="338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08EE555-3A54-004C-A759-75B8B80EEC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6"/>
            <a:ext cx="6143484" cy="2742864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8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1"/>
            <a:r>
              <a:rPr lang="en-US"/>
              <a:t>Fourth level</a:t>
            </a:r>
          </a:p>
          <a:p>
            <a:pPr lvl="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9137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 - With side bar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F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485899"/>
            <a:ext cx="4401082" cy="1874860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800" cap="all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7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732" t="-5743" r="-9847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54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- With side bar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F00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531" y="4614727"/>
            <a:ext cx="4244154" cy="1944001"/>
          </a:xfrm>
          <a:prstGeom prst="rect">
            <a:avLst/>
          </a:prstGeom>
        </p:spPr>
      </p:pic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800" cap="all" baseline="0">
                <a:solidFill>
                  <a:schemeClr val="bg1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290195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8120063" y="1349984"/>
            <a:ext cx="290195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 b="0"/>
            </a:lvl1pPr>
            <a:lvl2pPr marL="180000" indent="-180000">
              <a:buFont typeface="Arial" panose="020B0604020202020204" pitchFamily="34" charset="0"/>
              <a:buChar char="•"/>
              <a:defRPr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12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732" t="-5743" r="-9847"/>
          <a:stretch/>
        </p:blipFill>
        <p:spPr>
          <a:xfrm>
            <a:off x="265143" y="388189"/>
            <a:ext cx="776377" cy="48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007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0616" y="930001"/>
            <a:ext cx="6306432" cy="1739432"/>
          </a:xfrm>
          <a:prstGeom prst="rect">
            <a:avLst/>
          </a:prstGeom>
        </p:spPr>
      </p:pic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4834916" cy="196215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Page title </a:t>
            </a:r>
            <a:br>
              <a:rPr lang="en-US" dirty="0"/>
            </a:br>
            <a:r>
              <a:rPr lang="en-US" dirty="0"/>
              <a:t>to sit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6186488" y="3429000"/>
            <a:ext cx="5621337" cy="3049588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384784" y="3438258"/>
            <a:ext cx="5621337" cy="3049588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8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143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83110" cy="3654706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solidFill>
                  <a:srgbClr val="7F007D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Page title </a:t>
            </a:r>
            <a:br>
              <a:rPr lang="en-US" dirty="0"/>
            </a:br>
            <a:r>
              <a:rPr lang="en-US" dirty="0"/>
              <a:t>to sit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4251325" y="2111375"/>
            <a:ext cx="1055688" cy="1055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186488" y="2111375"/>
            <a:ext cx="1055688" cy="1055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8120063" y="2111375"/>
            <a:ext cx="1055688" cy="1055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25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10056094" y="2111375"/>
            <a:ext cx="1055688" cy="10556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6186488" y="3429000"/>
            <a:ext cx="1752600" cy="3049588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  <a:lvl2pPr marL="0" indent="0">
              <a:lnSpc>
                <a:spcPct val="100000"/>
              </a:lnSpc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6" name="Text Placeholder 4"/>
          <p:cNvSpPr>
            <a:spLocks noGrp="1"/>
          </p:cNvSpPr>
          <p:nvPr>
            <p:ph type="body" sz="quarter" idx="16"/>
          </p:nvPr>
        </p:nvSpPr>
        <p:spPr>
          <a:xfrm>
            <a:off x="4251325" y="3429000"/>
            <a:ext cx="1752600" cy="3049588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  <a:lvl2pPr marL="0" indent="0">
              <a:lnSpc>
                <a:spcPct val="100000"/>
              </a:lnSpc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8120063" y="3429000"/>
            <a:ext cx="1752600" cy="3049588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  <a:lvl2pPr marL="0" indent="0">
              <a:lnSpc>
                <a:spcPct val="100000"/>
              </a:lnSpc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4"/>
          <p:cNvSpPr>
            <a:spLocks noGrp="1"/>
          </p:cNvSpPr>
          <p:nvPr>
            <p:ph type="body" sz="quarter" idx="18"/>
          </p:nvPr>
        </p:nvSpPr>
        <p:spPr>
          <a:xfrm>
            <a:off x="10056094" y="3429000"/>
            <a:ext cx="1752600" cy="3049588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  <a:lvl2pPr marL="0" indent="0">
              <a:lnSpc>
                <a:spcPct val="100000"/>
              </a:lnSpc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1AABA4C8-3AF1-D94B-A8D4-5A6363015C9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737" y="377825"/>
            <a:ext cx="781218" cy="552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45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357921" y="1240172"/>
            <a:ext cx="9483118" cy="520262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Page title to sit here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357921" y="2102264"/>
            <a:ext cx="9483117" cy="437632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195079" y="2102264"/>
            <a:ext cx="4645959" cy="437632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357921" y="2102264"/>
            <a:ext cx="4646004" cy="437632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1357920" y="1240172"/>
            <a:ext cx="9491663" cy="520262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solidFill>
                  <a:srgbClr val="004050"/>
                </a:solidFill>
                <a:latin typeface="Montserrat Black" panose="00000A00000000000000" pitchFamily="2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Page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2943808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57694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47789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A Template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NewSwoop_Footer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4980440"/>
            <a:ext cx="12192000" cy="17759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1466" y="2130432"/>
            <a:ext cx="11049077" cy="1470025"/>
          </a:xfrm>
        </p:spPr>
        <p:txBody>
          <a:bodyPr>
            <a:normAutofit/>
          </a:bodyPr>
          <a:lstStyle>
            <a:lvl1pPr algn="ctr">
              <a:defRPr sz="360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rgbClr val="AAAAA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4080" y="785794"/>
            <a:ext cx="991616" cy="70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87116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A Template_Mai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190463" y="928670"/>
            <a:ext cx="11715792" cy="5214974"/>
          </a:xfrm>
        </p:spPr>
        <p:txBody>
          <a:bodyPr/>
          <a:lstStyle>
            <a:lvl1pPr>
              <a:defRPr b="1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Montserrat" panose="00000500000000000000" pitchFamily="2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9061491" y="649290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ABFB6-A9C6-4619-9721-3B608E8ED143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113803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A Template_Pictur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quarter" idx="15"/>
          </p:nvPr>
        </p:nvSpPr>
        <p:spPr>
          <a:xfrm>
            <a:off x="190463" y="928694"/>
            <a:ext cx="11715792" cy="5286375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90459" y="357166"/>
            <a:ext cx="11715832" cy="5004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Montserrat" panose="00000500000000000000" pitchFamily="2" charset="0"/>
                <a:ea typeface="+mn-ea"/>
                <a:cs typeface="Arial" pitchFamily="34" charset="0"/>
              </a:defRPr>
            </a:lvl1pPr>
          </a:lstStyle>
          <a:p>
            <a:pPr marL="342900" lvl="0" indent="-3429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9061491" y="649290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ABFB6-A9C6-4619-9721-3B608E8ED143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716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349374" y="1138012"/>
            <a:ext cx="9491663" cy="68761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1350676" y="1944209"/>
            <a:ext cx="9490362" cy="423275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709" r:id="rId2"/>
    <p:sldLayoutId id="2147483710" r:id="rId3"/>
    <p:sldLayoutId id="2147483711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15" r:id="rId13"/>
    <p:sldLayoutId id="2147483716" r:id="rId14"/>
    <p:sldLayoutId id="2147483717" r:id="rId15"/>
    <p:sldLayoutId id="2147483713" r:id="rId16"/>
    <p:sldLayoutId id="2147483712" r:id="rId17"/>
    <p:sldLayoutId id="2147483714" r:id="rId18"/>
    <p:sldLayoutId id="2147483718" r:id="rId19"/>
    <p:sldLayoutId id="2147483686" r:id="rId20"/>
    <p:sldLayoutId id="2147483687" r:id="rId21"/>
    <p:sldLayoutId id="2147483688" r:id="rId22"/>
    <p:sldLayoutId id="2147483696" r:id="rId23"/>
    <p:sldLayoutId id="2147483699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  <p:sldLayoutId id="2147483752" r:id="rId45"/>
    <p:sldLayoutId id="2147483691" r:id="rId46"/>
    <p:sldLayoutId id="2147483698" r:id="rId47"/>
    <p:sldLayoutId id="2147483689" r:id="rId48"/>
    <p:sldLayoutId id="2147483692" r:id="rId49"/>
    <p:sldLayoutId id="2147483650" r:id="rId50"/>
    <p:sldLayoutId id="2147483693" r:id="rId51"/>
    <p:sldLayoutId id="2147483660" r:id="rId52"/>
    <p:sldLayoutId id="2147483754" r:id="rId53"/>
  </p:sldLayoutIdLst>
  <p:hf hdr="0"/>
  <p:txStyles>
    <p:titleStyle>
      <a:lvl1pPr algn="l" defTabSz="914400" rtl="0" eaLnBrk="1" latinLnBrk="0" hangingPunct="1">
        <a:lnSpc>
          <a:spcPts val="42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Montserrat Black" panose="00000A00000000000000" pitchFamily="2" charset="0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ts val="2200"/>
        </a:lnSpc>
        <a:spcBef>
          <a:spcPts val="0"/>
        </a:spcBef>
        <a:spcAft>
          <a:spcPts val="650"/>
        </a:spcAft>
        <a:buSzPct val="115000"/>
        <a:buFontTx/>
        <a:buBlip>
          <a:blip r:embed="rId55"/>
        </a:buBlip>
        <a:defRPr sz="18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5000"/>
        <a:buFontTx/>
        <a:buBlip>
          <a:blip r:embed="rId55"/>
        </a:buBlip>
        <a:tabLst/>
        <a:defRPr sz="12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180000" indent="-180000" algn="l" defTabSz="914400" rtl="0" eaLnBrk="1" latinLnBrk="0" hangingPunct="1">
        <a:lnSpc>
          <a:spcPts val="1400"/>
        </a:lnSpc>
        <a:spcBef>
          <a:spcPts val="0"/>
        </a:spcBef>
        <a:spcAft>
          <a:spcPts val="650"/>
        </a:spcAft>
        <a:buSzPct val="120000"/>
        <a:buFontTx/>
        <a:buBlip>
          <a:blip r:embed="rId55"/>
        </a:buBlip>
        <a:tabLst/>
        <a:defRPr sz="1000" b="1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80000" indent="-180000" algn="l" defTabSz="914400" rtl="0" eaLnBrk="1" latinLnBrk="0" hangingPunct="1">
        <a:lnSpc>
          <a:spcPts val="1200"/>
        </a:lnSpc>
        <a:spcBef>
          <a:spcPts val="0"/>
        </a:spcBef>
        <a:spcAft>
          <a:spcPts val="650"/>
        </a:spcAft>
        <a:buSzPct val="120000"/>
        <a:buFontTx/>
        <a:buBlip>
          <a:blip r:embed="rId55"/>
        </a:buBlip>
        <a:tabLst/>
        <a:defRPr sz="1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180000" indent="-180000" algn="l" defTabSz="914400" rtl="0" eaLnBrk="1" latinLnBrk="0" hangingPunct="1">
        <a:lnSpc>
          <a:spcPts val="1000"/>
        </a:lnSpc>
        <a:spcBef>
          <a:spcPts val="0"/>
        </a:spcBef>
        <a:spcAft>
          <a:spcPts val="650"/>
        </a:spcAft>
        <a:buSzPct val="125000"/>
        <a:buFontTx/>
        <a:buBlip>
          <a:blip r:embed="rId55"/>
        </a:buBlip>
        <a:tabLst/>
        <a:defRPr sz="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78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9061491" y="649290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8ABFB6-A9C6-4619-9721-3B608E8ED143}" type="slidenum">
              <a:rPr kumimoji="0" lang="en-GB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0" y="39514"/>
            <a:ext cx="12192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8793163" algn="r"/>
              </a:tabLst>
            </a:pPr>
            <a:r>
              <a:rPr lang="en-GB" sz="1000" baseline="0" dirty="0">
                <a:solidFill>
                  <a:srgbClr val="0070C0"/>
                </a:solidFill>
                <a:latin typeface="Montserrat" panose="00000500000000000000" pitchFamily="2" charset="0"/>
                <a:cs typeface="Arial" pitchFamily="34" charset="0"/>
              </a:rPr>
              <a:t>	QAUXFUND v1.0</a:t>
            </a:r>
            <a:endParaRPr lang="en-GB" sz="1000" dirty="0">
              <a:solidFill>
                <a:srgbClr val="0070C0"/>
              </a:solidFill>
              <a:latin typeface="Montserrat" panose="00000500000000000000" pitchFamily="2" charset="0"/>
              <a:cs typeface="Arial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59" y="356400"/>
            <a:ext cx="11715832" cy="50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Click to edit Master title style</a:t>
            </a: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59" y="928800"/>
            <a:ext cx="11715832" cy="5216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57099" y="285728"/>
            <a:ext cx="1181104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4"/>
          <p:cNvSpPr txBox="1">
            <a:spLocks/>
          </p:cNvSpPr>
          <p:nvPr/>
        </p:nvSpPr>
        <p:spPr>
          <a:xfrm>
            <a:off x="190459" y="357166"/>
            <a:ext cx="11715832" cy="500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GB" sz="2400" b="1" kern="1200" baseline="0" dirty="0" smtClean="0">
                <a:solidFill>
                  <a:srgbClr val="0070C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641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</p:sldLayoutIdLst>
  <p:hf hdr="0" ftr="0" dt="0"/>
  <p:txStyles>
    <p:titleStyle>
      <a:lvl1pPr marL="342900" marR="0" indent="-342900" algn="l" defTabSz="914400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None/>
        <a:tabLst/>
        <a:defRPr kumimoji="0" lang="en-GB" sz="2400" b="1" i="0" u="none" strike="noStrike" kern="1200" cap="none" spc="0" normalizeH="0" baseline="0" noProof="0">
          <a:ln>
            <a:noFill/>
          </a:ln>
          <a:solidFill>
            <a:srgbClr val="0070C0"/>
          </a:solidFill>
          <a:effectLst/>
          <a:uLnTx/>
          <a:uFillTx/>
          <a:latin typeface="Montserrat" panose="00000500000000000000" pitchFamily="2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2000" b="1" kern="1200">
          <a:solidFill>
            <a:schemeClr val="tx1"/>
          </a:solidFill>
          <a:latin typeface="Montserrat" panose="00000500000000000000" pitchFamily="2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§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FC94D-596A-46EA-B2AA-EA9A9308A4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UX Fundamentals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1EF0E-E1EC-4E13-909F-1E4FCCE4CC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184677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Chapter overview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CA2F67-7686-4D82-A9D7-CB9AE629E9BD}"/>
              </a:ext>
            </a:extLst>
          </p:cNvPr>
          <p:cNvSpPr/>
          <p:nvPr/>
        </p:nvSpPr>
        <p:spPr>
          <a:xfrm>
            <a:off x="4745831" y="1338450"/>
            <a:ext cx="6096000" cy="12920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Checking objectives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References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What next?</a:t>
            </a:r>
          </a:p>
        </p:txBody>
      </p:sp>
    </p:spTree>
    <p:extLst>
      <p:ext uri="{BB962C8B-B14F-4D97-AF65-F5344CB8AC3E}">
        <p14:creationId xmlns:p14="http://schemas.microsoft.com/office/powerpoint/2010/main" val="3143396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sz="quarter" idx="10"/>
          </p:nvPr>
        </p:nvSpPr>
        <p:spPr/>
        <p:txBody>
          <a:bodyPr/>
          <a:lstStyle/>
          <a:p>
            <a:pPr lvl="1">
              <a:lnSpc>
                <a:spcPct val="100000"/>
              </a:lnSpc>
            </a:pPr>
            <a:r>
              <a:rPr lang="en-GB" sz="3600" dirty="0">
                <a:solidFill>
                  <a:schemeClr val="tx2"/>
                </a:solidFill>
                <a:latin typeface="Montserrat Black" panose="00000A00000000000000" pitchFamily="2" charset="0"/>
              </a:rPr>
              <a:t>REVIEW AIMS AND OBJECTIVES</a:t>
            </a:r>
            <a:endParaRPr lang="en-GB" dirty="0">
              <a:solidFill>
                <a:schemeClr val="tx2"/>
              </a:solidFill>
              <a:latin typeface="Montserrat Black" panose="00000A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776DFD-CC11-4441-ADF5-48E162B18FC1}"/>
              </a:ext>
            </a:extLst>
          </p:cNvPr>
          <p:cNvSpPr/>
          <p:nvPr/>
        </p:nvSpPr>
        <p:spPr>
          <a:xfrm>
            <a:off x="4358326" y="1294823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We hope by now you are able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Understand the core concepts of UX, IA, and Usability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Consider the basis of human psychology in system design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Understand a UX methodology (i.e. Five Plane Model)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Implement key UX research technique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Apply UCD data to system and process development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Validate and test experience in a UCD way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5235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2E0FB-BF0F-43A5-9112-508FD8D872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What Next?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714727" y="2498200"/>
            <a:ext cx="2375449" cy="1939925"/>
            <a:chOff x="2015" y="1460"/>
            <a:chExt cx="1679" cy="1281"/>
          </a:xfrm>
          <a:solidFill>
            <a:schemeClr val="accent2"/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16" name="Oval 4"/>
            <p:cNvSpPr>
              <a:spLocks noChangeArrowheads="1"/>
            </p:cNvSpPr>
            <p:nvPr/>
          </p:nvSpPr>
          <p:spPr bwMode="auto">
            <a:xfrm>
              <a:off x="2537" y="1499"/>
              <a:ext cx="411" cy="428"/>
            </a:xfrm>
            <a:prstGeom prst="ellipse">
              <a:avLst/>
            </a:pr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7" name="Oval 5"/>
            <p:cNvSpPr>
              <a:spLocks noChangeArrowheads="1"/>
            </p:cNvSpPr>
            <p:nvPr/>
          </p:nvSpPr>
          <p:spPr bwMode="auto">
            <a:xfrm>
              <a:off x="2873" y="1460"/>
              <a:ext cx="336" cy="350"/>
            </a:xfrm>
            <a:prstGeom prst="ellipse">
              <a:avLst/>
            </a:pr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8" name="Oval 6"/>
            <p:cNvSpPr>
              <a:spLocks noChangeArrowheads="1"/>
            </p:cNvSpPr>
            <p:nvPr/>
          </p:nvSpPr>
          <p:spPr bwMode="auto">
            <a:xfrm>
              <a:off x="3172" y="1809"/>
              <a:ext cx="522" cy="545"/>
            </a:xfrm>
            <a:prstGeom prst="ellipse">
              <a:avLst/>
            </a:pr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9" name="Oval 7"/>
            <p:cNvSpPr>
              <a:spLocks noChangeArrowheads="1"/>
            </p:cNvSpPr>
            <p:nvPr/>
          </p:nvSpPr>
          <p:spPr bwMode="auto">
            <a:xfrm>
              <a:off x="2202" y="2041"/>
              <a:ext cx="597" cy="622"/>
            </a:xfrm>
            <a:prstGeom prst="ellipse">
              <a:avLst/>
            </a:pr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20" name="Oval 8"/>
            <p:cNvSpPr>
              <a:spLocks noChangeArrowheads="1"/>
            </p:cNvSpPr>
            <p:nvPr/>
          </p:nvSpPr>
          <p:spPr bwMode="auto">
            <a:xfrm>
              <a:off x="3022" y="2119"/>
              <a:ext cx="447" cy="465"/>
            </a:xfrm>
            <a:prstGeom prst="ellipse">
              <a:avLst/>
            </a:pr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21" name="Oval 9"/>
            <p:cNvSpPr>
              <a:spLocks noChangeArrowheads="1"/>
            </p:cNvSpPr>
            <p:nvPr/>
          </p:nvSpPr>
          <p:spPr bwMode="auto">
            <a:xfrm>
              <a:off x="2053" y="2158"/>
              <a:ext cx="335" cy="349"/>
            </a:xfrm>
            <a:prstGeom prst="ellipse">
              <a:avLst/>
            </a:pr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22" name="Oval 10"/>
            <p:cNvSpPr>
              <a:spLocks noChangeArrowheads="1"/>
            </p:cNvSpPr>
            <p:nvPr/>
          </p:nvSpPr>
          <p:spPr bwMode="auto">
            <a:xfrm>
              <a:off x="2015" y="1887"/>
              <a:ext cx="336" cy="349"/>
            </a:xfrm>
            <a:prstGeom prst="ellipse">
              <a:avLst/>
            </a:pr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23" name="Oval 11"/>
            <p:cNvSpPr>
              <a:spLocks noChangeArrowheads="1"/>
            </p:cNvSpPr>
            <p:nvPr/>
          </p:nvSpPr>
          <p:spPr bwMode="auto">
            <a:xfrm>
              <a:off x="2165" y="1577"/>
              <a:ext cx="523" cy="543"/>
            </a:xfrm>
            <a:prstGeom prst="ellipse">
              <a:avLst/>
            </a:pr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24" name="Oval 12"/>
            <p:cNvSpPr>
              <a:spLocks noChangeArrowheads="1"/>
            </p:cNvSpPr>
            <p:nvPr/>
          </p:nvSpPr>
          <p:spPr bwMode="auto">
            <a:xfrm>
              <a:off x="2613" y="2197"/>
              <a:ext cx="521" cy="544"/>
            </a:xfrm>
            <a:prstGeom prst="ellipse">
              <a:avLst/>
            </a:pr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25" name="Oval 13"/>
            <p:cNvSpPr>
              <a:spLocks noChangeArrowheads="1"/>
            </p:cNvSpPr>
            <p:nvPr/>
          </p:nvSpPr>
          <p:spPr bwMode="auto">
            <a:xfrm>
              <a:off x="3246" y="1615"/>
              <a:ext cx="410" cy="428"/>
            </a:xfrm>
            <a:prstGeom prst="ellipse">
              <a:avLst/>
            </a:pr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26" name="Oval 14"/>
            <p:cNvSpPr>
              <a:spLocks noChangeArrowheads="1"/>
            </p:cNvSpPr>
            <p:nvPr/>
          </p:nvSpPr>
          <p:spPr bwMode="auto">
            <a:xfrm>
              <a:off x="3133" y="1460"/>
              <a:ext cx="374" cy="388"/>
            </a:xfrm>
            <a:prstGeom prst="ellipse">
              <a:avLst/>
            </a:pr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27" name="Freeform 15"/>
            <p:cNvSpPr>
              <a:spLocks/>
            </p:cNvSpPr>
            <p:nvPr/>
          </p:nvSpPr>
          <p:spPr bwMode="auto">
            <a:xfrm>
              <a:off x="2152" y="1563"/>
              <a:ext cx="1447" cy="1011"/>
            </a:xfrm>
            <a:custGeom>
              <a:avLst/>
              <a:gdLst/>
              <a:ahLst/>
              <a:cxnLst>
                <a:cxn ang="0">
                  <a:pos x="447" y="103"/>
                </a:cxn>
                <a:cxn ang="0">
                  <a:pos x="507" y="29"/>
                </a:cxn>
                <a:cxn ang="0">
                  <a:pos x="777" y="34"/>
                </a:cxn>
                <a:cxn ang="0">
                  <a:pos x="968" y="0"/>
                </a:cxn>
                <a:cxn ang="0">
                  <a:pos x="1210" y="122"/>
                </a:cxn>
                <a:cxn ang="0">
                  <a:pos x="1331" y="88"/>
                </a:cxn>
                <a:cxn ang="0">
                  <a:pos x="1396" y="103"/>
                </a:cxn>
                <a:cxn ang="0">
                  <a:pos x="1410" y="402"/>
                </a:cxn>
                <a:cxn ang="0">
                  <a:pos x="1447" y="450"/>
                </a:cxn>
                <a:cxn ang="0">
                  <a:pos x="1336" y="683"/>
                </a:cxn>
                <a:cxn ang="0">
                  <a:pos x="1215" y="523"/>
                </a:cxn>
                <a:cxn ang="0">
                  <a:pos x="1182" y="606"/>
                </a:cxn>
                <a:cxn ang="0">
                  <a:pos x="1010" y="924"/>
                </a:cxn>
                <a:cxn ang="0">
                  <a:pos x="437" y="1011"/>
                </a:cxn>
                <a:cxn ang="0">
                  <a:pos x="140" y="949"/>
                </a:cxn>
                <a:cxn ang="0">
                  <a:pos x="46" y="751"/>
                </a:cxn>
                <a:cxn ang="0">
                  <a:pos x="46" y="547"/>
                </a:cxn>
                <a:cxn ang="0">
                  <a:pos x="0" y="378"/>
                </a:cxn>
                <a:cxn ang="0">
                  <a:pos x="447" y="103"/>
                </a:cxn>
              </a:cxnLst>
              <a:rect l="0" t="0" r="r" b="b"/>
              <a:pathLst>
                <a:path w="1447" h="1011">
                  <a:moveTo>
                    <a:pt x="447" y="103"/>
                  </a:moveTo>
                  <a:lnTo>
                    <a:pt x="507" y="29"/>
                  </a:lnTo>
                  <a:lnTo>
                    <a:pt x="777" y="34"/>
                  </a:lnTo>
                  <a:lnTo>
                    <a:pt x="968" y="0"/>
                  </a:lnTo>
                  <a:lnTo>
                    <a:pt x="1210" y="122"/>
                  </a:lnTo>
                  <a:lnTo>
                    <a:pt x="1331" y="88"/>
                  </a:lnTo>
                  <a:lnTo>
                    <a:pt x="1396" y="103"/>
                  </a:lnTo>
                  <a:lnTo>
                    <a:pt x="1410" y="402"/>
                  </a:lnTo>
                  <a:lnTo>
                    <a:pt x="1447" y="450"/>
                  </a:lnTo>
                  <a:lnTo>
                    <a:pt x="1336" y="683"/>
                  </a:lnTo>
                  <a:lnTo>
                    <a:pt x="1215" y="523"/>
                  </a:lnTo>
                  <a:lnTo>
                    <a:pt x="1182" y="606"/>
                  </a:lnTo>
                  <a:lnTo>
                    <a:pt x="1010" y="924"/>
                  </a:lnTo>
                  <a:lnTo>
                    <a:pt x="437" y="1011"/>
                  </a:lnTo>
                  <a:lnTo>
                    <a:pt x="140" y="949"/>
                  </a:lnTo>
                  <a:lnTo>
                    <a:pt x="46" y="751"/>
                  </a:lnTo>
                  <a:lnTo>
                    <a:pt x="46" y="547"/>
                  </a:lnTo>
                  <a:lnTo>
                    <a:pt x="0" y="378"/>
                  </a:lnTo>
                  <a:lnTo>
                    <a:pt x="447" y="103"/>
                  </a:lnTo>
                  <a:close/>
                </a:path>
              </a:pathLst>
            </a:custGeom>
            <a:grpFill/>
            <a:ln>
              <a:solidFill>
                <a:schemeClr val="tx2"/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</p:grpSp>
      <p:sp>
        <p:nvSpPr>
          <p:cNvPr id="6149" name="Text Box 16"/>
          <p:cNvSpPr txBox="1">
            <a:spLocks noChangeArrowheads="1"/>
          </p:cNvSpPr>
          <p:nvPr/>
        </p:nvSpPr>
        <p:spPr bwMode="auto">
          <a:xfrm>
            <a:off x="6890595" y="3050669"/>
            <a:ext cx="21082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GB" sz="2400" b="1" dirty="0">
                <a:solidFill>
                  <a:srgbClr val="002142"/>
                </a:solidFill>
                <a:latin typeface="Montserrat" panose="00000500000000000000" pitchFamily="2" charset="0"/>
              </a:rPr>
              <a:t>Consolidate</a:t>
            </a:r>
          </a:p>
          <a:p>
            <a:pPr algn="ctr" eaLnBrk="1" hangingPunct="1">
              <a:spcBef>
                <a:spcPct val="0"/>
              </a:spcBef>
            </a:pPr>
            <a:r>
              <a:rPr lang="en-GB" sz="2400" b="1" dirty="0">
                <a:solidFill>
                  <a:srgbClr val="002142"/>
                </a:solidFill>
                <a:latin typeface="Montserrat" panose="00000500000000000000" pitchFamily="2" charset="0"/>
              </a:rPr>
              <a:t>learning</a:t>
            </a:r>
          </a:p>
        </p:txBody>
      </p: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4977042" y="4320003"/>
            <a:ext cx="778329" cy="1476992"/>
            <a:chOff x="2483" y="537"/>
            <a:chExt cx="710" cy="1589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30" name="Freeform 19"/>
            <p:cNvSpPr>
              <a:spLocks/>
            </p:cNvSpPr>
            <p:nvPr/>
          </p:nvSpPr>
          <p:spPr bwMode="auto">
            <a:xfrm>
              <a:off x="2893" y="1434"/>
              <a:ext cx="288" cy="666"/>
            </a:xfrm>
            <a:custGeom>
              <a:avLst/>
              <a:gdLst/>
              <a:ahLst/>
              <a:cxnLst>
                <a:cxn ang="0">
                  <a:pos x="59" y="8"/>
                </a:cxn>
                <a:cxn ang="0">
                  <a:pos x="32" y="0"/>
                </a:cxn>
                <a:cxn ang="0">
                  <a:pos x="4" y="16"/>
                </a:cxn>
                <a:cxn ang="0">
                  <a:pos x="0" y="47"/>
                </a:cxn>
                <a:cxn ang="0">
                  <a:pos x="8" y="75"/>
                </a:cxn>
                <a:cxn ang="0">
                  <a:pos x="32" y="99"/>
                </a:cxn>
                <a:cxn ang="0">
                  <a:pos x="110" y="166"/>
                </a:cxn>
                <a:cxn ang="0">
                  <a:pos x="150" y="217"/>
                </a:cxn>
                <a:cxn ang="0">
                  <a:pos x="197" y="272"/>
                </a:cxn>
                <a:cxn ang="0">
                  <a:pos x="209" y="307"/>
                </a:cxn>
                <a:cxn ang="0">
                  <a:pos x="217" y="363"/>
                </a:cxn>
                <a:cxn ang="0">
                  <a:pos x="213" y="406"/>
                </a:cxn>
                <a:cxn ang="0">
                  <a:pos x="189" y="449"/>
                </a:cxn>
                <a:cxn ang="0">
                  <a:pos x="166" y="508"/>
                </a:cxn>
                <a:cxn ang="0">
                  <a:pos x="138" y="567"/>
                </a:cxn>
                <a:cxn ang="0">
                  <a:pos x="130" y="623"/>
                </a:cxn>
                <a:cxn ang="0">
                  <a:pos x="130" y="658"/>
                </a:cxn>
                <a:cxn ang="0">
                  <a:pos x="154" y="666"/>
                </a:cxn>
                <a:cxn ang="0">
                  <a:pos x="170" y="646"/>
                </a:cxn>
                <a:cxn ang="0">
                  <a:pos x="201" y="642"/>
                </a:cxn>
                <a:cxn ang="0">
                  <a:pos x="260" y="662"/>
                </a:cxn>
                <a:cxn ang="0">
                  <a:pos x="284" y="662"/>
                </a:cxn>
                <a:cxn ang="0">
                  <a:pos x="288" y="638"/>
                </a:cxn>
                <a:cxn ang="0">
                  <a:pos x="264" y="627"/>
                </a:cxn>
                <a:cxn ang="0">
                  <a:pos x="233" y="615"/>
                </a:cxn>
                <a:cxn ang="0">
                  <a:pos x="178" y="615"/>
                </a:cxn>
                <a:cxn ang="0">
                  <a:pos x="158" y="619"/>
                </a:cxn>
                <a:cxn ang="0">
                  <a:pos x="166" y="583"/>
                </a:cxn>
                <a:cxn ang="0">
                  <a:pos x="181" y="524"/>
                </a:cxn>
                <a:cxn ang="0">
                  <a:pos x="217" y="473"/>
                </a:cxn>
                <a:cxn ang="0">
                  <a:pos x="237" y="418"/>
                </a:cxn>
                <a:cxn ang="0">
                  <a:pos x="249" y="343"/>
                </a:cxn>
                <a:cxn ang="0">
                  <a:pos x="241" y="276"/>
                </a:cxn>
                <a:cxn ang="0">
                  <a:pos x="213" y="205"/>
                </a:cxn>
                <a:cxn ang="0">
                  <a:pos x="166" y="130"/>
                </a:cxn>
                <a:cxn ang="0">
                  <a:pos x="103" y="55"/>
                </a:cxn>
                <a:cxn ang="0">
                  <a:pos x="59" y="8"/>
                </a:cxn>
              </a:cxnLst>
              <a:rect l="0" t="0" r="r" b="b"/>
              <a:pathLst>
                <a:path w="288" h="666">
                  <a:moveTo>
                    <a:pt x="59" y="8"/>
                  </a:moveTo>
                  <a:lnTo>
                    <a:pt x="32" y="0"/>
                  </a:lnTo>
                  <a:lnTo>
                    <a:pt x="4" y="16"/>
                  </a:lnTo>
                  <a:lnTo>
                    <a:pt x="0" y="47"/>
                  </a:lnTo>
                  <a:lnTo>
                    <a:pt x="8" y="75"/>
                  </a:lnTo>
                  <a:lnTo>
                    <a:pt x="32" y="99"/>
                  </a:lnTo>
                  <a:lnTo>
                    <a:pt x="110" y="166"/>
                  </a:lnTo>
                  <a:lnTo>
                    <a:pt x="150" y="217"/>
                  </a:lnTo>
                  <a:lnTo>
                    <a:pt x="197" y="272"/>
                  </a:lnTo>
                  <a:lnTo>
                    <a:pt x="209" y="307"/>
                  </a:lnTo>
                  <a:lnTo>
                    <a:pt x="217" y="363"/>
                  </a:lnTo>
                  <a:lnTo>
                    <a:pt x="213" y="406"/>
                  </a:lnTo>
                  <a:lnTo>
                    <a:pt x="189" y="449"/>
                  </a:lnTo>
                  <a:lnTo>
                    <a:pt x="166" y="508"/>
                  </a:lnTo>
                  <a:lnTo>
                    <a:pt x="138" y="567"/>
                  </a:lnTo>
                  <a:lnTo>
                    <a:pt x="130" y="623"/>
                  </a:lnTo>
                  <a:lnTo>
                    <a:pt x="130" y="658"/>
                  </a:lnTo>
                  <a:lnTo>
                    <a:pt x="154" y="666"/>
                  </a:lnTo>
                  <a:lnTo>
                    <a:pt x="170" y="646"/>
                  </a:lnTo>
                  <a:lnTo>
                    <a:pt x="201" y="642"/>
                  </a:lnTo>
                  <a:lnTo>
                    <a:pt x="260" y="662"/>
                  </a:lnTo>
                  <a:lnTo>
                    <a:pt x="284" y="662"/>
                  </a:lnTo>
                  <a:lnTo>
                    <a:pt x="288" y="638"/>
                  </a:lnTo>
                  <a:lnTo>
                    <a:pt x="264" y="627"/>
                  </a:lnTo>
                  <a:lnTo>
                    <a:pt x="233" y="615"/>
                  </a:lnTo>
                  <a:lnTo>
                    <a:pt x="178" y="615"/>
                  </a:lnTo>
                  <a:lnTo>
                    <a:pt x="158" y="619"/>
                  </a:lnTo>
                  <a:lnTo>
                    <a:pt x="166" y="583"/>
                  </a:lnTo>
                  <a:lnTo>
                    <a:pt x="181" y="524"/>
                  </a:lnTo>
                  <a:lnTo>
                    <a:pt x="217" y="473"/>
                  </a:lnTo>
                  <a:lnTo>
                    <a:pt x="237" y="418"/>
                  </a:lnTo>
                  <a:lnTo>
                    <a:pt x="249" y="343"/>
                  </a:lnTo>
                  <a:lnTo>
                    <a:pt x="241" y="276"/>
                  </a:lnTo>
                  <a:lnTo>
                    <a:pt x="213" y="205"/>
                  </a:lnTo>
                  <a:lnTo>
                    <a:pt x="166" y="130"/>
                  </a:lnTo>
                  <a:lnTo>
                    <a:pt x="103" y="55"/>
                  </a:lnTo>
                  <a:lnTo>
                    <a:pt x="59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>
              <a:bevelT w="139700" h="139700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31" name="Freeform 20"/>
            <p:cNvSpPr>
              <a:spLocks/>
            </p:cNvSpPr>
            <p:nvPr/>
          </p:nvSpPr>
          <p:spPr bwMode="auto">
            <a:xfrm>
              <a:off x="2648" y="1420"/>
              <a:ext cx="205" cy="706"/>
            </a:xfrm>
            <a:custGeom>
              <a:avLst/>
              <a:gdLst/>
              <a:ahLst/>
              <a:cxnLst>
                <a:cxn ang="0">
                  <a:pos x="107" y="14"/>
                </a:cxn>
                <a:cxn ang="0">
                  <a:pos x="131" y="0"/>
                </a:cxn>
                <a:cxn ang="0">
                  <a:pos x="162" y="8"/>
                </a:cxn>
                <a:cxn ang="0">
                  <a:pos x="174" y="37"/>
                </a:cxn>
                <a:cxn ang="0">
                  <a:pos x="174" y="67"/>
                </a:cxn>
                <a:cxn ang="0">
                  <a:pos x="156" y="95"/>
                </a:cxn>
                <a:cxn ang="0">
                  <a:pos x="97" y="179"/>
                </a:cxn>
                <a:cxn ang="0">
                  <a:pos x="73" y="241"/>
                </a:cxn>
                <a:cxn ang="0">
                  <a:pos x="42" y="306"/>
                </a:cxn>
                <a:cxn ang="0">
                  <a:pos x="40" y="343"/>
                </a:cxn>
                <a:cxn ang="0">
                  <a:pos x="46" y="398"/>
                </a:cxn>
                <a:cxn ang="0">
                  <a:pos x="62" y="440"/>
                </a:cxn>
                <a:cxn ang="0">
                  <a:pos x="95" y="475"/>
                </a:cxn>
                <a:cxn ang="0">
                  <a:pos x="133" y="527"/>
                </a:cxn>
                <a:cxn ang="0">
                  <a:pos x="176" y="576"/>
                </a:cxn>
                <a:cxn ang="0">
                  <a:pos x="198" y="627"/>
                </a:cxn>
                <a:cxn ang="0">
                  <a:pos x="205" y="663"/>
                </a:cxn>
                <a:cxn ang="0">
                  <a:pos x="186" y="676"/>
                </a:cxn>
                <a:cxn ang="0">
                  <a:pos x="166" y="661"/>
                </a:cxn>
                <a:cxn ang="0">
                  <a:pos x="135" y="665"/>
                </a:cxn>
                <a:cxn ang="0">
                  <a:pos x="81" y="700"/>
                </a:cxn>
                <a:cxn ang="0">
                  <a:pos x="60" y="706"/>
                </a:cxn>
                <a:cxn ang="0">
                  <a:pos x="50" y="684"/>
                </a:cxn>
                <a:cxn ang="0">
                  <a:pos x="69" y="667"/>
                </a:cxn>
                <a:cxn ang="0">
                  <a:pos x="97" y="647"/>
                </a:cxn>
                <a:cxn ang="0">
                  <a:pos x="150" y="633"/>
                </a:cxn>
                <a:cxn ang="0">
                  <a:pos x="170" y="631"/>
                </a:cxn>
                <a:cxn ang="0">
                  <a:pos x="152" y="600"/>
                </a:cxn>
                <a:cxn ang="0">
                  <a:pos x="123" y="546"/>
                </a:cxn>
                <a:cxn ang="0">
                  <a:pos x="75" y="505"/>
                </a:cxn>
                <a:cxn ang="0">
                  <a:pos x="42" y="458"/>
                </a:cxn>
                <a:cxn ang="0">
                  <a:pos x="10" y="388"/>
                </a:cxn>
                <a:cxn ang="0">
                  <a:pos x="0" y="321"/>
                </a:cxn>
                <a:cxn ang="0">
                  <a:pos x="8" y="245"/>
                </a:cxn>
                <a:cxn ang="0">
                  <a:pos x="36" y="160"/>
                </a:cxn>
                <a:cxn ang="0">
                  <a:pos x="77" y="71"/>
                </a:cxn>
                <a:cxn ang="0">
                  <a:pos x="107" y="14"/>
                </a:cxn>
              </a:cxnLst>
              <a:rect l="0" t="0" r="r" b="b"/>
              <a:pathLst>
                <a:path w="205" h="706">
                  <a:moveTo>
                    <a:pt x="107" y="14"/>
                  </a:moveTo>
                  <a:lnTo>
                    <a:pt x="131" y="0"/>
                  </a:lnTo>
                  <a:lnTo>
                    <a:pt x="162" y="8"/>
                  </a:lnTo>
                  <a:lnTo>
                    <a:pt x="174" y="37"/>
                  </a:lnTo>
                  <a:lnTo>
                    <a:pt x="174" y="67"/>
                  </a:lnTo>
                  <a:lnTo>
                    <a:pt x="156" y="95"/>
                  </a:lnTo>
                  <a:lnTo>
                    <a:pt x="97" y="179"/>
                  </a:lnTo>
                  <a:lnTo>
                    <a:pt x="73" y="241"/>
                  </a:lnTo>
                  <a:lnTo>
                    <a:pt x="42" y="306"/>
                  </a:lnTo>
                  <a:lnTo>
                    <a:pt x="40" y="343"/>
                  </a:lnTo>
                  <a:lnTo>
                    <a:pt x="46" y="398"/>
                  </a:lnTo>
                  <a:lnTo>
                    <a:pt x="62" y="440"/>
                  </a:lnTo>
                  <a:lnTo>
                    <a:pt x="95" y="475"/>
                  </a:lnTo>
                  <a:lnTo>
                    <a:pt x="133" y="527"/>
                  </a:lnTo>
                  <a:lnTo>
                    <a:pt x="176" y="576"/>
                  </a:lnTo>
                  <a:lnTo>
                    <a:pt x="198" y="627"/>
                  </a:lnTo>
                  <a:lnTo>
                    <a:pt x="205" y="663"/>
                  </a:lnTo>
                  <a:lnTo>
                    <a:pt x="186" y="676"/>
                  </a:lnTo>
                  <a:lnTo>
                    <a:pt x="166" y="661"/>
                  </a:lnTo>
                  <a:lnTo>
                    <a:pt x="135" y="665"/>
                  </a:lnTo>
                  <a:lnTo>
                    <a:pt x="81" y="700"/>
                  </a:lnTo>
                  <a:lnTo>
                    <a:pt x="60" y="706"/>
                  </a:lnTo>
                  <a:lnTo>
                    <a:pt x="50" y="684"/>
                  </a:lnTo>
                  <a:lnTo>
                    <a:pt x="69" y="667"/>
                  </a:lnTo>
                  <a:lnTo>
                    <a:pt x="97" y="647"/>
                  </a:lnTo>
                  <a:lnTo>
                    <a:pt x="150" y="633"/>
                  </a:lnTo>
                  <a:lnTo>
                    <a:pt x="170" y="631"/>
                  </a:lnTo>
                  <a:lnTo>
                    <a:pt x="152" y="600"/>
                  </a:lnTo>
                  <a:lnTo>
                    <a:pt x="123" y="546"/>
                  </a:lnTo>
                  <a:lnTo>
                    <a:pt x="75" y="505"/>
                  </a:lnTo>
                  <a:lnTo>
                    <a:pt x="42" y="458"/>
                  </a:lnTo>
                  <a:lnTo>
                    <a:pt x="10" y="388"/>
                  </a:lnTo>
                  <a:lnTo>
                    <a:pt x="0" y="321"/>
                  </a:lnTo>
                  <a:lnTo>
                    <a:pt x="8" y="245"/>
                  </a:lnTo>
                  <a:lnTo>
                    <a:pt x="36" y="160"/>
                  </a:lnTo>
                  <a:lnTo>
                    <a:pt x="77" y="71"/>
                  </a:lnTo>
                  <a:lnTo>
                    <a:pt x="107" y="1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>
              <a:bevelT w="139700" h="139700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32" name="Freeform 21"/>
            <p:cNvSpPr>
              <a:spLocks/>
            </p:cNvSpPr>
            <p:nvPr/>
          </p:nvSpPr>
          <p:spPr bwMode="auto">
            <a:xfrm>
              <a:off x="2794" y="778"/>
              <a:ext cx="209" cy="266"/>
            </a:xfrm>
            <a:custGeom>
              <a:avLst/>
              <a:gdLst/>
              <a:ahLst/>
              <a:cxnLst>
                <a:cxn ang="0">
                  <a:pos x="209" y="8"/>
                </a:cxn>
                <a:cxn ang="0">
                  <a:pos x="184" y="0"/>
                </a:cxn>
                <a:cxn ang="0">
                  <a:pos x="129" y="71"/>
                </a:cxn>
                <a:cxn ang="0">
                  <a:pos x="117" y="57"/>
                </a:cxn>
                <a:cxn ang="0">
                  <a:pos x="93" y="35"/>
                </a:cxn>
                <a:cxn ang="0">
                  <a:pos x="62" y="26"/>
                </a:cxn>
                <a:cxn ang="0">
                  <a:pos x="30" y="33"/>
                </a:cxn>
                <a:cxn ang="0">
                  <a:pos x="10" y="61"/>
                </a:cxn>
                <a:cxn ang="0">
                  <a:pos x="0" y="110"/>
                </a:cxn>
                <a:cxn ang="0">
                  <a:pos x="0" y="154"/>
                </a:cxn>
                <a:cxn ang="0">
                  <a:pos x="6" y="207"/>
                </a:cxn>
                <a:cxn ang="0">
                  <a:pos x="32" y="248"/>
                </a:cxn>
                <a:cxn ang="0">
                  <a:pos x="62" y="266"/>
                </a:cxn>
                <a:cxn ang="0">
                  <a:pos x="107" y="260"/>
                </a:cxn>
                <a:cxn ang="0">
                  <a:pos x="133" y="229"/>
                </a:cxn>
                <a:cxn ang="0">
                  <a:pos x="148" y="167"/>
                </a:cxn>
                <a:cxn ang="0">
                  <a:pos x="148" y="124"/>
                </a:cxn>
                <a:cxn ang="0">
                  <a:pos x="142" y="97"/>
                </a:cxn>
                <a:cxn ang="0">
                  <a:pos x="209" y="8"/>
                </a:cxn>
              </a:cxnLst>
              <a:rect l="0" t="0" r="r" b="b"/>
              <a:pathLst>
                <a:path w="209" h="266">
                  <a:moveTo>
                    <a:pt x="209" y="8"/>
                  </a:moveTo>
                  <a:lnTo>
                    <a:pt x="184" y="0"/>
                  </a:lnTo>
                  <a:lnTo>
                    <a:pt x="129" y="71"/>
                  </a:lnTo>
                  <a:lnTo>
                    <a:pt x="117" y="57"/>
                  </a:lnTo>
                  <a:lnTo>
                    <a:pt x="93" y="35"/>
                  </a:lnTo>
                  <a:lnTo>
                    <a:pt x="62" y="26"/>
                  </a:lnTo>
                  <a:lnTo>
                    <a:pt x="30" y="33"/>
                  </a:lnTo>
                  <a:lnTo>
                    <a:pt x="10" y="61"/>
                  </a:lnTo>
                  <a:lnTo>
                    <a:pt x="0" y="110"/>
                  </a:lnTo>
                  <a:lnTo>
                    <a:pt x="0" y="154"/>
                  </a:lnTo>
                  <a:lnTo>
                    <a:pt x="6" y="207"/>
                  </a:lnTo>
                  <a:lnTo>
                    <a:pt x="32" y="248"/>
                  </a:lnTo>
                  <a:lnTo>
                    <a:pt x="62" y="266"/>
                  </a:lnTo>
                  <a:lnTo>
                    <a:pt x="107" y="260"/>
                  </a:lnTo>
                  <a:lnTo>
                    <a:pt x="133" y="229"/>
                  </a:lnTo>
                  <a:lnTo>
                    <a:pt x="148" y="167"/>
                  </a:lnTo>
                  <a:lnTo>
                    <a:pt x="148" y="124"/>
                  </a:lnTo>
                  <a:lnTo>
                    <a:pt x="142" y="97"/>
                  </a:lnTo>
                  <a:lnTo>
                    <a:pt x="209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>
              <a:bevelT w="139700" h="139700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33" name="Freeform 22"/>
            <p:cNvSpPr>
              <a:spLocks/>
            </p:cNvSpPr>
            <p:nvPr/>
          </p:nvSpPr>
          <p:spPr bwMode="auto">
            <a:xfrm>
              <a:off x="2774" y="1052"/>
              <a:ext cx="211" cy="461"/>
            </a:xfrm>
            <a:custGeom>
              <a:avLst/>
              <a:gdLst/>
              <a:ahLst/>
              <a:cxnLst>
                <a:cxn ang="0">
                  <a:pos x="4" y="402"/>
                </a:cxn>
                <a:cxn ang="0">
                  <a:pos x="34" y="446"/>
                </a:cxn>
                <a:cxn ang="0">
                  <a:pos x="56" y="460"/>
                </a:cxn>
                <a:cxn ang="0">
                  <a:pos x="95" y="461"/>
                </a:cxn>
                <a:cxn ang="0">
                  <a:pos x="140" y="436"/>
                </a:cxn>
                <a:cxn ang="0">
                  <a:pos x="170" y="379"/>
                </a:cxn>
                <a:cxn ang="0">
                  <a:pos x="188" y="294"/>
                </a:cxn>
                <a:cxn ang="0">
                  <a:pos x="206" y="205"/>
                </a:cxn>
                <a:cxn ang="0">
                  <a:pos x="211" y="134"/>
                </a:cxn>
                <a:cxn ang="0">
                  <a:pos x="211" y="71"/>
                </a:cxn>
                <a:cxn ang="0">
                  <a:pos x="188" y="30"/>
                </a:cxn>
                <a:cxn ang="0">
                  <a:pos x="147" y="6"/>
                </a:cxn>
                <a:cxn ang="0">
                  <a:pos x="88" y="0"/>
                </a:cxn>
                <a:cxn ang="0">
                  <a:pos x="50" y="18"/>
                </a:cxn>
                <a:cxn ang="0">
                  <a:pos x="27" y="48"/>
                </a:cxn>
                <a:cxn ang="0">
                  <a:pos x="18" y="146"/>
                </a:cxn>
                <a:cxn ang="0">
                  <a:pos x="0" y="284"/>
                </a:cxn>
                <a:cxn ang="0">
                  <a:pos x="2" y="363"/>
                </a:cxn>
                <a:cxn ang="0">
                  <a:pos x="4" y="402"/>
                </a:cxn>
              </a:cxnLst>
              <a:rect l="0" t="0" r="r" b="b"/>
              <a:pathLst>
                <a:path w="211" h="461">
                  <a:moveTo>
                    <a:pt x="4" y="402"/>
                  </a:moveTo>
                  <a:lnTo>
                    <a:pt x="34" y="446"/>
                  </a:lnTo>
                  <a:lnTo>
                    <a:pt x="56" y="460"/>
                  </a:lnTo>
                  <a:lnTo>
                    <a:pt x="95" y="461"/>
                  </a:lnTo>
                  <a:lnTo>
                    <a:pt x="140" y="436"/>
                  </a:lnTo>
                  <a:lnTo>
                    <a:pt x="170" y="379"/>
                  </a:lnTo>
                  <a:lnTo>
                    <a:pt x="188" y="294"/>
                  </a:lnTo>
                  <a:lnTo>
                    <a:pt x="206" y="205"/>
                  </a:lnTo>
                  <a:lnTo>
                    <a:pt x="211" y="134"/>
                  </a:lnTo>
                  <a:lnTo>
                    <a:pt x="211" y="71"/>
                  </a:lnTo>
                  <a:lnTo>
                    <a:pt x="188" y="30"/>
                  </a:lnTo>
                  <a:lnTo>
                    <a:pt x="147" y="6"/>
                  </a:lnTo>
                  <a:lnTo>
                    <a:pt x="88" y="0"/>
                  </a:lnTo>
                  <a:lnTo>
                    <a:pt x="50" y="18"/>
                  </a:lnTo>
                  <a:lnTo>
                    <a:pt x="27" y="48"/>
                  </a:lnTo>
                  <a:lnTo>
                    <a:pt x="18" y="146"/>
                  </a:lnTo>
                  <a:lnTo>
                    <a:pt x="0" y="284"/>
                  </a:lnTo>
                  <a:lnTo>
                    <a:pt x="2" y="363"/>
                  </a:lnTo>
                  <a:lnTo>
                    <a:pt x="4" y="40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>
              <a:bevelT w="139700" h="139700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34" name="Freeform 23"/>
            <p:cNvSpPr>
              <a:spLocks/>
            </p:cNvSpPr>
            <p:nvPr/>
          </p:nvSpPr>
          <p:spPr bwMode="auto">
            <a:xfrm>
              <a:off x="2483" y="537"/>
              <a:ext cx="347" cy="627"/>
            </a:xfrm>
            <a:custGeom>
              <a:avLst/>
              <a:gdLst/>
              <a:ahLst/>
              <a:cxnLst>
                <a:cxn ang="0">
                  <a:pos x="283" y="509"/>
                </a:cxn>
                <a:cxn ang="0">
                  <a:pos x="335" y="533"/>
                </a:cxn>
                <a:cxn ang="0">
                  <a:pos x="347" y="560"/>
                </a:cxn>
                <a:cxn ang="0">
                  <a:pos x="327" y="627"/>
                </a:cxn>
                <a:cxn ang="0">
                  <a:pos x="268" y="576"/>
                </a:cxn>
                <a:cxn ang="0">
                  <a:pos x="173" y="482"/>
                </a:cxn>
                <a:cxn ang="0">
                  <a:pos x="98" y="375"/>
                </a:cxn>
                <a:cxn ang="0">
                  <a:pos x="63" y="261"/>
                </a:cxn>
                <a:cxn ang="0">
                  <a:pos x="63" y="146"/>
                </a:cxn>
                <a:cxn ang="0">
                  <a:pos x="63" y="103"/>
                </a:cxn>
                <a:cxn ang="0">
                  <a:pos x="0" y="68"/>
                </a:cxn>
                <a:cxn ang="0">
                  <a:pos x="0" y="56"/>
                </a:cxn>
                <a:cxn ang="0">
                  <a:pos x="51" y="71"/>
                </a:cxn>
                <a:cxn ang="0">
                  <a:pos x="55" y="60"/>
                </a:cxn>
                <a:cxn ang="0">
                  <a:pos x="31" y="8"/>
                </a:cxn>
                <a:cxn ang="0">
                  <a:pos x="43" y="0"/>
                </a:cxn>
                <a:cxn ang="0">
                  <a:pos x="63" y="48"/>
                </a:cxn>
                <a:cxn ang="0">
                  <a:pos x="74" y="56"/>
                </a:cxn>
                <a:cxn ang="0">
                  <a:pos x="102" y="0"/>
                </a:cxn>
                <a:cxn ang="0">
                  <a:pos x="114" y="4"/>
                </a:cxn>
                <a:cxn ang="0">
                  <a:pos x="94" y="52"/>
                </a:cxn>
                <a:cxn ang="0">
                  <a:pos x="94" y="64"/>
                </a:cxn>
                <a:cxn ang="0">
                  <a:pos x="157" y="44"/>
                </a:cxn>
                <a:cxn ang="0">
                  <a:pos x="161" y="56"/>
                </a:cxn>
                <a:cxn ang="0">
                  <a:pos x="98" y="79"/>
                </a:cxn>
                <a:cxn ang="0">
                  <a:pos x="90" y="119"/>
                </a:cxn>
                <a:cxn ang="0">
                  <a:pos x="90" y="178"/>
                </a:cxn>
                <a:cxn ang="0">
                  <a:pos x="90" y="241"/>
                </a:cxn>
                <a:cxn ang="0">
                  <a:pos x="94" y="280"/>
                </a:cxn>
                <a:cxn ang="0">
                  <a:pos x="110" y="336"/>
                </a:cxn>
                <a:cxn ang="0">
                  <a:pos x="141" y="391"/>
                </a:cxn>
                <a:cxn ang="0">
                  <a:pos x="197" y="450"/>
                </a:cxn>
                <a:cxn ang="0">
                  <a:pos x="248" y="489"/>
                </a:cxn>
                <a:cxn ang="0">
                  <a:pos x="283" y="509"/>
                </a:cxn>
              </a:cxnLst>
              <a:rect l="0" t="0" r="r" b="b"/>
              <a:pathLst>
                <a:path w="347" h="627">
                  <a:moveTo>
                    <a:pt x="283" y="509"/>
                  </a:moveTo>
                  <a:lnTo>
                    <a:pt x="335" y="533"/>
                  </a:lnTo>
                  <a:lnTo>
                    <a:pt x="347" y="560"/>
                  </a:lnTo>
                  <a:lnTo>
                    <a:pt x="327" y="627"/>
                  </a:lnTo>
                  <a:lnTo>
                    <a:pt x="268" y="576"/>
                  </a:lnTo>
                  <a:lnTo>
                    <a:pt x="173" y="482"/>
                  </a:lnTo>
                  <a:lnTo>
                    <a:pt x="98" y="375"/>
                  </a:lnTo>
                  <a:lnTo>
                    <a:pt x="63" y="261"/>
                  </a:lnTo>
                  <a:lnTo>
                    <a:pt x="63" y="146"/>
                  </a:lnTo>
                  <a:lnTo>
                    <a:pt x="63" y="103"/>
                  </a:lnTo>
                  <a:lnTo>
                    <a:pt x="0" y="68"/>
                  </a:lnTo>
                  <a:lnTo>
                    <a:pt x="0" y="56"/>
                  </a:lnTo>
                  <a:lnTo>
                    <a:pt x="51" y="71"/>
                  </a:lnTo>
                  <a:lnTo>
                    <a:pt x="55" y="60"/>
                  </a:lnTo>
                  <a:lnTo>
                    <a:pt x="31" y="8"/>
                  </a:lnTo>
                  <a:lnTo>
                    <a:pt x="43" y="0"/>
                  </a:lnTo>
                  <a:lnTo>
                    <a:pt x="63" y="48"/>
                  </a:lnTo>
                  <a:lnTo>
                    <a:pt x="74" y="56"/>
                  </a:lnTo>
                  <a:lnTo>
                    <a:pt x="102" y="0"/>
                  </a:lnTo>
                  <a:lnTo>
                    <a:pt x="114" y="4"/>
                  </a:lnTo>
                  <a:lnTo>
                    <a:pt x="94" y="52"/>
                  </a:lnTo>
                  <a:lnTo>
                    <a:pt x="94" y="64"/>
                  </a:lnTo>
                  <a:lnTo>
                    <a:pt x="157" y="44"/>
                  </a:lnTo>
                  <a:lnTo>
                    <a:pt x="161" y="56"/>
                  </a:lnTo>
                  <a:lnTo>
                    <a:pt x="98" y="79"/>
                  </a:lnTo>
                  <a:lnTo>
                    <a:pt x="90" y="119"/>
                  </a:lnTo>
                  <a:lnTo>
                    <a:pt x="90" y="178"/>
                  </a:lnTo>
                  <a:lnTo>
                    <a:pt x="90" y="241"/>
                  </a:lnTo>
                  <a:lnTo>
                    <a:pt x="94" y="280"/>
                  </a:lnTo>
                  <a:lnTo>
                    <a:pt x="110" y="336"/>
                  </a:lnTo>
                  <a:lnTo>
                    <a:pt x="141" y="391"/>
                  </a:lnTo>
                  <a:lnTo>
                    <a:pt x="197" y="450"/>
                  </a:lnTo>
                  <a:lnTo>
                    <a:pt x="248" y="489"/>
                  </a:lnTo>
                  <a:lnTo>
                    <a:pt x="283" y="50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>
              <a:bevelT w="139700" h="139700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35" name="Freeform 24"/>
            <p:cNvSpPr>
              <a:spLocks/>
            </p:cNvSpPr>
            <p:nvPr/>
          </p:nvSpPr>
          <p:spPr bwMode="auto">
            <a:xfrm>
              <a:off x="2933" y="644"/>
              <a:ext cx="260" cy="497"/>
            </a:xfrm>
            <a:custGeom>
              <a:avLst/>
              <a:gdLst/>
              <a:ahLst/>
              <a:cxnLst>
                <a:cxn ang="0">
                  <a:pos x="177" y="383"/>
                </a:cxn>
                <a:cxn ang="0">
                  <a:pos x="122" y="411"/>
                </a:cxn>
                <a:cxn ang="0">
                  <a:pos x="67" y="423"/>
                </a:cxn>
                <a:cxn ang="0">
                  <a:pos x="12" y="426"/>
                </a:cxn>
                <a:cxn ang="0">
                  <a:pos x="0" y="438"/>
                </a:cxn>
                <a:cxn ang="0">
                  <a:pos x="0" y="482"/>
                </a:cxn>
                <a:cxn ang="0">
                  <a:pos x="32" y="497"/>
                </a:cxn>
                <a:cxn ang="0">
                  <a:pos x="95" y="474"/>
                </a:cxn>
                <a:cxn ang="0">
                  <a:pos x="177" y="438"/>
                </a:cxn>
                <a:cxn ang="0">
                  <a:pos x="228" y="403"/>
                </a:cxn>
                <a:cxn ang="0">
                  <a:pos x="260" y="375"/>
                </a:cxn>
                <a:cxn ang="0">
                  <a:pos x="252" y="288"/>
                </a:cxn>
                <a:cxn ang="0">
                  <a:pos x="217" y="182"/>
                </a:cxn>
                <a:cxn ang="0">
                  <a:pos x="193" y="123"/>
                </a:cxn>
                <a:cxn ang="0">
                  <a:pos x="189" y="91"/>
                </a:cxn>
                <a:cxn ang="0">
                  <a:pos x="236" y="52"/>
                </a:cxn>
                <a:cxn ang="0">
                  <a:pos x="232" y="40"/>
                </a:cxn>
                <a:cxn ang="0">
                  <a:pos x="197" y="68"/>
                </a:cxn>
                <a:cxn ang="0">
                  <a:pos x="189" y="60"/>
                </a:cxn>
                <a:cxn ang="0">
                  <a:pos x="205" y="4"/>
                </a:cxn>
                <a:cxn ang="0">
                  <a:pos x="193" y="4"/>
                </a:cxn>
                <a:cxn ang="0">
                  <a:pos x="177" y="56"/>
                </a:cxn>
                <a:cxn ang="0">
                  <a:pos x="169" y="52"/>
                </a:cxn>
                <a:cxn ang="0">
                  <a:pos x="162" y="0"/>
                </a:cxn>
                <a:cxn ang="0">
                  <a:pos x="146" y="4"/>
                </a:cxn>
                <a:cxn ang="0">
                  <a:pos x="158" y="64"/>
                </a:cxn>
                <a:cxn ang="0">
                  <a:pos x="150" y="64"/>
                </a:cxn>
                <a:cxn ang="0">
                  <a:pos x="106" y="28"/>
                </a:cxn>
                <a:cxn ang="0">
                  <a:pos x="102" y="40"/>
                </a:cxn>
                <a:cxn ang="0">
                  <a:pos x="142" y="79"/>
                </a:cxn>
                <a:cxn ang="0">
                  <a:pos x="158" y="103"/>
                </a:cxn>
                <a:cxn ang="0">
                  <a:pos x="169" y="146"/>
                </a:cxn>
                <a:cxn ang="0">
                  <a:pos x="193" y="213"/>
                </a:cxn>
                <a:cxn ang="0">
                  <a:pos x="213" y="284"/>
                </a:cxn>
                <a:cxn ang="0">
                  <a:pos x="213" y="344"/>
                </a:cxn>
                <a:cxn ang="0">
                  <a:pos x="213" y="367"/>
                </a:cxn>
                <a:cxn ang="0">
                  <a:pos x="177" y="383"/>
                </a:cxn>
              </a:cxnLst>
              <a:rect l="0" t="0" r="r" b="b"/>
              <a:pathLst>
                <a:path w="260" h="497">
                  <a:moveTo>
                    <a:pt x="177" y="383"/>
                  </a:moveTo>
                  <a:lnTo>
                    <a:pt x="122" y="411"/>
                  </a:lnTo>
                  <a:lnTo>
                    <a:pt x="67" y="423"/>
                  </a:lnTo>
                  <a:lnTo>
                    <a:pt x="12" y="426"/>
                  </a:lnTo>
                  <a:lnTo>
                    <a:pt x="0" y="438"/>
                  </a:lnTo>
                  <a:lnTo>
                    <a:pt x="0" y="482"/>
                  </a:lnTo>
                  <a:lnTo>
                    <a:pt x="32" y="497"/>
                  </a:lnTo>
                  <a:lnTo>
                    <a:pt x="95" y="474"/>
                  </a:lnTo>
                  <a:lnTo>
                    <a:pt x="177" y="438"/>
                  </a:lnTo>
                  <a:lnTo>
                    <a:pt x="228" y="403"/>
                  </a:lnTo>
                  <a:lnTo>
                    <a:pt x="260" y="375"/>
                  </a:lnTo>
                  <a:lnTo>
                    <a:pt x="252" y="288"/>
                  </a:lnTo>
                  <a:lnTo>
                    <a:pt x="217" y="182"/>
                  </a:lnTo>
                  <a:lnTo>
                    <a:pt x="193" y="123"/>
                  </a:lnTo>
                  <a:lnTo>
                    <a:pt x="189" y="91"/>
                  </a:lnTo>
                  <a:lnTo>
                    <a:pt x="236" y="52"/>
                  </a:lnTo>
                  <a:lnTo>
                    <a:pt x="232" y="40"/>
                  </a:lnTo>
                  <a:lnTo>
                    <a:pt x="197" y="68"/>
                  </a:lnTo>
                  <a:lnTo>
                    <a:pt x="189" y="60"/>
                  </a:lnTo>
                  <a:lnTo>
                    <a:pt x="205" y="4"/>
                  </a:lnTo>
                  <a:lnTo>
                    <a:pt x="193" y="4"/>
                  </a:lnTo>
                  <a:lnTo>
                    <a:pt x="177" y="56"/>
                  </a:lnTo>
                  <a:lnTo>
                    <a:pt x="169" y="52"/>
                  </a:lnTo>
                  <a:lnTo>
                    <a:pt x="162" y="0"/>
                  </a:lnTo>
                  <a:lnTo>
                    <a:pt x="146" y="4"/>
                  </a:lnTo>
                  <a:lnTo>
                    <a:pt x="158" y="64"/>
                  </a:lnTo>
                  <a:lnTo>
                    <a:pt x="150" y="64"/>
                  </a:lnTo>
                  <a:lnTo>
                    <a:pt x="106" y="28"/>
                  </a:lnTo>
                  <a:lnTo>
                    <a:pt x="102" y="40"/>
                  </a:lnTo>
                  <a:lnTo>
                    <a:pt x="142" y="79"/>
                  </a:lnTo>
                  <a:lnTo>
                    <a:pt x="158" y="103"/>
                  </a:lnTo>
                  <a:lnTo>
                    <a:pt x="169" y="146"/>
                  </a:lnTo>
                  <a:lnTo>
                    <a:pt x="193" y="213"/>
                  </a:lnTo>
                  <a:lnTo>
                    <a:pt x="213" y="284"/>
                  </a:lnTo>
                  <a:lnTo>
                    <a:pt x="213" y="344"/>
                  </a:lnTo>
                  <a:lnTo>
                    <a:pt x="213" y="367"/>
                  </a:lnTo>
                  <a:lnTo>
                    <a:pt x="177" y="3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>
              <a:bevelT w="139700" h="139700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</p:grpSp>
      <p:grpSp>
        <p:nvGrpSpPr>
          <p:cNvPr id="6151" name="Group 25"/>
          <p:cNvGrpSpPr>
            <a:grpSpLocks/>
          </p:cNvGrpSpPr>
          <p:nvPr/>
        </p:nvGrpSpPr>
        <p:grpSpPr bwMode="auto">
          <a:xfrm>
            <a:off x="4870184" y="3685959"/>
            <a:ext cx="990600" cy="771525"/>
            <a:chOff x="4560" y="2693"/>
            <a:chExt cx="1029" cy="914"/>
          </a:xfrm>
        </p:grpSpPr>
        <p:sp>
          <p:nvSpPr>
            <p:cNvPr id="37" name="Freeform 26"/>
            <p:cNvSpPr>
              <a:spLocks/>
            </p:cNvSpPr>
            <p:nvPr/>
          </p:nvSpPr>
          <p:spPr bwMode="auto">
            <a:xfrm>
              <a:off x="4630" y="2797"/>
              <a:ext cx="729" cy="778"/>
            </a:xfrm>
            <a:custGeom>
              <a:avLst/>
              <a:gdLst/>
              <a:ahLst/>
              <a:cxnLst>
                <a:cxn ang="0">
                  <a:pos x="79" y="0"/>
                </a:cxn>
                <a:cxn ang="0">
                  <a:pos x="80" y="261"/>
                </a:cxn>
                <a:cxn ang="0">
                  <a:pos x="9" y="451"/>
                </a:cxn>
                <a:cxn ang="0">
                  <a:pos x="311" y="696"/>
                </a:cxn>
                <a:cxn ang="0">
                  <a:pos x="0" y="1356"/>
                </a:cxn>
                <a:cxn ang="0">
                  <a:pos x="478" y="2334"/>
                </a:cxn>
                <a:cxn ang="0">
                  <a:pos x="1491" y="2203"/>
                </a:cxn>
                <a:cxn ang="0">
                  <a:pos x="2187" y="1602"/>
                </a:cxn>
                <a:cxn ang="0">
                  <a:pos x="1513" y="188"/>
                </a:cxn>
                <a:cxn ang="0">
                  <a:pos x="79" y="0"/>
                </a:cxn>
                <a:cxn ang="0">
                  <a:pos x="79" y="0"/>
                </a:cxn>
              </a:cxnLst>
              <a:rect l="0" t="0" r="r" b="b"/>
              <a:pathLst>
                <a:path w="2187" h="2334">
                  <a:moveTo>
                    <a:pt x="79" y="0"/>
                  </a:moveTo>
                  <a:lnTo>
                    <a:pt x="80" y="261"/>
                  </a:lnTo>
                  <a:lnTo>
                    <a:pt x="9" y="451"/>
                  </a:lnTo>
                  <a:lnTo>
                    <a:pt x="311" y="696"/>
                  </a:lnTo>
                  <a:lnTo>
                    <a:pt x="0" y="1356"/>
                  </a:lnTo>
                  <a:lnTo>
                    <a:pt x="478" y="2334"/>
                  </a:lnTo>
                  <a:lnTo>
                    <a:pt x="1491" y="2203"/>
                  </a:lnTo>
                  <a:lnTo>
                    <a:pt x="2187" y="1602"/>
                  </a:lnTo>
                  <a:lnTo>
                    <a:pt x="1513" y="188"/>
                  </a:lnTo>
                  <a:lnTo>
                    <a:pt x="79" y="0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38" name="Freeform 27"/>
            <p:cNvSpPr>
              <a:spLocks/>
            </p:cNvSpPr>
            <p:nvPr/>
          </p:nvSpPr>
          <p:spPr bwMode="auto">
            <a:xfrm>
              <a:off x="4605" y="3061"/>
              <a:ext cx="165" cy="278"/>
            </a:xfrm>
            <a:custGeom>
              <a:avLst/>
              <a:gdLst/>
              <a:ahLst/>
              <a:cxnLst>
                <a:cxn ang="0">
                  <a:pos x="255" y="0"/>
                </a:cxn>
                <a:cxn ang="0">
                  <a:pos x="0" y="42"/>
                </a:cxn>
                <a:cxn ang="0">
                  <a:pos x="31" y="116"/>
                </a:cxn>
                <a:cxn ang="0">
                  <a:pos x="495" y="834"/>
                </a:cxn>
                <a:cxn ang="0">
                  <a:pos x="289" y="108"/>
                </a:cxn>
                <a:cxn ang="0">
                  <a:pos x="255" y="0"/>
                </a:cxn>
                <a:cxn ang="0">
                  <a:pos x="255" y="0"/>
                </a:cxn>
              </a:cxnLst>
              <a:rect l="0" t="0" r="r" b="b"/>
              <a:pathLst>
                <a:path w="495" h="834">
                  <a:moveTo>
                    <a:pt x="255" y="0"/>
                  </a:moveTo>
                  <a:lnTo>
                    <a:pt x="0" y="42"/>
                  </a:lnTo>
                  <a:lnTo>
                    <a:pt x="31" y="116"/>
                  </a:lnTo>
                  <a:lnTo>
                    <a:pt x="495" y="834"/>
                  </a:lnTo>
                  <a:lnTo>
                    <a:pt x="289" y="108"/>
                  </a:lnTo>
                  <a:lnTo>
                    <a:pt x="255" y="0"/>
                  </a:lnTo>
                  <a:lnTo>
                    <a:pt x="255" y="0"/>
                  </a:lnTo>
                  <a:close/>
                </a:path>
              </a:pathLst>
            </a:custGeom>
            <a:solidFill>
              <a:srgbClr val="CCCCFF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39" name="Freeform 28"/>
            <p:cNvSpPr>
              <a:spLocks/>
            </p:cNvSpPr>
            <p:nvPr/>
          </p:nvSpPr>
          <p:spPr bwMode="auto">
            <a:xfrm>
              <a:off x="4584" y="3197"/>
              <a:ext cx="410" cy="390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0" y="79"/>
                </a:cxn>
                <a:cxn ang="0">
                  <a:pos x="558" y="1170"/>
                </a:cxn>
                <a:cxn ang="0">
                  <a:pos x="1231" y="1134"/>
                </a:cxn>
                <a:cxn ang="0">
                  <a:pos x="612" y="1007"/>
                </a:cxn>
                <a:cxn ang="0">
                  <a:pos x="173" y="133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1231" h="1170">
                  <a:moveTo>
                    <a:pt x="210" y="0"/>
                  </a:moveTo>
                  <a:lnTo>
                    <a:pt x="0" y="79"/>
                  </a:lnTo>
                  <a:lnTo>
                    <a:pt x="558" y="1170"/>
                  </a:lnTo>
                  <a:lnTo>
                    <a:pt x="1231" y="1134"/>
                  </a:lnTo>
                  <a:lnTo>
                    <a:pt x="612" y="1007"/>
                  </a:lnTo>
                  <a:lnTo>
                    <a:pt x="173" y="133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CCCCFF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40" name="Freeform 29"/>
            <p:cNvSpPr>
              <a:spLocks/>
            </p:cNvSpPr>
            <p:nvPr/>
          </p:nvSpPr>
          <p:spPr bwMode="auto">
            <a:xfrm>
              <a:off x="4569" y="2701"/>
              <a:ext cx="481" cy="243"/>
            </a:xfrm>
            <a:custGeom>
              <a:avLst/>
              <a:gdLst/>
              <a:ahLst/>
              <a:cxnLst>
                <a:cxn ang="0">
                  <a:pos x="1246" y="0"/>
                </a:cxn>
                <a:cxn ang="0">
                  <a:pos x="16" y="234"/>
                </a:cxn>
                <a:cxn ang="0">
                  <a:pos x="0" y="285"/>
                </a:cxn>
                <a:cxn ang="0">
                  <a:pos x="1183" y="728"/>
                </a:cxn>
                <a:cxn ang="0">
                  <a:pos x="1442" y="622"/>
                </a:cxn>
                <a:cxn ang="0">
                  <a:pos x="719" y="387"/>
                </a:cxn>
                <a:cxn ang="0">
                  <a:pos x="1285" y="64"/>
                </a:cxn>
                <a:cxn ang="0">
                  <a:pos x="1246" y="0"/>
                </a:cxn>
                <a:cxn ang="0">
                  <a:pos x="1246" y="0"/>
                </a:cxn>
              </a:cxnLst>
              <a:rect l="0" t="0" r="r" b="b"/>
              <a:pathLst>
                <a:path w="1442" h="728">
                  <a:moveTo>
                    <a:pt x="1246" y="0"/>
                  </a:moveTo>
                  <a:lnTo>
                    <a:pt x="16" y="234"/>
                  </a:lnTo>
                  <a:lnTo>
                    <a:pt x="0" y="285"/>
                  </a:lnTo>
                  <a:lnTo>
                    <a:pt x="1183" y="728"/>
                  </a:lnTo>
                  <a:lnTo>
                    <a:pt x="1442" y="622"/>
                  </a:lnTo>
                  <a:lnTo>
                    <a:pt x="719" y="387"/>
                  </a:lnTo>
                  <a:lnTo>
                    <a:pt x="1285" y="64"/>
                  </a:lnTo>
                  <a:lnTo>
                    <a:pt x="1246" y="0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rgbClr val="F09999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41" name="Freeform 30"/>
            <p:cNvSpPr>
              <a:spLocks/>
            </p:cNvSpPr>
            <p:nvPr/>
          </p:nvSpPr>
          <p:spPr bwMode="auto">
            <a:xfrm>
              <a:off x="4581" y="2908"/>
              <a:ext cx="512" cy="232"/>
            </a:xfrm>
            <a:custGeom>
              <a:avLst/>
              <a:gdLst/>
              <a:ahLst/>
              <a:cxnLst>
                <a:cxn ang="0">
                  <a:pos x="205" y="0"/>
                </a:cxn>
                <a:cxn ang="0">
                  <a:pos x="0" y="85"/>
                </a:cxn>
                <a:cxn ang="0">
                  <a:pos x="0" y="146"/>
                </a:cxn>
                <a:cxn ang="0">
                  <a:pos x="1149" y="695"/>
                </a:cxn>
                <a:cxn ang="0">
                  <a:pos x="1515" y="584"/>
                </a:cxn>
                <a:cxn ang="0">
                  <a:pos x="1537" y="485"/>
                </a:cxn>
                <a:cxn ang="0">
                  <a:pos x="1340" y="469"/>
                </a:cxn>
                <a:cxn ang="0">
                  <a:pos x="1144" y="542"/>
                </a:cxn>
                <a:cxn ang="0">
                  <a:pos x="176" y="109"/>
                </a:cxn>
                <a:cxn ang="0">
                  <a:pos x="205" y="0"/>
                </a:cxn>
                <a:cxn ang="0">
                  <a:pos x="205" y="0"/>
                </a:cxn>
              </a:cxnLst>
              <a:rect l="0" t="0" r="r" b="b"/>
              <a:pathLst>
                <a:path w="1537" h="695">
                  <a:moveTo>
                    <a:pt x="205" y="0"/>
                  </a:moveTo>
                  <a:lnTo>
                    <a:pt x="0" y="85"/>
                  </a:lnTo>
                  <a:lnTo>
                    <a:pt x="0" y="146"/>
                  </a:lnTo>
                  <a:lnTo>
                    <a:pt x="1149" y="695"/>
                  </a:lnTo>
                  <a:lnTo>
                    <a:pt x="1515" y="584"/>
                  </a:lnTo>
                  <a:lnTo>
                    <a:pt x="1537" y="485"/>
                  </a:lnTo>
                  <a:lnTo>
                    <a:pt x="1340" y="469"/>
                  </a:lnTo>
                  <a:lnTo>
                    <a:pt x="1144" y="542"/>
                  </a:lnTo>
                  <a:lnTo>
                    <a:pt x="176" y="109"/>
                  </a:lnTo>
                  <a:lnTo>
                    <a:pt x="205" y="0"/>
                  </a:lnTo>
                  <a:lnTo>
                    <a:pt x="205" y="0"/>
                  </a:lnTo>
                  <a:close/>
                </a:path>
              </a:pathLst>
            </a:custGeom>
            <a:solidFill>
              <a:srgbClr val="F09999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42" name="Freeform 31"/>
            <p:cNvSpPr>
              <a:spLocks/>
            </p:cNvSpPr>
            <p:nvPr/>
          </p:nvSpPr>
          <p:spPr bwMode="auto">
            <a:xfrm>
              <a:off x="4671" y="3018"/>
              <a:ext cx="386" cy="307"/>
            </a:xfrm>
            <a:custGeom>
              <a:avLst/>
              <a:gdLst/>
              <a:ahLst/>
              <a:cxnLst>
                <a:cxn ang="0">
                  <a:pos x="5" y="50"/>
                </a:cxn>
                <a:cxn ang="0">
                  <a:pos x="0" y="154"/>
                </a:cxn>
                <a:cxn ang="0">
                  <a:pos x="9" y="268"/>
                </a:cxn>
                <a:cxn ang="0">
                  <a:pos x="67" y="327"/>
                </a:cxn>
                <a:cxn ang="0">
                  <a:pos x="193" y="357"/>
                </a:cxn>
                <a:cxn ang="0">
                  <a:pos x="685" y="719"/>
                </a:cxn>
                <a:cxn ang="0">
                  <a:pos x="903" y="886"/>
                </a:cxn>
                <a:cxn ang="0">
                  <a:pos x="1060" y="920"/>
                </a:cxn>
                <a:cxn ang="0">
                  <a:pos x="1039" y="711"/>
                </a:cxn>
                <a:cxn ang="0">
                  <a:pos x="1158" y="396"/>
                </a:cxn>
                <a:cxn ang="0">
                  <a:pos x="916" y="384"/>
                </a:cxn>
                <a:cxn ang="0">
                  <a:pos x="43" y="0"/>
                </a:cxn>
                <a:cxn ang="0">
                  <a:pos x="5" y="50"/>
                </a:cxn>
                <a:cxn ang="0">
                  <a:pos x="5" y="50"/>
                </a:cxn>
              </a:cxnLst>
              <a:rect l="0" t="0" r="r" b="b"/>
              <a:pathLst>
                <a:path w="1158" h="920">
                  <a:moveTo>
                    <a:pt x="5" y="50"/>
                  </a:moveTo>
                  <a:lnTo>
                    <a:pt x="0" y="154"/>
                  </a:lnTo>
                  <a:lnTo>
                    <a:pt x="9" y="268"/>
                  </a:lnTo>
                  <a:lnTo>
                    <a:pt x="67" y="327"/>
                  </a:lnTo>
                  <a:lnTo>
                    <a:pt x="193" y="357"/>
                  </a:lnTo>
                  <a:lnTo>
                    <a:pt x="685" y="719"/>
                  </a:lnTo>
                  <a:lnTo>
                    <a:pt x="903" y="886"/>
                  </a:lnTo>
                  <a:lnTo>
                    <a:pt x="1060" y="920"/>
                  </a:lnTo>
                  <a:lnTo>
                    <a:pt x="1039" y="711"/>
                  </a:lnTo>
                  <a:lnTo>
                    <a:pt x="1158" y="396"/>
                  </a:lnTo>
                  <a:lnTo>
                    <a:pt x="916" y="384"/>
                  </a:lnTo>
                  <a:lnTo>
                    <a:pt x="43" y="0"/>
                  </a:lnTo>
                  <a:lnTo>
                    <a:pt x="5" y="50"/>
                  </a:lnTo>
                  <a:lnTo>
                    <a:pt x="5" y="50"/>
                  </a:lnTo>
                  <a:close/>
                </a:path>
              </a:pathLst>
            </a:custGeom>
            <a:solidFill>
              <a:srgbClr val="F7A856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43" name="Freeform 32"/>
            <p:cNvSpPr>
              <a:spLocks/>
            </p:cNvSpPr>
            <p:nvPr/>
          </p:nvSpPr>
          <p:spPr bwMode="auto">
            <a:xfrm>
              <a:off x="4906" y="2757"/>
              <a:ext cx="468" cy="110"/>
            </a:xfrm>
            <a:custGeom>
              <a:avLst/>
              <a:gdLst/>
              <a:ahLst/>
              <a:cxnLst>
                <a:cxn ang="0">
                  <a:pos x="0" y="249"/>
                </a:cxn>
                <a:cxn ang="0">
                  <a:pos x="45" y="233"/>
                </a:cxn>
                <a:cxn ang="0">
                  <a:pos x="162" y="202"/>
                </a:cxn>
                <a:cxn ang="0">
                  <a:pos x="239" y="184"/>
                </a:cxn>
                <a:cxn ang="0">
                  <a:pos x="325" y="162"/>
                </a:cxn>
                <a:cxn ang="0">
                  <a:pos x="417" y="141"/>
                </a:cxn>
                <a:cxn ang="0">
                  <a:pos x="513" y="118"/>
                </a:cxn>
                <a:cxn ang="0">
                  <a:pos x="608" y="96"/>
                </a:cxn>
                <a:cxn ang="0">
                  <a:pos x="700" y="74"/>
                </a:cxn>
                <a:cxn ang="0">
                  <a:pos x="787" y="54"/>
                </a:cxn>
                <a:cxn ang="0">
                  <a:pos x="863" y="37"/>
                </a:cxn>
                <a:cxn ang="0">
                  <a:pos x="979" y="10"/>
                </a:cxn>
                <a:cxn ang="0">
                  <a:pos x="1023" y="0"/>
                </a:cxn>
                <a:cxn ang="0">
                  <a:pos x="1402" y="64"/>
                </a:cxn>
                <a:cxn ang="0">
                  <a:pos x="134" y="332"/>
                </a:cxn>
                <a:cxn ang="0">
                  <a:pos x="0" y="249"/>
                </a:cxn>
                <a:cxn ang="0">
                  <a:pos x="0" y="249"/>
                </a:cxn>
              </a:cxnLst>
              <a:rect l="0" t="0" r="r" b="b"/>
              <a:pathLst>
                <a:path w="1402" h="332">
                  <a:moveTo>
                    <a:pt x="0" y="249"/>
                  </a:moveTo>
                  <a:lnTo>
                    <a:pt x="45" y="233"/>
                  </a:lnTo>
                  <a:lnTo>
                    <a:pt x="162" y="202"/>
                  </a:lnTo>
                  <a:lnTo>
                    <a:pt x="239" y="184"/>
                  </a:lnTo>
                  <a:lnTo>
                    <a:pt x="325" y="162"/>
                  </a:lnTo>
                  <a:lnTo>
                    <a:pt x="417" y="141"/>
                  </a:lnTo>
                  <a:lnTo>
                    <a:pt x="513" y="118"/>
                  </a:lnTo>
                  <a:lnTo>
                    <a:pt x="608" y="96"/>
                  </a:lnTo>
                  <a:lnTo>
                    <a:pt x="700" y="74"/>
                  </a:lnTo>
                  <a:lnTo>
                    <a:pt x="787" y="54"/>
                  </a:lnTo>
                  <a:lnTo>
                    <a:pt x="863" y="37"/>
                  </a:lnTo>
                  <a:lnTo>
                    <a:pt x="979" y="10"/>
                  </a:lnTo>
                  <a:lnTo>
                    <a:pt x="1023" y="0"/>
                  </a:lnTo>
                  <a:lnTo>
                    <a:pt x="1402" y="64"/>
                  </a:lnTo>
                  <a:lnTo>
                    <a:pt x="134" y="332"/>
                  </a:lnTo>
                  <a:lnTo>
                    <a:pt x="0" y="249"/>
                  </a:lnTo>
                  <a:lnTo>
                    <a:pt x="0" y="249"/>
                  </a:lnTo>
                  <a:close/>
                </a:path>
              </a:pathLst>
            </a:custGeom>
            <a:solidFill>
              <a:srgbClr val="F0EAB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44" name="Freeform 33"/>
            <p:cNvSpPr>
              <a:spLocks/>
            </p:cNvSpPr>
            <p:nvPr/>
          </p:nvSpPr>
          <p:spPr bwMode="auto">
            <a:xfrm>
              <a:off x="4899" y="3158"/>
              <a:ext cx="74" cy="119"/>
            </a:xfrm>
            <a:custGeom>
              <a:avLst/>
              <a:gdLst/>
              <a:ahLst/>
              <a:cxnLst>
                <a:cxn ang="0">
                  <a:pos x="65" y="0"/>
                </a:cxn>
                <a:cxn ang="0">
                  <a:pos x="222" y="18"/>
                </a:cxn>
                <a:cxn ang="0">
                  <a:pos x="116" y="205"/>
                </a:cxn>
                <a:cxn ang="0">
                  <a:pos x="95" y="355"/>
                </a:cxn>
                <a:cxn ang="0">
                  <a:pos x="0" y="298"/>
                </a:cxn>
                <a:cxn ang="0">
                  <a:pos x="22" y="68"/>
                </a:cxn>
                <a:cxn ang="0">
                  <a:pos x="65" y="0"/>
                </a:cxn>
                <a:cxn ang="0">
                  <a:pos x="65" y="0"/>
                </a:cxn>
              </a:cxnLst>
              <a:rect l="0" t="0" r="r" b="b"/>
              <a:pathLst>
                <a:path w="222" h="355">
                  <a:moveTo>
                    <a:pt x="65" y="0"/>
                  </a:moveTo>
                  <a:lnTo>
                    <a:pt x="222" y="18"/>
                  </a:lnTo>
                  <a:lnTo>
                    <a:pt x="116" y="205"/>
                  </a:lnTo>
                  <a:lnTo>
                    <a:pt x="95" y="355"/>
                  </a:lnTo>
                  <a:lnTo>
                    <a:pt x="0" y="298"/>
                  </a:lnTo>
                  <a:lnTo>
                    <a:pt x="22" y="68"/>
                  </a:lnTo>
                  <a:lnTo>
                    <a:pt x="65" y="0"/>
                  </a:lnTo>
                  <a:lnTo>
                    <a:pt x="65" y="0"/>
                  </a:lnTo>
                  <a:close/>
                </a:path>
              </a:pathLst>
            </a:custGeom>
            <a:solidFill>
              <a:srgbClr val="F0EAB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45" name="Freeform 34"/>
            <p:cNvSpPr>
              <a:spLocks/>
            </p:cNvSpPr>
            <p:nvPr/>
          </p:nvSpPr>
          <p:spPr bwMode="auto">
            <a:xfrm>
              <a:off x="4846" y="3276"/>
              <a:ext cx="120" cy="70"/>
            </a:xfrm>
            <a:custGeom>
              <a:avLst/>
              <a:gdLst/>
              <a:ahLst/>
              <a:cxnLst>
                <a:cxn ang="0">
                  <a:pos x="0" y="14"/>
                </a:cxn>
                <a:cxn ang="0">
                  <a:pos x="148" y="0"/>
                </a:cxn>
                <a:cxn ang="0">
                  <a:pos x="360" y="171"/>
                </a:cxn>
                <a:cxn ang="0">
                  <a:pos x="37" y="210"/>
                </a:cxn>
                <a:cxn ang="0">
                  <a:pos x="0" y="14"/>
                </a:cxn>
                <a:cxn ang="0">
                  <a:pos x="0" y="14"/>
                </a:cxn>
              </a:cxnLst>
              <a:rect l="0" t="0" r="r" b="b"/>
              <a:pathLst>
                <a:path w="360" h="210">
                  <a:moveTo>
                    <a:pt x="0" y="14"/>
                  </a:moveTo>
                  <a:lnTo>
                    <a:pt x="148" y="0"/>
                  </a:lnTo>
                  <a:lnTo>
                    <a:pt x="360" y="171"/>
                  </a:lnTo>
                  <a:lnTo>
                    <a:pt x="37" y="210"/>
                  </a:lnTo>
                  <a:lnTo>
                    <a:pt x="0" y="14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0EAB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46" name="Freeform 35"/>
            <p:cNvSpPr>
              <a:spLocks/>
            </p:cNvSpPr>
            <p:nvPr/>
          </p:nvSpPr>
          <p:spPr bwMode="auto">
            <a:xfrm>
              <a:off x="4813" y="3353"/>
              <a:ext cx="675" cy="213"/>
            </a:xfrm>
            <a:custGeom>
              <a:avLst/>
              <a:gdLst/>
              <a:ahLst/>
              <a:cxnLst>
                <a:cxn ang="0">
                  <a:pos x="132" y="257"/>
                </a:cxn>
                <a:cxn ang="0">
                  <a:pos x="111" y="384"/>
                </a:cxn>
                <a:cxn ang="0">
                  <a:pos x="0" y="512"/>
                </a:cxn>
                <a:cxn ang="0">
                  <a:pos x="481" y="640"/>
                </a:cxn>
                <a:cxn ang="0">
                  <a:pos x="1435" y="551"/>
                </a:cxn>
                <a:cxn ang="0">
                  <a:pos x="1503" y="524"/>
                </a:cxn>
                <a:cxn ang="0">
                  <a:pos x="1630" y="551"/>
                </a:cxn>
                <a:cxn ang="0">
                  <a:pos x="1741" y="537"/>
                </a:cxn>
                <a:cxn ang="0">
                  <a:pos x="1864" y="517"/>
                </a:cxn>
                <a:cxn ang="0">
                  <a:pos x="1893" y="494"/>
                </a:cxn>
                <a:cxn ang="0">
                  <a:pos x="1939" y="455"/>
                </a:cxn>
                <a:cxn ang="0">
                  <a:pos x="1982" y="417"/>
                </a:cxn>
                <a:cxn ang="0">
                  <a:pos x="2001" y="401"/>
                </a:cxn>
                <a:cxn ang="0">
                  <a:pos x="2026" y="159"/>
                </a:cxn>
                <a:cxn ang="0">
                  <a:pos x="1890" y="0"/>
                </a:cxn>
                <a:cxn ang="0">
                  <a:pos x="1226" y="120"/>
                </a:cxn>
                <a:cxn ang="0">
                  <a:pos x="132" y="257"/>
                </a:cxn>
                <a:cxn ang="0">
                  <a:pos x="132" y="257"/>
                </a:cxn>
              </a:cxnLst>
              <a:rect l="0" t="0" r="r" b="b"/>
              <a:pathLst>
                <a:path w="2026" h="640">
                  <a:moveTo>
                    <a:pt x="132" y="257"/>
                  </a:moveTo>
                  <a:lnTo>
                    <a:pt x="111" y="384"/>
                  </a:lnTo>
                  <a:lnTo>
                    <a:pt x="0" y="512"/>
                  </a:lnTo>
                  <a:lnTo>
                    <a:pt x="481" y="640"/>
                  </a:lnTo>
                  <a:lnTo>
                    <a:pt x="1435" y="551"/>
                  </a:lnTo>
                  <a:lnTo>
                    <a:pt x="1503" y="524"/>
                  </a:lnTo>
                  <a:lnTo>
                    <a:pt x="1630" y="551"/>
                  </a:lnTo>
                  <a:lnTo>
                    <a:pt x="1741" y="537"/>
                  </a:lnTo>
                  <a:lnTo>
                    <a:pt x="1864" y="517"/>
                  </a:lnTo>
                  <a:lnTo>
                    <a:pt x="1893" y="494"/>
                  </a:lnTo>
                  <a:lnTo>
                    <a:pt x="1939" y="455"/>
                  </a:lnTo>
                  <a:lnTo>
                    <a:pt x="1982" y="417"/>
                  </a:lnTo>
                  <a:lnTo>
                    <a:pt x="2001" y="401"/>
                  </a:lnTo>
                  <a:lnTo>
                    <a:pt x="2026" y="159"/>
                  </a:lnTo>
                  <a:lnTo>
                    <a:pt x="1890" y="0"/>
                  </a:lnTo>
                  <a:lnTo>
                    <a:pt x="1226" y="120"/>
                  </a:lnTo>
                  <a:lnTo>
                    <a:pt x="132" y="257"/>
                  </a:lnTo>
                  <a:lnTo>
                    <a:pt x="132" y="257"/>
                  </a:lnTo>
                  <a:close/>
                </a:path>
              </a:pathLst>
            </a:custGeom>
            <a:solidFill>
              <a:srgbClr val="D1BABA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47" name="Freeform 36"/>
            <p:cNvSpPr>
              <a:spLocks/>
            </p:cNvSpPr>
            <p:nvPr/>
          </p:nvSpPr>
          <p:spPr bwMode="auto">
            <a:xfrm>
              <a:off x="4629" y="3080"/>
              <a:ext cx="869" cy="491"/>
            </a:xfrm>
            <a:custGeom>
              <a:avLst/>
              <a:gdLst/>
              <a:ahLst/>
              <a:cxnLst>
                <a:cxn ang="0">
                  <a:pos x="13" y="26"/>
                </a:cxn>
                <a:cxn ang="0">
                  <a:pos x="115" y="0"/>
                </a:cxn>
                <a:cxn ang="0">
                  <a:pos x="175" y="158"/>
                </a:cxn>
                <a:cxn ang="0">
                  <a:pos x="260" y="181"/>
                </a:cxn>
                <a:cxn ang="0">
                  <a:pos x="750" y="537"/>
                </a:cxn>
                <a:cxn ang="0">
                  <a:pos x="570" y="580"/>
                </a:cxn>
                <a:cxn ang="0">
                  <a:pos x="689" y="797"/>
                </a:cxn>
                <a:cxn ang="0">
                  <a:pos x="1094" y="754"/>
                </a:cxn>
                <a:cxn ang="0">
                  <a:pos x="1358" y="835"/>
                </a:cxn>
                <a:cxn ang="0">
                  <a:pos x="2090" y="601"/>
                </a:cxn>
                <a:cxn ang="0">
                  <a:pos x="2456" y="622"/>
                </a:cxn>
                <a:cxn ang="0">
                  <a:pos x="2609" y="826"/>
                </a:cxn>
                <a:cxn ang="0">
                  <a:pos x="2568" y="1216"/>
                </a:cxn>
                <a:cxn ang="0">
                  <a:pos x="2435" y="1325"/>
                </a:cxn>
                <a:cxn ang="0">
                  <a:pos x="2162" y="1375"/>
                </a:cxn>
                <a:cxn ang="0">
                  <a:pos x="2035" y="1346"/>
                </a:cxn>
                <a:cxn ang="0">
                  <a:pos x="1933" y="1380"/>
                </a:cxn>
                <a:cxn ang="0">
                  <a:pos x="950" y="1473"/>
                </a:cxn>
                <a:cxn ang="0">
                  <a:pos x="478" y="1358"/>
                </a:cxn>
                <a:cxn ang="0">
                  <a:pos x="821" y="1307"/>
                </a:cxn>
                <a:cxn ang="0">
                  <a:pos x="2176" y="1201"/>
                </a:cxn>
                <a:cxn ang="0">
                  <a:pos x="2392" y="1188"/>
                </a:cxn>
                <a:cxn ang="0">
                  <a:pos x="2477" y="988"/>
                </a:cxn>
                <a:cxn ang="0">
                  <a:pos x="2463" y="966"/>
                </a:cxn>
                <a:cxn ang="0">
                  <a:pos x="2432" y="915"/>
                </a:cxn>
                <a:cxn ang="0">
                  <a:pos x="2414" y="888"/>
                </a:cxn>
                <a:cxn ang="0">
                  <a:pos x="2398" y="863"/>
                </a:cxn>
                <a:cxn ang="0">
                  <a:pos x="2375" y="835"/>
                </a:cxn>
                <a:cxn ang="0">
                  <a:pos x="2160" y="857"/>
                </a:cxn>
                <a:cxn ang="0">
                  <a:pos x="2021" y="876"/>
                </a:cxn>
                <a:cxn ang="0">
                  <a:pos x="1958" y="886"/>
                </a:cxn>
                <a:cxn ang="0">
                  <a:pos x="668" y="1035"/>
                </a:cxn>
                <a:cxn ang="0">
                  <a:pos x="599" y="1054"/>
                </a:cxn>
                <a:cxn ang="0">
                  <a:pos x="0" y="102"/>
                </a:cxn>
                <a:cxn ang="0">
                  <a:pos x="391" y="605"/>
                </a:cxn>
                <a:cxn ang="0">
                  <a:pos x="13" y="26"/>
                </a:cxn>
                <a:cxn ang="0">
                  <a:pos x="13" y="26"/>
                </a:cxn>
              </a:cxnLst>
              <a:rect l="0" t="0" r="r" b="b"/>
              <a:pathLst>
                <a:path w="2609" h="1473">
                  <a:moveTo>
                    <a:pt x="13" y="26"/>
                  </a:moveTo>
                  <a:lnTo>
                    <a:pt x="115" y="0"/>
                  </a:lnTo>
                  <a:lnTo>
                    <a:pt x="175" y="158"/>
                  </a:lnTo>
                  <a:lnTo>
                    <a:pt x="260" y="181"/>
                  </a:lnTo>
                  <a:lnTo>
                    <a:pt x="750" y="537"/>
                  </a:lnTo>
                  <a:lnTo>
                    <a:pt x="570" y="580"/>
                  </a:lnTo>
                  <a:lnTo>
                    <a:pt x="689" y="797"/>
                  </a:lnTo>
                  <a:lnTo>
                    <a:pt x="1094" y="754"/>
                  </a:lnTo>
                  <a:lnTo>
                    <a:pt x="1358" y="835"/>
                  </a:lnTo>
                  <a:lnTo>
                    <a:pt x="2090" y="601"/>
                  </a:lnTo>
                  <a:lnTo>
                    <a:pt x="2456" y="622"/>
                  </a:lnTo>
                  <a:lnTo>
                    <a:pt x="2609" y="826"/>
                  </a:lnTo>
                  <a:lnTo>
                    <a:pt x="2568" y="1216"/>
                  </a:lnTo>
                  <a:lnTo>
                    <a:pt x="2435" y="1325"/>
                  </a:lnTo>
                  <a:lnTo>
                    <a:pt x="2162" y="1375"/>
                  </a:lnTo>
                  <a:lnTo>
                    <a:pt x="2035" y="1346"/>
                  </a:lnTo>
                  <a:lnTo>
                    <a:pt x="1933" y="1380"/>
                  </a:lnTo>
                  <a:lnTo>
                    <a:pt x="950" y="1473"/>
                  </a:lnTo>
                  <a:lnTo>
                    <a:pt x="478" y="1358"/>
                  </a:lnTo>
                  <a:lnTo>
                    <a:pt x="821" y="1307"/>
                  </a:lnTo>
                  <a:lnTo>
                    <a:pt x="2176" y="1201"/>
                  </a:lnTo>
                  <a:lnTo>
                    <a:pt x="2392" y="1188"/>
                  </a:lnTo>
                  <a:lnTo>
                    <a:pt x="2477" y="988"/>
                  </a:lnTo>
                  <a:lnTo>
                    <a:pt x="2463" y="966"/>
                  </a:lnTo>
                  <a:lnTo>
                    <a:pt x="2432" y="915"/>
                  </a:lnTo>
                  <a:lnTo>
                    <a:pt x="2414" y="888"/>
                  </a:lnTo>
                  <a:lnTo>
                    <a:pt x="2398" y="863"/>
                  </a:lnTo>
                  <a:lnTo>
                    <a:pt x="2375" y="835"/>
                  </a:lnTo>
                  <a:lnTo>
                    <a:pt x="2160" y="857"/>
                  </a:lnTo>
                  <a:lnTo>
                    <a:pt x="2021" y="876"/>
                  </a:lnTo>
                  <a:lnTo>
                    <a:pt x="1958" y="886"/>
                  </a:lnTo>
                  <a:lnTo>
                    <a:pt x="668" y="1035"/>
                  </a:lnTo>
                  <a:lnTo>
                    <a:pt x="599" y="1054"/>
                  </a:lnTo>
                  <a:lnTo>
                    <a:pt x="0" y="102"/>
                  </a:lnTo>
                  <a:lnTo>
                    <a:pt x="391" y="605"/>
                  </a:lnTo>
                  <a:lnTo>
                    <a:pt x="13" y="26"/>
                  </a:lnTo>
                  <a:lnTo>
                    <a:pt x="13" y="26"/>
                  </a:lnTo>
                  <a:close/>
                </a:path>
              </a:pathLst>
            </a:custGeom>
            <a:solidFill>
              <a:srgbClr val="7A7AAD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48" name="Freeform 37"/>
            <p:cNvSpPr>
              <a:spLocks/>
            </p:cNvSpPr>
            <p:nvPr/>
          </p:nvSpPr>
          <p:spPr bwMode="auto">
            <a:xfrm>
              <a:off x="5224" y="3272"/>
              <a:ext cx="169" cy="51"/>
            </a:xfrm>
            <a:custGeom>
              <a:avLst/>
              <a:gdLst/>
              <a:ahLst/>
              <a:cxnLst>
                <a:cxn ang="0">
                  <a:pos x="0" y="152"/>
                </a:cxn>
                <a:cxn ang="0">
                  <a:pos x="361" y="137"/>
                </a:cxn>
                <a:cxn ang="0">
                  <a:pos x="505" y="121"/>
                </a:cxn>
                <a:cxn ang="0">
                  <a:pos x="443" y="58"/>
                </a:cxn>
                <a:cxn ang="0">
                  <a:pos x="465" y="0"/>
                </a:cxn>
                <a:cxn ang="0">
                  <a:pos x="324" y="25"/>
                </a:cxn>
                <a:cxn ang="0">
                  <a:pos x="132" y="106"/>
                </a:cxn>
                <a:cxn ang="0">
                  <a:pos x="0" y="152"/>
                </a:cxn>
                <a:cxn ang="0">
                  <a:pos x="0" y="152"/>
                </a:cxn>
              </a:cxnLst>
              <a:rect l="0" t="0" r="r" b="b"/>
              <a:pathLst>
                <a:path w="505" h="152">
                  <a:moveTo>
                    <a:pt x="0" y="152"/>
                  </a:moveTo>
                  <a:lnTo>
                    <a:pt x="361" y="137"/>
                  </a:lnTo>
                  <a:lnTo>
                    <a:pt x="505" y="121"/>
                  </a:lnTo>
                  <a:lnTo>
                    <a:pt x="443" y="58"/>
                  </a:lnTo>
                  <a:lnTo>
                    <a:pt x="465" y="0"/>
                  </a:lnTo>
                  <a:lnTo>
                    <a:pt x="324" y="25"/>
                  </a:lnTo>
                  <a:lnTo>
                    <a:pt x="132" y="106"/>
                  </a:lnTo>
                  <a:lnTo>
                    <a:pt x="0" y="152"/>
                  </a:lnTo>
                  <a:lnTo>
                    <a:pt x="0" y="152"/>
                  </a:lnTo>
                  <a:close/>
                </a:path>
              </a:pathLst>
            </a:custGeom>
            <a:solidFill>
              <a:srgbClr val="948D4D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49" name="Freeform 38"/>
            <p:cNvSpPr>
              <a:spLocks/>
            </p:cNvSpPr>
            <p:nvPr/>
          </p:nvSpPr>
          <p:spPr bwMode="auto">
            <a:xfrm>
              <a:off x="4890" y="3141"/>
              <a:ext cx="75" cy="136"/>
            </a:xfrm>
            <a:custGeom>
              <a:avLst/>
              <a:gdLst/>
              <a:ahLst/>
              <a:cxnLst>
                <a:cxn ang="0">
                  <a:pos x="7" y="358"/>
                </a:cxn>
                <a:cxn ang="0">
                  <a:pos x="0" y="226"/>
                </a:cxn>
                <a:cxn ang="0">
                  <a:pos x="50" y="81"/>
                </a:cxn>
                <a:cxn ang="0">
                  <a:pos x="93" y="0"/>
                </a:cxn>
                <a:cxn ang="0">
                  <a:pos x="225" y="69"/>
                </a:cxn>
                <a:cxn ang="0">
                  <a:pos x="182" y="90"/>
                </a:cxn>
                <a:cxn ang="0">
                  <a:pos x="101" y="112"/>
                </a:cxn>
                <a:cxn ang="0">
                  <a:pos x="62" y="208"/>
                </a:cxn>
                <a:cxn ang="0">
                  <a:pos x="62" y="311"/>
                </a:cxn>
                <a:cxn ang="0">
                  <a:pos x="123" y="406"/>
                </a:cxn>
                <a:cxn ang="0">
                  <a:pos x="7" y="358"/>
                </a:cxn>
                <a:cxn ang="0">
                  <a:pos x="7" y="358"/>
                </a:cxn>
              </a:cxnLst>
              <a:rect l="0" t="0" r="r" b="b"/>
              <a:pathLst>
                <a:path w="225" h="406">
                  <a:moveTo>
                    <a:pt x="7" y="358"/>
                  </a:moveTo>
                  <a:lnTo>
                    <a:pt x="0" y="226"/>
                  </a:lnTo>
                  <a:lnTo>
                    <a:pt x="50" y="81"/>
                  </a:lnTo>
                  <a:lnTo>
                    <a:pt x="93" y="0"/>
                  </a:lnTo>
                  <a:lnTo>
                    <a:pt x="225" y="69"/>
                  </a:lnTo>
                  <a:lnTo>
                    <a:pt x="182" y="90"/>
                  </a:lnTo>
                  <a:lnTo>
                    <a:pt x="101" y="112"/>
                  </a:lnTo>
                  <a:lnTo>
                    <a:pt x="62" y="208"/>
                  </a:lnTo>
                  <a:lnTo>
                    <a:pt x="62" y="311"/>
                  </a:lnTo>
                  <a:lnTo>
                    <a:pt x="123" y="406"/>
                  </a:lnTo>
                  <a:lnTo>
                    <a:pt x="7" y="358"/>
                  </a:lnTo>
                  <a:lnTo>
                    <a:pt x="7" y="358"/>
                  </a:lnTo>
                  <a:close/>
                </a:path>
              </a:pathLst>
            </a:custGeom>
            <a:solidFill>
              <a:srgbClr val="B8AD4C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50" name="Freeform 39"/>
            <p:cNvSpPr>
              <a:spLocks/>
            </p:cNvSpPr>
            <p:nvPr/>
          </p:nvSpPr>
          <p:spPr bwMode="auto">
            <a:xfrm>
              <a:off x="4904" y="2751"/>
              <a:ext cx="393" cy="141"/>
            </a:xfrm>
            <a:custGeom>
              <a:avLst/>
              <a:gdLst/>
              <a:ahLst/>
              <a:cxnLst>
                <a:cxn ang="0">
                  <a:pos x="0" y="253"/>
                </a:cxn>
                <a:cxn ang="0">
                  <a:pos x="946" y="0"/>
                </a:cxn>
                <a:cxn ang="0">
                  <a:pos x="1069" y="27"/>
                </a:cxn>
                <a:cxn ang="0">
                  <a:pos x="229" y="263"/>
                </a:cxn>
                <a:cxn ang="0">
                  <a:pos x="1180" y="104"/>
                </a:cxn>
                <a:cxn ang="0">
                  <a:pos x="248" y="423"/>
                </a:cxn>
                <a:cxn ang="0">
                  <a:pos x="0" y="253"/>
                </a:cxn>
                <a:cxn ang="0">
                  <a:pos x="0" y="253"/>
                </a:cxn>
              </a:cxnLst>
              <a:rect l="0" t="0" r="r" b="b"/>
              <a:pathLst>
                <a:path w="1180" h="423">
                  <a:moveTo>
                    <a:pt x="0" y="253"/>
                  </a:moveTo>
                  <a:lnTo>
                    <a:pt x="946" y="0"/>
                  </a:lnTo>
                  <a:lnTo>
                    <a:pt x="1069" y="27"/>
                  </a:lnTo>
                  <a:lnTo>
                    <a:pt x="229" y="263"/>
                  </a:lnTo>
                  <a:lnTo>
                    <a:pt x="1180" y="104"/>
                  </a:lnTo>
                  <a:lnTo>
                    <a:pt x="248" y="423"/>
                  </a:lnTo>
                  <a:lnTo>
                    <a:pt x="0" y="253"/>
                  </a:lnTo>
                  <a:lnTo>
                    <a:pt x="0" y="253"/>
                  </a:lnTo>
                  <a:close/>
                </a:path>
              </a:pathLst>
            </a:custGeom>
            <a:solidFill>
              <a:srgbClr val="B8AD4C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51" name="Freeform 40"/>
            <p:cNvSpPr>
              <a:spLocks/>
            </p:cNvSpPr>
            <p:nvPr/>
          </p:nvSpPr>
          <p:spPr bwMode="auto">
            <a:xfrm>
              <a:off x="4819" y="3261"/>
              <a:ext cx="169" cy="85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160" y="0"/>
                </a:cxn>
                <a:cxn ang="0">
                  <a:pos x="364" y="112"/>
                </a:cxn>
                <a:cxn ang="0">
                  <a:pos x="507" y="214"/>
                </a:cxn>
                <a:cxn ang="0">
                  <a:pos x="417" y="229"/>
                </a:cxn>
                <a:cxn ang="0">
                  <a:pos x="319" y="165"/>
                </a:cxn>
                <a:cxn ang="0">
                  <a:pos x="248" y="93"/>
                </a:cxn>
                <a:cxn ang="0">
                  <a:pos x="132" y="80"/>
                </a:cxn>
                <a:cxn ang="0">
                  <a:pos x="119" y="255"/>
                </a:cxn>
                <a:cxn ang="0">
                  <a:pos x="0" y="38"/>
                </a:cxn>
                <a:cxn ang="0">
                  <a:pos x="0" y="38"/>
                </a:cxn>
              </a:cxnLst>
              <a:rect l="0" t="0" r="r" b="b"/>
              <a:pathLst>
                <a:path w="507" h="255">
                  <a:moveTo>
                    <a:pt x="0" y="38"/>
                  </a:moveTo>
                  <a:lnTo>
                    <a:pt x="160" y="0"/>
                  </a:lnTo>
                  <a:lnTo>
                    <a:pt x="364" y="112"/>
                  </a:lnTo>
                  <a:lnTo>
                    <a:pt x="507" y="214"/>
                  </a:lnTo>
                  <a:lnTo>
                    <a:pt x="417" y="229"/>
                  </a:lnTo>
                  <a:lnTo>
                    <a:pt x="319" y="165"/>
                  </a:lnTo>
                  <a:lnTo>
                    <a:pt x="248" y="93"/>
                  </a:lnTo>
                  <a:lnTo>
                    <a:pt x="132" y="80"/>
                  </a:lnTo>
                  <a:lnTo>
                    <a:pt x="119" y="255"/>
                  </a:lnTo>
                  <a:lnTo>
                    <a:pt x="0" y="38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B8AD4C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52" name="Freeform 41"/>
            <p:cNvSpPr>
              <a:spLocks/>
            </p:cNvSpPr>
            <p:nvPr/>
          </p:nvSpPr>
          <p:spPr bwMode="auto">
            <a:xfrm>
              <a:off x="5082" y="2944"/>
              <a:ext cx="128" cy="344"/>
            </a:xfrm>
            <a:custGeom>
              <a:avLst/>
              <a:gdLst/>
              <a:ahLst/>
              <a:cxnLst>
                <a:cxn ang="0">
                  <a:pos x="60" y="81"/>
                </a:cxn>
                <a:cxn ang="0">
                  <a:pos x="308" y="0"/>
                </a:cxn>
                <a:cxn ang="0">
                  <a:pos x="384" y="94"/>
                </a:cxn>
                <a:cxn ang="0">
                  <a:pos x="274" y="661"/>
                </a:cxn>
                <a:cxn ang="0">
                  <a:pos x="158" y="763"/>
                </a:cxn>
                <a:cxn ang="0">
                  <a:pos x="154" y="1031"/>
                </a:cxn>
                <a:cxn ang="0">
                  <a:pos x="60" y="925"/>
                </a:cxn>
                <a:cxn ang="0">
                  <a:pos x="41" y="802"/>
                </a:cxn>
                <a:cxn ang="0">
                  <a:pos x="22" y="716"/>
                </a:cxn>
                <a:cxn ang="0">
                  <a:pos x="3" y="676"/>
                </a:cxn>
                <a:cxn ang="0">
                  <a:pos x="0" y="657"/>
                </a:cxn>
                <a:cxn ang="0">
                  <a:pos x="3" y="609"/>
                </a:cxn>
                <a:cxn ang="0">
                  <a:pos x="25" y="467"/>
                </a:cxn>
                <a:cxn ang="0">
                  <a:pos x="51" y="325"/>
                </a:cxn>
                <a:cxn ang="0">
                  <a:pos x="65" y="260"/>
                </a:cxn>
                <a:cxn ang="0">
                  <a:pos x="31" y="103"/>
                </a:cxn>
                <a:cxn ang="0">
                  <a:pos x="60" y="81"/>
                </a:cxn>
                <a:cxn ang="0">
                  <a:pos x="60" y="81"/>
                </a:cxn>
              </a:cxnLst>
              <a:rect l="0" t="0" r="r" b="b"/>
              <a:pathLst>
                <a:path w="384" h="1031">
                  <a:moveTo>
                    <a:pt x="60" y="81"/>
                  </a:moveTo>
                  <a:lnTo>
                    <a:pt x="308" y="0"/>
                  </a:lnTo>
                  <a:lnTo>
                    <a:pt x="384" y="94"/>
                  </a:lnTo>
                  <a:lnTo>
                    <a:pt x="274" y="661"/>
                  </a:lnTo>
                  <a:lnTo>
                    <a:pt x="158" y="763"/>
                  </a:lnTo>
                  <a:lnTo>
                    <a:pt x="154" y="1031"/>
                  </a:lnTo>
                  <a:lnTo>
                    <a:pt x="60" y="925"/>
                  </a:lnTo>
                  <a:lnTo>
                    <a:pt x="41" y="802"/>
                  </a:lnTo>
                  <a:lnTo>
                    <a:pt x="22" y="716"/>
                  </a:lnTo>
                  <a:lnTo>
                    <a:pt x="3" y="676"/>
                  </a:lnTo>
                  <a:lnTo>
                    <a:pt x="0" y="657"/>
                  </a:lnTo>
                  <a:lnTo>
                    <a:pt x="3" y="609"/>
                  </a:lnTo>
                  <a:lnTo>
                    <a:pt x="25" y="467"/>
                  </a:lnTo>
                  <a:lnTo>
                    <a:pt x="51" y="325"/>
                  </a:lnTo>
                  <a:lnTo>
                    <a:pt x="65" y="260"/>
                  </a:lnTo>
                  <a:lnTo>
                    <a:pt x="31" y="103"/>
                  </a:lnTo>
                  <a:lnTo>
                    <a:pt x="60" y="81"/>
                  </a:lnTo>
                  <a:lnTo>
                    <a:pt x="60" y="81"/>
                  </a:lnTo>
                  <a:close/>
                </a:path>
              </a:pathLst>
            </a:custGeom>
            <a:solidFill>
              <a:srgbClr val="FFB2B2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53" name="Freeform 42"/>
            <p:cNvSpPr>
              <a:spLocks/>
            </p:cNvSpPr>
            <p:nvPr/>
          </p:nvSpPr>
          <p:spPr bwMode="auto">
            <a:xfrm>
              <a:off x="5097" y="2930"/>
              <a:ext cx="134" cy="366"/>
            </a:xfrm>
            <a:custGeom>
              <a:avLst/>
              <a:gdLst/>
              <a:ahLst/>
              <a:cxnLst>
                <a:cxn ang="0">
                  <a:pos x="0" y="93"/>
                </a:cxn>
                <a:cxn ang="0">
                  <a:pos x="314" y="0"/>
                </a:cxn>
                <a:cxn ang="0">
                  <a:pos x="403" y="183"/>
                </a:cxn>
                <a:cxn ang="0">
                  <a:pos x="264" y="587"/>
                </a:cxn>
                <a:cxn ang="0">
                  <a:pos x="369" y="856"/>
                </a:cxn>
                <a:cxn ang="0">
                  <a:pos x="196" y="817"/>
                </a:cxn>
                <a:cxn ang="0">
                  <a:pos x="119" y="1099"/>
                </a:cxn>
                <a:cxn ang="0">
                  <a:pos x="49" y="874"/>
                </a:cxn>
                <a:cxn ang="0">
                  <a:pos x="12" y="664"/>
                </a:cxn>
                <a:cxn ang="0">
                  <a:pos x="76" y="434"/>
                </a:cxn>
                <a:cxn ang="0">
                  <a:pos x="29" y="259"/>
                </a:cxn>
                <a:cxn ang="0">
                  <a:pos x="105" y="183"/>
                </a:cxn>
                <a:cxn ang="0">
                  <a:pos x="196" y="208"/>
                </a:cxn>
                <a:cxn ang="0">
                  <a:pos x="162" y="289"/>
                </a:cxn>
                <a:cxn ang="0">
                  <a:pos x="225" y="332"/>
                </a:cxn>
                <a:cxn ang="0">
                  <a:pos x="98" y="587"/>
                </a:cxn>
                <a:cxn ang="0">
                  <a:pos x="162" y="575"/>
                </a:cxn>
                <a:cxn ang="0">
                  <a:pos x="98" y="767"/>
                </a:cxn>
                <a:cxn ang="0">
                  <a:pos x="182" y="669"/>
                </a:cxn>
                <a:cxn ang="0">
                  <a:pos x="221" y="473"/>
                </a:cxn>
                <a:cxn ang="0">
                  <a:pos x="221" y="413"/>
                </a:cxn>
                <a:cxn ang="0">
                  <a:pos x="289" y="268"/>
                </a:cxn>
                <a:cxn ang="0">
                  <a:pos x="242" y="255"/>
                </a:cxn>
                <a:cxn ang="0">
                  <a:pos x="259" y="145"/>
                </a:cxn>
                <a:cxn ang="0">
                  <a:pos x="153" y="127"/>
                </a:cxn>
                <a:cxn ang="0">
                  <a:pos x="169" y="85"/>
                </a:cxn>
                <a:cxn ang="0">
                  <a:pos x="21" y="166"/>
                </a:cxn>
                <a:cxn ang="0">
                  <a:pos x="0" y="93"/>
                </a:cxn>
                <a:cxn ang="0">
                  <a:pos x="0" y="93"/>
                </a:cxn>
              </a:cxnLst>
              <a:rect l="0" t="0" r="r" b="b"/>
              <a:pathLst>
                <a:path w="403" h="1099">
                  <a:moveTo>
                    <a:pt x="0" y="93"/>
                  </a:moveTo>
                  <a:lnTo>
                    <a:pt x="314" y="0"/>
                  </a:lnTo>
                  <a:lnTo>
                    <a:pt x="403" y="183"/>
                  </a:lnTo>
                  <a:lnTo>
                    <a:pt x="264" y="587"/>
                  </a:lnTo>
                  <a:lnTo>
                    <a:pt x="369" y="856"/>
                  </a:lnTo>
                  <a:lnTo>
                    <a:pt x="196" y="817"/>
                  </a:lnTo>
                  <a:lnTo>
                    <a:pt x="119" y="1099"/>
                  </a:lnTo>
                  <a:lnTo>
                    <a:pt x="49" y="874"/>
                  </a:lnTo>
                  <a:lnTo>
                    <a:pt x="12" y="664"/>
                  </a:lnTo>
                  <a:lnTo>
                    <a:pt x="76" y="434"/>
                  </a:lnTo>
                  <a:lnTo>
                    <a:pt x="29" y="259"/>
                  </a:lnTo>
                  <a:lnTo>
                    <a:pt x="105" y="183"/>
                  </a:lnTo>
                  <a:lnTo>
                    <a:pt x="196" y="208"/>
                  </a:lnTo>
                  <a:lnTo>
                    <a:pt x="162" y="289"/>
                  </a:lnTo>
                  <a:lnTo>
                    <a:pt x="225" y="332"/>
                  </a:lnTo>
                  <a:lnTo>
                    <a:pt x="98" y="587"/>
                  </a:lnTo>
                  <a:lnTo>
                    <a:pt x="162" y="575"/>
                  </a:lnTo>
                  <a:lnTo>
                    <a:pt x="98" y="767"/>
                  </a:lnTo>
                  <a:lnTo>
                    <a:pt x="182" y="669"/>
                  </a:lnTo>
                  <a:lnTo>
                    <a:pt x="221" y="473"/>
                  </a:lnTo>
                  <a:lnTo>
                    <a:pt x="221" y="413"/>
                  </a:lnTo>
                  <a:lnTo>
                    <a:pt x="289" y="268"/>
                  </a:lnTo>
                  <a:lnTo>
                    <a:pt x="242" y="255"/>
                  </a:lnTo>
                  <a:lnTo>
                    <a:pt x="259" y="145"/>
                  </a:lnTo>
                  <a:lnTo>
                    <a:pt x="153" y="127"/>
                  </a:lnTo>
                  <a:lnTo>
                    <a:pt x="169" y="85"/>
                  </a:lnTo>
                  <a:lnTo>
                    <a:pt x="21" y="166"/>
                  </a:lnTo>
                  <a:lnTo>
                    <a:pt x="0" y="93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FF4D4D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54" name="Freeform 43"/>
            <p:cNvSpPr>
              <a:spLocks/>
            </p:cNvSpPr>
            <p:nvPr/>
          </p:nvSpPr>
          <p:spPr bwMode="auto">
            <a:xfrm>
              <a:off x="4681" y="3072"/>
              <a:ext cx="226" cy="194"/>
            </a:xfrm>
            <a:custGeom>
              <a:avLst/>
              <a:gdLst/>
              <a:ahLst/>
              <a:cxnLst>
                <a:cxn ang="0">
                  <a:pos x="0" y="116"/>
                </a:cxn>
                <a:cxn ang="0">
                  <a:pos x="52" y="34"/>
                </a:cxn>
                <a:cxn ang="0">
                  <a:pos x="115" y="0"/>
                </a:cxn>
                <a:cxn ang="0">
                  <a:pos x="124" y="82"/>
                </a:cxn>
                <a:cxn ang="0">
                  <a:pos x="298" y="248"/>
                </a:cxn>
                <a:cxn ang="0">
                  <a:pos x="557" y="397"/>
                </a:cxn>
                <a:cxn ang="0">
                  <a:pos x="677" y="290"/>
                </a:cxn>
                <a:cxn ang="0">
                  <a:pos x="609" y="584"/>
                </a:cxn>
                <a:cxn ang="0">
                  <a:pos x="86" y="196"/>
                </a:cxn>
                <a:cxn ang="0">
                  <a:pos x="18" y="184"/>
                </a:cxn>
                <a:cxn ang="0">
                  <a:pos x="0" y="116"/>
                </a:cxn>
                <a:cxn ang="0">
                  <a:pos x="0" y="116"/>
                </a:cxn>
              </a:cxnLst>
              <a:rect l="0" t="0" r="r" b="b"/>
              <a:pathLst>
                <a:path w="677" h="584">
                  <a:moveTo>
                    <a:pt x="0" y="116"/>
                  </a:moveTo>
                  <a:lnTo>
                    <a:pt x="52" y="34"/>
                  </a:lnTo>
                  <a:lnTo>
                    <a:pt x="115" y="0"/>
                  </a:lnTo>
                  <a:lnTo>
                    <a:pt x="124" y="82"/>
                  </a:lnTo>
                  <a:lnTo>
                    <a:pt x="298" y="248"/>
                  </a:lnTo>
                  <a:lnTo>
                    <a:pt x="557" y="397"/>
                  </a:lnTo>
                  <a:lnTo>
                    <a:pt x="677" y="290"/>
                  </a:lnTo>
                  <a:lnTo>
                    <a:pt x="609" y="584"/>
                  </a:lnTo>
                  <a:lnTo>
                    <a:pt x="86" y="196"/>
                  </a:lnTo>
                  <a:lnTo>
                    <a:pt x="18" y="184"/>
                  </a:lnTo>
                  <a:lnTo>
                    <a:pt x="0" y="116"/>
                  </a:lnTo>
                  <a:lnTo>
                    <a:pt x="0" y="116"/>
                  </a:lnTo>
                  <a:close/>
                </a:path>
              </a:pathLst>
            </a:custGeom>
            <a:solidFill>
              <a:srgbClr val="B56C43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55" name="Freeform 44"/>
            <p:cNvSpPr>
              <a:spLocks/>
            </p:cNvSpPr>
            <p:nvPr/>
          </p:nvSpPr>
          <p:spPr bwMode="auto">
            <a:xfrm>
              <a:off x="4676" y="3021"/>
              <a:ext cx="256" cy="147"/>
            </a:xfrm>
            <a:custGeom>
              <a:avLst/>
              <a:gdLst/>
              <a:ahLst/>
              <a:cxnLst>
                <a:cxn ang="0">
                  <a:pos x="28" y="34"/>
                </a:cxn>
                <a:cxn ang="0">
                  <a:pos x="0" y="86"/>
                </a:cxn>
                <a:cxn ang="0">
                  <a:pos x="122" y="103"/>
                </a:cxn>
                <a:cxn ang="0">
                  <a:pos x="654" y="379"/>
                </a:cxn>
                <a:cxn ang="0">
                  <a:pos x="692" y="443"/>
                </a:cxn>
                <a:cxn ang="0">
                  <a:pos x="769" y="370"/>
                </a:cxn>
                <a:cxn ang="0">
                  <a:pos x="80" y="0"/>
                </a:cxn>
                <a:cxn ang="0">
                  <a:pos x="28" y="34"/>
                </a:cxn>
                <a:cxn ang="0">
                  <a:pos x="28" y="34"/>
                </a:cxn>
              </a:cxnLst>
              <a:rect l="0" t="0" r="r" b="b"/>
              <a:pathLst>
                <a:path w="769" h="443">
                  <a:moveTo>
                    <a:pt x="28" y="34"/>
                  </a:moveTo>
                  <a:lnTo>
                    <a:pt x="0" y="86"/>
                  </a:lnTo>
                  <a:lnTo>
                    <a:pt x="122" y="103"/>
                  </a:lnTo>
                  <a:lnTo>
                    <a:pt x="654" y="379"/>
                  </a:lnTo>
                  <a:lnTo>
                    <a:pt x="692" y="443"/>
                  </a:lnTo>
                  <a:lnTo>
                    <a:pt x="769" y="370"/>
                  </a:lnTo>
                  <a:lnTo>
                    <a:pt x="80" y="0"/>
                  </a:lnTo>
                  <a:lnTo>
                    <a:pt x="28" y="34"/>
                  </a:lnTo>
                  <a:lnTo>
                    <a:pt x="28" y="34"/>
                  </a:lnTo>
                  <a:close/>
                </a:path>
              </a:pathLst>
            </a:custGeom>
            <a:solidFill>
              <a:srgbClr val="B56C43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56" name="Freeform 45"/>
            <p:cNvSpPr>
              <a:spLocks/>
            </p:cNvSpPr>
            <p:nvPr/>
          </p:nvSpPr>
          <p:spPr bwMode="auto">
            <a:xfrm>
              <a:off x="4941" y="3103"/>
              <a:ext cx="641" cy="256"/>
            </a:xfrm>
            <a:custGeom>
              <a:avLst/>
              <a:gdLst/>
              <a:ahLst/>
              <a:cxnLst>
                <a:cxn ang="0">
                  <a:pos x="9" y="439"/>
                </a:cxn>
                <a:cxn ang="0">
                  <a:pos x="76" y="558"/>
                </a:cxn>
                <a:cxn ang="0">
                  <a:pos x="192" y="605"/>
                </a:cxn>
                <a:cxn ang="0">
                  <a:pos x="196" y="435"/>
                </a:cxn>
                <a:cxn ang="0">
                  <a:pos x="273" y="243"/>
                </a:cxn>
                <a:cxn ang="0">
                  <a:pos x="171" y="294"/>
                </a:cxn>
                <a:cxn ang="0">
                  <a:pos x="132" y="323"/>
                </a:cxn>
                <a:cxn ang="0">
                  <a:pos x="119" y="269"/>
                </a:cxn>
                <a:cxn ang="0">
                  <a:pos x="124" y="157"/>
                </a:cxn>
                <a:cxn ang="0">
                  <a:pos x="435" y="0"/>
                </a:cxn>
                <a:cxn ang="0">
                  <a:pos x="428" y="199"/>
                </a:cxn>
                <a:cxn ang="0">
                  <a:pos x="372" y="242"/>
                </a:cxn>
                <a:cxn ang="0">
                  <a:pos x="332" y="460"/>
                </a:cxn>
                <a:cxn ang="0">
                  <a:pos x="410" y="622"/>
                </a:cxn>
                <a:cxn ang="0">
                  <a:pos x="1605" y="260"/>
                </a:cxn>
                <a:cxn ang="0">
                  <a:pos x="1516" y="86"/>
                </a:cxn>
                <a:cxn ang="0">
                  <a:pos x="1924" y="255"/>
                </a:cxn>
                <a:cxn ang="0">
                  <a:pos x="1856" y="303"/>
                </a:cxn>
                <a:cxn ang="0">
                  <a:pos x="422" y="767"/>
                </a:cxn>
                <a:cxn ang="0">
                  <a:pos x="296" y="737"/>
                </a:cxn>
                <a:cxn ang="0">
                  <a:pos x="39" y="631"/>
                </a:cxn>
                <a:cxn ang="0">
                  <a:pos x="0" y="512"/>
                </a:cxn>
                <a:cxn ang="0">
                  <a:pos x="9" y="439"/>
                </a:cxn>
                <a:cxn ang="0">
                  <a:pos x="9" y="439"/>
                </a:cxn>
              </a:cxnLst>
              <a:rect l="0" t="0" r="r" b="b"/>
              <a:pathLst>
                <a:path w="1924" h="767">
                  <a:moveTo>
                    <a:pt x="9" y="439"/>
                  </a:moveTo>
                  <a:lnTo>
                    <a:pt x="76" y="558"/>
                  </a:lnTo>
                  <a:lnTo>
                    <a:pt x="192" y="605"/>
                  </a:lnTo>
                  <a:lnTo>
                    <a:pt x="196" y="435"/>
                  </a:lnTo>
                  <a:lnTo>
                    <a:pt x="273" y="243"/>
                  </a:lnTo>
                  <a:lnTo>
                    <a:pt x="171" y="294"/>
                  </a:lnTo>
                  <a:lnTo>
                    <a:pt x="132" y="323"/>
                  </a:lnTo>
                  <a:lnTo>
                    <a:pt x="119" y="269"/>
                  </a:lnTo>
                  <a:lnTo>
                    <a:pt x="124" y="157"/>
                  </a:lnTo>
                  <a:lnTo>
                    <a:pt x="435" y="0"/>
                  </a:lnTo>
                  <a:lnTo>
                    <a:pt x="428" y="199"/>
                  </a:lnTo>
                  <a:lnTo>
                    <a:pt x="372" y="242"/>
                  </a:lnTo>
                  <a:lnTo>
                    <a:pt x="332" y="460"/>
                  </a:lnTo>
                  <a:lnTo>
                    <a:pt x="410" y="622"/>
                  </a:lnTo>
                  <a:lnTo>
                    <a:pt x="1605" y="260"/>
                  </a:lnTo>
                  <a:lnTo>
                    <a:pt x="1516" y="86"/>
                  </a:lnTo>
                  <a:lnTo>
                    <a:pt x="1924" y="255"/>
                  </a:lnTo>
                  <a:lnTo>
                    <a:pt x="1856" y="303"/>
                  </a:lnTo>
                  <a:lnTo>
                    <a:pt x="422" y="767"/>
                  </a:lnTo>
                  <a:lnTo>
                    <a:pt x="296" y="737"/>
                  </a:lnTo>
                  <a:lnTo>
                    <a:pt x="39" y="631"/>
                  </a:lnTo>
                  <a:lnTo>
                    <a:pt x="0" y="512"/>
                  </a:lnTo>
                  <a:lnTo>
                    <a:pt x="9" y="439"/>
                  </a:lnTo>
                  <a:lnTo>
                    <a:pt x="9" y="439"/>
                  </a:lnTo>
                  <a:close/>
                </a:path>
              </a:pathLst>
            </a:custGeom>
            <a:solidFill>
              <a:srgbClr val="B56C43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57" name="Freeform 46"/>
            <p:cNvSpPr>
              <a:spLocks/>
            </p:cNvSpPr>
            <p:nvPr/>
          </p:nvSpPr>
          <p:spPr bwMode="auto">
            <a:xfrm>
              <a:off x="5182" y="2994"/>
              <a:ext cx="381" cy="166"/>
            </a:xfrm>
            <a:custGeom>
              <a:avLst/>
              <a:gdLst/>
              <a:ahLst/>
              <a:cxnLst>
                <a:cxn ang="0">
                  <a:pos x="85" y="179"/>
                </a:cxn>
                <a:cxn ang="0">
                  <a:pos x="541" y="0"/>
                </a:cxn>
                <a:cxn ang="0">
                  <a:pos x="1142" y="145"/>
                </a:cxn>
                <a:cxn ang="0">
                  <a:pos x="1030" y="218"/>
                </a:cxn>
                <a:cxn ang="0">
                  <a:pos x="13" y="499"/>
                </a:cxn>
                <a:cxn ang="0">
                  <a:pos x="0" y="371"/>
                </a:cxn>
                <a:cxn ang="0">
                  <a:pos x="85" y="179"/>
                </a:cxn>
                <a:cxn ang="0">
                  <a:pos x="85" y="179"/>
                </a:cxn>
              </a:cxnLst>
              <a:rect l="0" t="0" r="r" b="b"/>
              <a:pathLst>
                <a:path w="1142" h="499">
                  <a:moveTo>
                    <a:pt x="85" y="179"/>
                  </a:moveTo>
                  <a:lnTo>
                    <a:pt x="541" y="0"/>
                  </a:lnTo>
                  <a:lnTo>
                    <a:pt x="1142" y="145"/>
                  </a:lnTo>
                  <a:lnTo>
                    <a:pt x="1030" y="218"/>
                  </a:lnTo>
                  <a:lnTo>
                    <a:pt x="13" y="499"/>
                  </a:lnTo>
                  <a:lnTo>
                    <a:pt x="0" y="371"/>
                  </a:lnTo>
                  <a:lnTo>
                    <a:pt x="85" y="179"/>
                  </a:lnTo>
                  <a:lnTo>
                    <a:pt x="85" y="179"/>
                  </a:lnTo>
                  <a:close/>
                </a:path>
              </a:pathLst>
            </a:custGeom>
            <a:solidFill>
              <a:srgbClr val="B56C43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58" name="Freeform 47"/>
            <p:cNvSpPr>
              <a:spLocks/>
            </p:cNvSpPr>
            <p:nvPr/>
          </p:nvSpPr>
          <p:spPr bwMode="auto">
            <a:xfrm>
              <a:off x="4588" y="2946"/>
              <a:ext cx="394" cy="218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20" y="0"/>
                </a:cxn>
                <a:cxn ang="0">
                  <a:pos x="1182" y="562"/>
                </a:cxn>
                <a:cxn ang="0">
                  <a:pos x="1156" y="656"/>
                </a:cxn>
                <a:cxn ang="0">
                  <a:pos x="0" y="39"/>
                </a:cxn>
                <a:cxn ang="0">
                  <a:pos x="0" y="39"/>
                </a:cxn>
              </a:cxnLst>
              <a:rect l="0" t="0" r="r" b="b"/>
              <a:pathLst>
                <a:path w="1182" h="656">
                  <a:moveTo>
                    <a:pt x="0" y="39"/>
                  </a:moveTo>
                  <a:lnTo>
                    <a:pt x="20" y="0"/>
                  </a:lnTo>
                  <a:lnTo>
                    <a:pt x="1182" y="562"/>
                  </a:lnTo>
                  <a:lnTo>
                    <a:pt x="1156" y="656"/>
                  </a:lnTo>
                  <a:lnTo>
                    <a:pt x="0" y="39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AE4D4D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59" name="Freeform 48"/>
            <p:cNvSpPr>
              <a:spLocks/>
            </p:cNvSpPr>
            <p:nvPr/>
          </p:nvSpPr>
          <p:spPr bwMode="auto">
            <a:xfrm>
              <a:off x="4654" y="2805"/>
              <a:ext cx="793" cy="268"/>
            </a:xfrm>
            <a:custGeom>
              <a:avLst/>
              <a:gdLst/>
              <a:ahLst/>
              <a:cxnLst>
                <a:cxn ang="0">
                  <a:pos x="7" y="238"/>
                </a:cxn>
                <a:cxn ang="0">
                  <a:pos x="1039" y="609"/>
                </a:cxn>
                <a:cxn ang="0">
                  <a:pos x="996" y="805"/>
                </a:cxn>
                <a:cxn ang="0">
                  <a:pos x="1221" y="728"/>
                </a:cxn>
                <a:cxn ang="0">
                  <a:pos x="1349" y="677"/>
                </a:cxn>
                <a:cxn ang="0">
                  <a:pos x="1315" y="502"/>
                </a:cxn>
                <a:cxn ang="0">
                  <a:pos x="1642" y="375"/>
                </a:cxn>
                <a:cxn ang="0">
                  <a:pos x="1706" y="498"/>
                </a:cxn>
                <a:cxn ang="0">
                  <a:pos x="1668" y="711"/>
                </a:cxn>
                <a:cxn ang="0">
                  <a:pos x="2127" y="488"/>
                </a:cxn>
                <a:cxn ang="0">
                  <a:pos x="2256" y="498"/>
                </a:cxn>
                <a:cxn ang="0">
                  <a:pos x="2379" y="263"/>
                </a:cxn>
                <a:cxn ang="0">
                  <a:pos x="2366" y="90"/>
                </a:cxn>
                <a:cxn ang="0">
                  <a:pos x="2204" y="0"/>
                </a:cxn>
                <a:cxn ang="0">
                  <a:pos x="1017" y="370"/>
                </a:cxn>
                <a:cxn ang="0">
                  <a:pos x="928" y="417"/>
                </a:cxn>
                <a:cxn ang="0">
                  <a:pos x="0" y="98"/>
                </a:cxn>
                <a:cxn ang="0">
                  <a:pos x="7" y="238"/>
                </a:cxn>
                <a:cxn ang="0">
                  <a:pos x="7" y="238"/>
                </a:cxn>
              </a:cxnLst>
              <a:rect l="0" t="0" r="r" b="b"/>
              <a:pathLst>
                <a:path w="2379" h="805">
                  <a:moveTo>
                    <a:pt x="7" y="238"/>
                  </a:moveTo>
                  <a:lnTo>
                    <a:pt x="1039" y="609"/>
                  </a:lnTo>
                  <a:lnTo>
                    <a:pt x="996" y="805"/>
                  </a:lnTo>
                  <a:lnTo>
                    <a:pt x="1221" y="728"/>
                  </a:lnTo>
                  <a:lnTo>
                    <a:pt x="1349" y="677"/>
                  </a:lnTo>
                  <a:lnTo>
                    <a:pt x="1315" y="502"/>
                  </a:lnTo>
                  <a:lnTo>
                    <a:pt x="1642" y="375"/>
                  </a:lnTo>
                  <a:lnTo>
                    <a:pt x="1706" y="498"/>
                  </a:lnTo>
                  <a:lnTo>
                    <a:pt x="1668" y="711"/>
                  </a:lnTo>
                  <a:lnTo>
                    <a:pt x="2127" y="488"/>
                  </a:lnTo>
                  <a:lnTo>
                    <a:pt x="2256" y="498"/>
                  </a:lnTo>
                  <a:lnTo>
                    <a:pt x="2379" y="263"/>
                  </a:lnTo>
                  <a:lnTo>
                    <a:pt x="2366" y="90"/>
                  </a:lnTo>
                  <a:lnTo>
                    <a:pt x="2204" y="0"/>
                  </a:lnTo>
                  <a:lnTo>
                    <a:pt x="1017" y="370"/>
                  </a:lnTo>
                  <a:lnTo>
                    <a:pt x="928" y="417"/>
                  </a:lnTo>
                  <a:lnTo>
                    <a:pt x="0" y="98"/>
                  </a:lnTo>
                  <a:lnTo>
                    <a:pt x="7" y="238"/>
                  </a:lnTo>
                  <a:lnTo>
                    <a:pt x="7" y="238"/>
                  </a:lnTo>
                  <a:close/>
                </a:path>
              </a:pathLst>
            </a:custGeom>
            <a:solidFill>
              <a:srgbClr val="D1BABA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60" name="Freeform 49"/>
            <p:cNvSpPr>
              <a:spLocks/>
            </p:cNvSpPr>
            <p:nvPr/>
          </p:nvSpPr>
          <p:spPr bwMode="auto">
            <a:xfrm>
              <a:off x="4604" y="2700"/>
              <a:ext cx="847" cy="359"/>
            </a:xfrm>
            <a:custGeom>
              <a:avLst/>
              <a:gdLst/>
              <a:ahLst/>
              <a:cxnLst>
                <a:cxn ang="0">
                  <a:pos x="0" y="269"/>
                </a:cxn>
                <a:cxn ang="0">
                  <a:pos x="1269" y="0"/>
                </a:cxn>
                <a:cxn ang="0">
                  <a:pos x="1945" y="145"/>
                </a:cxn>
                <a:cxn ang="0">
                  <a:pos x="844" y="410"/>
                </a:cxn>
                <a:cxn ang="0">
                  <a:pos x="1099" y="499"/>
                </a:cxn>
                <a:cxn ang="0">
                  <a:pos x="2213" y="226"/>
                </a:cxn>
                <a:cxn ang="0">
                  <a:pos x="2326" y="181"/>
                </a:cxn>
                <a:cxn ang="0">
                  <a:pos x="2474" y="260"/>
                </a:cxn>
                <a:cxn ang="0">
                  <a:pos x="2538" y="358"/>
                </a:cxn>
                <a:cxn ang="0">
                  <a:pos x="2541" y="631"/>
                </a:cxn>
                <a:cxn ang="0">
                  <a:pos x="2406" y="814"/>
                </a:cxn>
                <a:cxn ang="0">
                  <a:pos x="2277" y="823"/>
                </a:cxn>
                <a:cxn ang="0">
                  <a:pos x="2256" y="879"/>
                </a:cxn>
                <a:cxn ang="0">
                  <a:pos x="2142" y="934"/>
                </a:cxn>
                <a:cxn ang="0">
                  <a:pos x="2001" y="977"/>
                </a:cxn>
                <a:cxn ang="0">
                  <a:pos x="1805" y="1078"/>
                </a:cxn>
                <a:cxn ang="0">
                  <a:pos x="1818" y="1027"/>
                </a:cxn>
                <a:cxn ang="0">
                  <a:pos x="1881" y="874"/>
                </a:cxn>
                <a:cxn ang="0">
                  <a:pos x="2350" y="686"/>
                </a:cxn>
                <a:cxn ang="0">
                  <a:pos x="2440" y="576"/>
                </a:cxn>
                <a:cxn ang="0">
                  <a:pos x="2414" y="380"/>
                </a:cxn>
                <a:cxn ang="0">
                  <a:pos x="2350" y="343"/>
                </a:cxn>
                <a:cxn ang="0">
                  <a:pos x="1171" y="670"/>
                </a:cxn>
                <a:cxn ang="0">
                  <a:pos x="0" y="269"/>
                </a:cxn>
                <a:cxn ang="0">
                  <a:pos x="0" y="269"/>
                </a:cxn>
              </a:cxnLst>
              <a:rect l="0" t="0" r="r" b="b"/>
              <a:pathLst>
                <a:path w="2541" h="1078">
                  <a:moveTo>
                    <a:pt x="0" y="269"/>
                  </a:moveTo>
                  <a:lnTo>
                    <a:pt x="1269" y="0"/>
                  </a:lnTo>
                  <a:lnTo>
                    <a:pt x="1945" y="145"/>
                  </a:lnTo>
                  <a:lnTo>
                    <a:pt x="844" y="410"/>
                  </a:lnTo>
                  <a:lnTo>
                    <a:pt x="1099" y="499"/>
                  </a:lnTo>
                  <a:lnTo>
                    <a:pt x="2213" y="226"/>
                  </a:lnTo>
                  <a:lnTo>
                    <a:pt x="2326" y="181"/>
                  </a:lnTo>
                  <a:lnTo>
                    <a:pt x="2474" y="260"/>
                  </a:lnTo>
                  <a:lnTo>
                    <a:pt x="2538" y="358"/>
                  </a:lnTo>
                  <a:lnTo>
                    <a:pt x="2541" y="631"/>
                  </a:lnTo>
                  <a:lnTo>
                    <a:pt x="2406" y="814"/>
                  </a:lnTo>
                  <a:lnTo>
                    <a:pt x="2277" y="823"/>
                  </a:lnTo>
                  <a:lnTo>
                    <a:pt x="2256" y="879"/>
                  </a:lnTo>
                  <a:lnTo>
                    <a:pt x="2142" y="934"/>
                  </a:lnTo>
                  <a:lnTo>
                    <a:pt x="2001" y="977"/>
                  </a:lnTo>
                  <a:lnTo>
                    <a:pt x="1805" y="1078"/>
                  </a:lnTo>
                  <a:lnTo>
                    <a:pt x="1818" y="1027"/>
                  </a:lnTo>
                  <a:lnTo>
                    <a:pt x="1881" y="874"/>
                  </a:lnTo>
                  <a:lnTo>
                    <a:pt x="2350" y="686"/>
                  </a:lnTo>
                  <a:lnTo>
                    <a:pt x="2440" y="576"/>
                  </a:lnTo>
                  <a:lnTo>
                    <a:pt x="2414" y="380"/>
                  </a:lnTo>
                  <a:lnTo>
                    <a:pt x="2350" y="343"/>
                  </a:lnTo>
                  <a:lnTo>
                    <a:pt x="1171" y="670"/>
                  </a:lnTo>
                  <a:lnTo>
                    <a:pt x="0" y="269"/>
                  </a:lnTo>
                  <a:lnTo>
                    <a:pt x="0" y="269"/>
                  </a:lnTo>
                  <a:close/>
                </a:path>
              </a:pathLst>
            </a:custGeom>
            <a:solidFill>
              <a:srgbClr val="AE4D4D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61" name="Freeform 50"/>
            <p:cNvSpPr>
              <a:spLocks/>
            </p:cNvSpPr>
            <p:nvPr/>
          </p:nvSpPr>
          <p:spPr bwMode="auto">
            <a:xfrm>
              <a:off x="5049" y="3097"/>
              <a:ext cx="435" cy="222"/>
            </a:xfrm>
            <a:custGeom>
              <a:avLst/>
              <a:gdLst/>
              <a:ahLst/>
              <a:cxnLst>
                <a:cxn ang="0">
                  <a:pos x="434" y="201"/>
                </a:cxn>
                <a:cxn ang="0">
                  <a:pos x="1208" y="0"/>
                </a:cxn>
                <a:cxn ang="0">
                  <a:pos x="1200" y="117"/>
                </a:cxn>
                <a:cxn ang="0">
                  <a:pos x="1212" y="213"/>
                </a:cxn>
                <a:cxn ang="0">
                  <a:pos x="1307" y="281"/>
                </a:cxn>
                <a:cxn ang="0">
                  <a:pos x="98" y="664"/>
                </a:cxn>
                <a:cxn ang="0">
                  <a:pos x="34" y="631"/>
                </a:cxn>
                <a:cxn ang="0">
                  <a:pos x="0" y="520"/>
                </a:cxn>
                <a:cxn ang="0">
                  <a:pos x="47" y="294"/>
                </a:cxn>
                <a:cxn ang="0">
                  <a:pos x="93" y="269"/>
                </a:cxn>
                <a:cxn ang="0">
                  <a:pos x="209" y="499"/>
                </a:cxn>
                <a:cxn ang="0">
                  <a:pos x="269" y="551"/>
                </a:cxn>
                <a:cxn ang="0">
                  <a:pos x="277" y="349"/>
                </a:cxn>
                <a:cxn ang="0">
                  <a:pos x="348" y="281"/>
                </a:cxn>
                <a:cxn ang="0">
                  <a:pos x="492" y="329"/>
                </a:cxn>
                <a:cxn ang="0">
                  <a:pos x="434" y="201"/>
                </a:cxn>
                <a:cxn ang="0">
                  <a:pos x="434" y="201"/>
                </a:cxn>
              </a:cxnLst>
              <a:rect l="0" t="0" r="r" b="b"/>
              <a:pathLst>
                <a:path w="1307" h="664">
                  <a:moveTo>
                    <a:pt x="434" y="201"/>
                  </a:moveTo>
                  <a:lnTo>
                    <a:pt x="1208" y="0"/>
                  </a:lnTo>
                  <a:lnTo>
                    <a:pt x="1200" y="117"/>
                  </a:lnTo>
                  <a:lnTo>
                    <a:pt x="1212" y="213"/>
                  </a:lnTo>
                  <a:lnTo>
                    <a:pt x="1307" y="281"/>
                  </a:lnTo>
                  <a:lnTo>
                    <a:pt x="98" y="664"/>
                  </a:lnTo>
                  <a:lnTo>
                    <a:pt x="34" y="631"/>
                  </a:lnTo>
                  <a:lnTo>
                    <a:pt x="0" y="520"/>
                  </a:lnTo>
                  <a:lnTo>
                    <a:pt x="47" y="294"/>
                  </a:lnTo>
                  <a:lnTo>
                    <a:pt x="93" y="269"/>
                  </a:lnTo>
                  <a:lnTo>
                    <a:pt x="209" y="499"/>
                  </a:lnTo>
                  <a:lnTo>
                    <a:pt x="269" y="551"/>
                  </a:lnTo>
                  <a:lnTo>
                    <a:pt x="277" y="349"/>
                  </a:lnTo>
                  <a:lnTo>
                    <a:pt x="348" y="281"/>
                  </a:lnTo>
                  <a:lnTo>
                    <a:pt x="492" y="329"/>
                  </a:lnTo>
                  <a:lnTo>
                    <a:pt x="434" y="201"/>
                  </a:lnTo>
                  <a:lnTo>
                    <a:pt x="434" y="201"/>
                  </a:lnTo>
                  <a:close/>
                </a:path>
              </a:pathLst>
            </a:custGeom>
            <a:solidFill>
              <a:srgbClr val="D1BABA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62" name="Freeform 51"/>
            <p:cNvSpPr>
              <a:spLocks/>
            </p:cNvSpPr>
            <p:nvPr/>
          </p:nvSpPr>
          <p:spPr bwMode="auto">
            <a:xfrm>
              <a:off x="4975" y="3025"/>
              <a:ext cx="133" cy="75"/>
            </a:xfrm>
            <a:custGeom>
              <a:avLst/>
              <a:gdLst/>
              <a:ahLst/>
              <a:cxnLst>
                <a:cxn ang="0">
                  <a:pos x="0" y="194"/>
                </a:cxn>
                <a:cxn ang="0">
                  <a:pos x="264" y="169"/>
                </a:cxn>
                <a:cxn ang="0">
                  <a:pos x="250" y="225"/>
                </a:cxn>
                <a:cxn ang="0">
                  <a:pos x="370" y="178"/>
                </a:cxn>
                <a:cxn ang="0">
                  <a:pos x="398" y="0"/>
                </a:cxn>
                <a:cxn ang="0">
                  <a:pos x="0" y="194"/>
                </a:cxn>
                <a:cxn ang="0">
                  <a:pos x="0" y="194"/>
                </a:cxn>
              </a:cxnLst>
              <a:rect l="0" t="0" r="r" b="b"/>
              <a:pathLst>
                <a:path w="398" h="225">
                  <a:moveTo>
                    <a:pt x="0" y="194"/>
                  </a:moveTo>
                  <a:lnTo>
                    <a:pt x="264" y="169"/>
                  </a:lnTo>
                  <a:lnTo>
                    <a:pt x="250" y="225"/>
                  </a:lnTo>
                  <a:lnTo>
                    <a:pt x="370" y="178"/>
                  </a:lnTo>
                  <a:lnTo>
                    <a:pt x="398" y="0"/>
                  </a:lnTo>
                  <a:lnTo>
                    <a:pt x="0" y="194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AE4D4D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63" name="Freeform 52"/>
            <p:cNvSpPr>
              <a:spLocks/>
            </p:cNvSpPr>
            <p:nvPr/>
          </p:nvSpPr>
          <p:spPr bwMode="auto">
            <a:xfrm>
              <a:off x="4560" y="2693"/>
              <a:ext cx="871" cy="307"/>
            </a:xfrm>
            <a:custGeom>
              <a:avLst/>
              <a:gdLst/>
              <a:ahLst/>
              <a:cxnLst>
                <a:cxn ang="0">
                  <a:pos x="21" y="239"/>
                </a:cxn>
                <a:cxn ang="0">
                  <a:pos x="0" y="327"/>
                </a:cxn>
                <a:cxn ang="0">
                  <a:pos x="231" y="443"/>
                </a:cxn>
                <a:cxn ang="0">
                  <a:pos x="260" y="551"/>
                </a:cxn>
                <a:cxn ang="0">
                  <a:pos x="267" y="645"/>
                </a:cxn>
                <a:cxn ang="0">
                  <a:pos x="238" y="754"/>
                </a:cxn>
                <a:cxn ang="0">
                  <a:pos x="311" y="660"/>
                </a:cxn>
                <a:cxn ang="0">
                  <a:pos x="347" y="551"/>
                </a:cxn>
                <a:cxn ang="0">
                  <a:pos x="339" y="472"/>
                </a:cxn>
                <a:cxn ang="0">
                  <a:pos x="1223" y="783"/>
                </a:cxn>
                <a:cxn ang="0">
                  <a:pos x="2483" y="362"/>
                </a:cxn>
                <a:cxn ang="0">
                  <a:pos x="2520" y="472"/>
                </a:cxn>
                <a:cxn ang="0">
                  <a:pos x="2520" y="595"/>
                </a:cxn>
                <a:cxn ang="0">
                  <a:pos x="2433" y="703"/>
                </a:cxn>
                <a:cxn ang="0">
                  <a:pos x="2019" y="874"/>
                </a:cxn>
                <a:cxn ang="0">
                  <a:pos x="1998" y="921"/>
                </a:cxn>
                <a:cxn ang="0">
                  <a:pos x="2477" y="739"/>
                </a:cxn>
                <a:cxn ang="0">
                  <a:pos x="2571" y="674"/>
                </a:cxn>
                <a:cxn ang="0">
                  <a:pos x="2614" y="566"/>
                </a:cxn>
                <a:cxn ang="0">
                  <a:pos x="2600" y="420"/>
                </a:cxn>
                <a:cxn ang="0">
                  <a:pos x="2535" y="341"/>
                </a:cxn>
                <a:cxn ang="0">
                  <a:pos x="2470" y="312"/>
                </a:cxn>
                <a:cxn ang="0">
                  <a:pos x="2296" y="391"/>
                </a:cxn>
                <a:cxn ang="0">
                  <a:pos x="1252" y="637"/>
                </a:cxn>
                <a:cxn ang="0">
                  <a:pos x="240" y="325"/>
                </a:cxn>
                <a:cxn ang="0">
                  <a:pos x="1195" y="689"/>
                </a:cxn>
                <a:cxn ang="0">
                  <a:pos x="1195" y="725"/>
                </a:cxn>
                <a:cxn ang="0">
                  <a:pos x="43" y="304"/>
                </a:cxn>
                <a:cxn ang="0">
                  <a:pos x="79" y="268"/>
                </a:cxn>
                <a:cxn ang="0">
                  <a:pos x="1361" y="37"/>
                </a:cxn>
                <a:cxn ang="0">
                  <a:pos x="1988" y="152"/>
                </a:cxn>
                <a:cxn ang="0">
                  <a:pos x="1325" y="0"/>
                </a:cxn>
                <a:cxn ang="0">
                  <a:pos x="21" y="239"/>
                </a:cxn>
                <a:cxn ang="0">
                  <a:pos x="21" y="239"/>
                </a:cxn>
              </a:cxnLst>
              <a:rect l="0" t="0" r="r" b="b"/>
              <a:pathLst>
                <a:path w="2614" h="921">
                  <a:moveTo>
                    <a:pt x="21" y="239"/>
                  </a:moveTo>
                  <a:lnTo>
                    <a:pt x="0" y="327"/>
                  </a:lnTo>
                  <a:lnTo>
                    <a:pt x="231" y="443"/>
                  </a:lnTo>
                  <a:lnTo>
                    <a:pt x="260" y="551"/>
                  </a:lnTo>
                  <a:lnTo>
                    <a:pt x="267" y="645"/>
                  </a:lnTo>
                  <a:lnTo>
                    <a:pt x="238" y="754"/>
                  </a:lnTo>
                  <a:lnTo>
                    <a:pt x="311" y="660"/>
                  </a:lnTo>
                  <a:lnTo>
                    <a:pt x="347" y="551"/>
                  </a:lnTo>
                  <a:lnTo>
                    <a:pt x="339" y="472"/>
                  </a:lnTo>
                  <a:lnTo>
                    <a:pt x="1223" y="783"/>
                  </a:lnTo>
                  <a:lnTo>
                    <a:pt x="2483" y="362"/>
                  </a:lnTo>
                  <a:lnTo>
                    <a:pt x="2520" y="472"/>
                  </a:lnTo>
                  <a:lnTo>
                    <a:pt x="2520" y="595"/>
                  </a:lnTo>
                  <a:lnTo>
                    <a:pt x="2433" y="703"/>
                  </a:lnTo>
                  <a:lnTo>
                    <a:pt x="2019" y="874"/>
                  </a:lnTo>
                  <a:lnTo>
                    <a:pt x="1998" y="921"/>
                  </a:lnTo>
                  <a:lnTo>
                    <a:pt x="2477" y="739"/>
                  </a:lnTo>
                  <a:lnTo>
                    <a:pt x="2571" y="674"/>
                  </a:lnTo>
                  <a:lnTo>
                    <a:pt x="2614" y="566"/>
                  </a:lnTo>
                  <a:lnTo>
                    <a:pt x="2600" y="420"/>
                  </a:lnTo>
                  <a:lnTo>
                    <a:pt x="2535" y="341"/>
                  </a:lnTo>
                  <a:lnTo>
                    <a:pt x="2470" y="312"/>
                  </a:lnTo>
                  <a:lnTo>
                    <a:pt x="2296" y="391"/>
                  </a:lnTo>
                  <a:lnTo>
                    <a:pt x="1252" y="637"/>
                  </a:lnTo>
                  <a:lnTo>
                    <a:pt x="240" y="325"/>
                  </a:lnTo>
                  <a:lnTo>
                    <a:pt x="1195" y="689"/>
                  </a:lnTo>
                  <a:lnTo>
                    <a:pt x="1195" y="725"/>
                  </a:lnTo>
                  <a:lnTo>
                    <a:pt x="43" y="304"/>
                  </a:lnTo>
                  <a:lnTo>
                    <a:pt x="79" y="268"/>
                  </a:lnTo>
                  <a:lnTo>
                    <a:pt x="1361" y="37"/>
                  </a:lnTo>
                  <a:lnTo>
                    <a:pt x="1988" y="152"/>
                  </a:lnTo>
                  <a:lnTo>
                    <a:pt x="1325" y="0"/>
                  </a:lnTo>
                  <a:lnTo>
                    <a:pt x="21" y="239"/>
                  </a:lnTo>
                  <a:lnTo>
                    <a:pt x="21" y="23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64" name="Freeform 53"/>
            <p:cNvSpPr>
              <a:spLocks/>
            </p:cNvSpPr>
            <p:nvPr/>
          </p:nvSpPr>
          <p:spPr bwMode="auto">
            <a:xfrm>
              <a:off x="4563" y="2899"/>
              <a:ext cx="538" cy="272"/>
            </a:xfrm>
            <a:custGeom>
              <a:avLst/>
              <a:gdLst/>
              <a:ahLst/>
              <a:cxnLst>
                <a:cxn ang="0">
                  <a:pos x="273" y="0"/>
                </a:cxn>
                <a:cxn ang="0">
                  <a:pos x="24" y="89"/>
                </a:cxn>
                <a:cxn ang="0">
                  <a:pos x="0" y="180"/>
                </a:cxn>
                <a:cxn ang="0">
                  <a:pos x="1227" y="817"/>
                </a:cxn>
                <a:cxn ang="0">
                  <a:pos x="1567" y="647"/>
                </a:cxn>
                <a:cxn ang="0">
                  <a:pos x="1613" y="533"/>
                </a:cxn>
                <a:cxn ang="0">
                  <a:pos x="1236" y="680"/>
                </a:cxn>
                <a:cxn ang="0">
                  <a:pos x="382" y="288"/>
                </a:cxn>
                <a:cxn ang="0">
                  <a:pos x="1193" y="708"/>
                </a:cxn>
                <a:cxn ang="0">
                  <a:pos x="1212" y="769"/>
                </a:cxn>
                <a:cxn ang="0">
                  <a:pos x="75" y="180"/>
                </a:cxn>
                <a:cxn ang="0">
                  <a:pos x="65" y="127"/>
                </a:cxn>
                <a:cxn ang="0">
                  <a:pos x="269" y="47"/>
                </a:cxn>
                <a:cxn ang="0">
                  <a:pos x="273" y="0"/>
                </a:cxn>
                <a:cxn ang="0">
                  <a:pos x="273" y="0"/>
                </a:cxn>
              </a:cxnLst>
              <a:rect l="0" t="0" r="r" b="b"/>
              <a:pathLst>
                <a:path w="1613" h="817">
                  <a:moveTo>
                    <a:pt x="273" y="0"/>
                  </a:moveTo>
                  <a:lnTo>
                    <a:pt x="24" y="89"/>
                  </a:lnTo>
                  <a:lnTo>
                    <a:pt x="0" y="180"/>
                  </a:lnTo>
                  <a:lnTo>
                    <a:pt x="1227" y="817"/>
                  </a:lnTo>
                  <a:lnTo>
                    <a:pt x="1567" y="647"/>
                  </a:lnTo>
                  <a:lnTo>
                    <a:pt x="1613" y="533"/>
                  </a:lnTo>
                  <a:lnTo>
                    <a:pt x="1236" y="680"/>
                  </a:lnTo>
                  <a:lnTo>
                    <a:pt x="382" y="288"/>
                  </a:lnTo>
                  <a:lnTo>
                    <a:pt x="1193" y="708"/>
                  </a:lnTo>
                  <a:lnTo>
                    <a:pt x="1212" y="769"/>
                  </a:lnTo>
                  <a:lnTo>
                    <a:pt x="75" y="180"/>
                  </a:lnTo>
                  <a:lnTo>
                    <a:pt x="65" y="127"/>
                  </a:lnTo>
                  <a:lnTo>
                    <a:pt x="269" y="47"/>
                  </a:lnTo>
                  <a:lnTo>
                    <a:pt x="273" y="0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65" name="Freeform 54"/>
            <p:cNvSpPr>
              <a:spLocks/>
            </p:cNvSpPr>
            <p:nvPr/>
          </p:nvSpPr>
          <p:spPr bwMode="auto">
            <a:xfrm>
              <a:off x="4658" y="2930"/>
              <a:ext cx="450" cy="166"/>
            </a:xfrm>
            <a:custGeom>
              <a:avLst/>
              <a:gdLst/>
              <a:ahLst/>
              <a:cxnLst>
                <a:cxn ang="0">
                  <a:pos x="0" y="71"/>
                </a:cxn>
                <a:cxn ang="0">
                  <a:pos x="922" y="498"/>
                </a:cxn>
                <a:cxn ang="0">
                  <a:pos x="1349" y="322"/>
                </a:cxn>
                <a:cxn ang="0">
                  <a:pos x="1349" y="286"/>
                </a:cxn>
                <a:cxn ang="0">
                  <a:pos x="1023" y="411"/>
                </a:cxn>
                <a:cxn ang="0">
                  <a:pos x="1069" y="307"/>
                </a:cxn>
                <a:cxn ang="0">
                  <a:pos x="1234" y="240"/>
                </a:cxn>
                <a:cxn ang="0">
                  <a:pos x="1055" y="260"/>
                </a:cxn>
                <a:cxn ang="0">
                  <a:pos x="1045" y="146"/>
                </a:cxn>
                <a:cxn ang="0">
                  <a:pos x="985" y="19"/>
                </a:cxn>
                <a:cxn ang="0">
                  <a:pos x="942" y="48"/>
                </a:cxn>
                <a:cxn ang="0">
                  <a:pos x="994" y="146"/>
                </a:cxn>
                <a:cxn ang="0">
                  <a:pos x="564" y="0"/>
                </a:cxn>
                <a:cxn ang="0">
                  <a:pos x="994" y="213"/>
                </a:cxn>
                <a:cxn ang="0">
                  <a:pos x="1006" y="277"/>
                </a:cxn>
                <a:cxn ang="0">
                  <a:pos x="972" y="356"/>
                </a:cxn>
                <a:cxn ang="0">
                  <a:pos x="305" y="95"/>
                </a:cxn>
                <a:cxn ang="0">
                  <a:pos x="968" y="397"/>
                </a:cxn>
                <a:cxn ang="0">
                  <a:pos x="922" y="460"/>
                </a:cxn>
                <a:cxn ang="0">
                  <a:pos x="0" y="71"/>
                </a:cxn>
                <a:cxn ang="0">
                  <a:pos x="0" y="71"/>
                </a:cxn>
              </a:cxnLst>
              <a:rect l="0" t="0" r="r" b="b"/>
              <a:pathLst>
                <a:path w="1349" h="498">
                  <a:moveTo>
                    <a:pt x="0" y="71"/>
                  </a:moveTo>
                  <a:lnTo>
                    <a:pt x="922" y="498"/>
                  </a:lnTo>
                  <a:lnTo>
                    <a:pt x="1349" y="322"/>
                  </a:lnTo>
                  <a:lnTo>
                    <a:pt x="1349" y="286"/>
                  </a:lnTo>
                  <a:lnTo>
                    <a:pt x="1023" y="411"/>
                  </a:lnTo>
                  <a:lnTo>
                    <a:pt x="1069" y="307"/>
                  </a:lnTo>
                  <a:lnTo>
                    <a:pt x="1234" y="240"/>
                  </a:lnTo>
                  <a:lnTo>
                    <a:pt x="1055" y="260"/>
                  </a:lnTo>
                  <a:lnTo>
                    <a:pt x="1045" y="146"/>
                  </a:lnTo>
                  <a:lnTo>
                    <a:pt x="985" y="19"/>
                  </a:lnTo>
                  <a:lnTo>
                    <a:pt x="942" y="48"/>
                  </a:lnTo>
                  <a:lnTo>
                    <a:pt x="994" y="146"/>
                  </a:lnTo>
                  <a:lnTo>
                    <a:pt x="564" y="0"/>
                  </a:lnTo>
                  <a:lnTo>
                    <a:pt x="994" y="213"/>
                  </a:lnTo>
                  <a:lnTo>
                    <a:pt x="1006" y="277"/>
                  </a:lnTo>
                  <a:lnTo>
                    <a:pt x="972" y="356"/>
                  </a:lnTo>
                  <a:lnTo>
                    <a:pt x="305" y="95"/>
                  </a:lnTo>
                  <a:lnTo>
                    <a:pt x="968" y="397"/>
                  </a:lnTo>
                  <a:lnTo>
                    <a:pt x="922" y="460"/>
                  </a:lnTo>
                  <a:lnTo>
                    <a:pt x="0" y="71"/>
                  </a:lnTo>
                  <a:lnTo>
                    <a:pt x="0" y="7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66" name="Freeform 55"/>
            <p:cNvSpPr>
              <a:spLocks/>
            </p:cNvSpPr>
            <p:nvPr/>
          </p:nvSpPr>
          <p:spPr bwMode="auto">
            <a:xfrm>
              <a:off x="5033" y="2867"/>
              <a:ext cx="315" cy="414"/>
            </a:xfrm>
            <a:custGeom>
              <a:avLst/>
              <a:gdLst/>
              <a:ahLst/>
              <a:cxnLst>
                <a:cxn ang="0">
                  <a:pos x="0" y="321"/>
                </a:cxn>
                <a:cxn ang="0">
                  <a:pos x="349" y="217"/>
                </a:cxn>
                <a:cxn ang="0">
                  <a:pos x="944" y="0"/>
                </a:cxn>
                <a:cxn ang="0">
                  <a:pos x="533" y="208"/>
                </a:cxn>
                <a:cxn ang="0">
                  <a:pos x="603" y="294"/>
                </a:cxn>
                <a:cxn ang="0">
                  <a:pos x="603" y="397"/>
                </a:cxn>
                <a:cxn ang="0">
                  <a:pos x="547" y="571"/>
                </a:cxn>
                <a:cxn ang="0">
                  <a:pos x="471" y="761"/>
                </a:cxn>
                <a:cxn ang="0">
                  <a:pos x="467" y="864"/>
                </a:cxn>
                <a:cxn ang="0">
                  <a:pos x="538" y="1020"/>
                </a:cxn>
                <a:cxn ang="0">
                  <a:pos x="433" y="898"/>
                </a:cxn>
                <a:cxn ang="0">
                  <a:pos x="420" y="765"/>
                </a:cxn>
                <a:cxn ang="0">
                  <a:pos x="500" y="544"/>
                </a:cxn>
                <a:cxn ang="0">
                  <a:pos x="562" y="383"/>
                </a:cxn>
                <a:cxn ang="0">
                  <a:pos x="467" y="213"/>
                </a:cxn>
                <a:cxn ang="0">
                  <a:pos x="207" y="312"/>
                </a:cxn>
                <a:cxn ang="0">
                  <a:pos x="231" y="364"/>
                </a:cxn>
                <a:cxn ang="0">
                  <a:pos x="250" y="496"/>
                </a:cxn>
                <a:cxn ang="0">
                  <a:pos x="226" y="647"/>
                </a:cxn>
                <a:cxn ang="0">
                  <a:pos x="188" y="794"/>
                </a:cxn>
                <a:cxn ang="0">
                  <a:pos x="174" y="945"/>
                </a:cxn>
                <a:cxn ang="0">
                  <a:pos x="217" y="1092"/>
                </a:cxn>
                <a:cxn ang="0">
                  <a:pos x="315" y="1242"/>
                </a:cxn>
                <a:cxn ang="0">
                  <a:pos x="212" y="1181"/>
                </a:cxn>
                <a:cxn ang="0">
                  <a:pos x="142" y="1020"/>
                </a:cxn>
                <a:cxn ang="0">
                  <a:pos x="127" y="842"/>
                </a:cxn>
                <a:cxn ang="0">
                  <a:pos x="179" y="609"/>
                </a:cxn>
                <a:cxn ang="0">
                  <a:pos x="198" y="468"/>
                </a:cxn>
                <a:cxn ang="0">
                  <a:pos x="127" y="331"/>
                </a:cxn>
                <a:cxn ang="0">
                  <a:pos x="0" y="321"/>
                </a:cxn>
                <a:cxn ang="0">
                  <a:pos x="0" y="321"/>
                </a:cxn>
              </a:cxnLst>
              <a:rect l="0" t="0" r="r" b="b"/>
              <a:pathLst>
                <a:path w="944" h="1242">
                  <a:moveTo>
                    <a:pt x="0" y="321"/>
                  </a:moveTo>
                  <a:lnTo>
                    <a:pt x="349" y="217"/>
                  </a:lnTo>
                  <a:lnTo>
                    <a:pt x="944" y="0"/>
                  </a:lnTo>
                  <a:lnTo>
                    <a:pt x="533" y="208"/>
                  </a:lnTo>
                  <a:lnTo>
                    <a:pt x="603" y="294"/>
                  </a:lnTo>
                  <a:lnTo>
                    <a:pt x="603" y="397"/>
                  </a:lnTo>
                  <a:lnTo>
                    <a:pt x="547" y="571"/>
                  </a:lnTo>
                  <a:lnTo>
                    <a:pt x="471" y="761"/>
                  </a:lnTo>
                  <a:lnTo>
                    <a:pt x="467" y="864"/>
                  </a:lnTo>
                  <a:lnTo>
                    <a:pt x="538" y="1020"/>
                  </a:lnTo>
                  <a:lnTo>
                    <a:pt x="433" y="898"/>
                  </a:lnTo>
                  <a:lnTo>
                    <a:pt x="420" y="765"/>
                  </a:lnTo>
                  <a:lnTo>
                    <a:pt x="500" y="544"/>
                  </a:lnTo>
                  <a:lnTo>
                    <a:pt x="562" y="383"/>
                  </a:lnTo>
                  <a:lnTo>
                    <a:pt x="467" y="213"/>
                  </a:lnTo>
                  <a:lnTo>
                    <a:pt x="207" y="312"/>
                  </a:lnTo>
                  <a:lnTo>
                    <a:pt x="231" y="364"/>
                  </a:lnTo>
                  <a:lnTo>
                    <a:pt x="250" y="496"/>
                  </a:lnTo>
                  <a:lnTo>
                    <a:pt x="226" y="647"/>
                  </a:lnTo>
                  <a:lnTo>
                    <a:pt x="188" y="794"/>
                  </a:lnTo>
                  <a:lnTo>
                    <a:pt x="174" y="945"/>
                  </a:lnTo>
                  <a:lnTo>
                    <a:pt x="217" y="1092"/>
                  </a:lnTo>
                  <a:lnTo>
                    <a:pt x="315" y="1242"/>
                  </a:lnTo>
                  <a:lnTo>
                    <a:pt x="212" y="1181"/>
                  </a:lnTo>
                  <a:lnTo>
                    <a:pt x="142" y="1020"/>
                  </a:lnTo>
                  <a:lnTo>
                    <a:pt x="127" y="842"/>
                  </a:lnTo>
                  <a:lnTo>
                    <a:pt x="179" y="609"/>
                  </a:lnTo>
                  <a:lnTo>
                    <a:pt x="198" y="468"/>
                  </a:lnTo>
                  <a:lnTo>
                    <a:pt x="127" y="331"/>
                  </a:lnTo>
                  <a:lnTo>
                    <a:pt x="0" y="321"/>
                  </a:lnTo>
                  <a:lnTo>
                    <a:pt x="0" y="3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67" name="Freeform 56"/>
            <p:cNvSpPr>
              <a:spLocks/>
            </p:cNvSpPr>
            <p:nvPr/>
          </p:nvSpPr>
          <p:spPr bwMode="auto">
            <a:xfrm>
              <a:off x="5131" y="3184"/>
              <a:ext cx="82" cy="97"/>
            </a:xfrm>
            <a:custGeom>
              <a:avLst/>
              <a:gdLst/>
              <a:ahLst/>
              <a:cxnLst>
                <a:cxn ang="0">
                  <a:pos x="22" y="292"/>
                </a:cxn>
                <a:cxn ang="0">
                  <a:pos x="0" y="137"/>
                </a:cxn>
                <a:cxn ang="0">
                  <a:pos x="61" y="0"/>
                </a:cxn>
                <a:cxn ang="0">
                  <a:pos x="118" y="5"/>
                </a:cxn>
                <a:cxn ang="0">
                  <a:pos x="245" y="70"/>
                </a:cxn>
                <a:cxn ang="0">
                  <a:pos x="94" y="56"/>
                </a:cxn>
                <a:cxn ang="0">
                  <a:pos x="41" y="142"/>
                </a:cxn>
                <a:cxn ang="0">
                  <a:pos x="22" y="292"/>
                </a:cxn>
                <a:cxn ang="0">
                  <a:pos x="22" y="292"/>
                </a:cxn>
              </a:cxnLst>
              <a:rect l="0" t="0" r="r" b="b"/>
              <a:pathLst>
                <a:path w="245" h="292">
                  <a:moveTo>
                    <a:pt x="22" y="292"/>
                  </a:moveTo>
                  <a:lnTo>
                    <a:pt x="0" y="137"/>
                  </a:lnTo>
                  <a:lnTo>
                    <a:pt x="61" y="0"/>
                  </a:lnTo>
                  <a:lnTo>
                    <a:pt x="118" y="5"/>
                  </a:lnTo>
                  <a:lnTo>
                    <a:pt x="245" y="70"/>
                  </a:lnTo>
                  <a:lnTo>
                    <a:pt x="94" y="56"/>
                  </a:lnTo>
                  <a:lnTo>
                    <a:pt x="41" y="142"/>
                  </a:lnTo>
                  <a:lnTo>
                    <a:pt x="22" y="292"/>
                  </a:lnTo>
                  <a:lnTo>
                    <a:pt x="22" y="29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68" name="Freeform 57"/>
            <p:cNvSpPr>
              <a:spLocks/>
            </p:cNvSpPr>
            <p:nvPr/>
          </p:nvSpPr>
          <p:spPr bwMode="auto">
            <a:xfrm>
              <a:off x="5200" y="2765"/>
              <a:ext cx="258" cy="307"/>
            </a:xfrm>
            <a:custGeom>
              <a:avLst/>
              <a:gdLst/>
              <a:ahLst/>
              <a:cxnLst>
                <a:cxn ang="0">
                  <a:pos x="57" y="808"/>
                </a:cxn>
                <a:cxn ang="0">
                  <a:pos x="490" y="609"/>
                </a:cxn>
                <a:cxn ang="0">
                  <a:pos x="592" y="598"/>
                </a:cxn>
                <a:cxn ang="0">
                  <a:pos x="665" y="529"/>
                </a:cxn>
                <a:cxn ang="0">
                  <a:pos x="732" y="364"/>
                </a:cxn>
                <a:cxn ang="0">
                  <a:pos x="703" y="137"/>
                </a:cxn>
                <a:cxn ang="0">
                  <a:pos x="596" y="44"/>
                </a:cxn>
                <a:cxn ang="0">
                  <a:pos x="407" y="106"/>
                </a:cxn>
                <a:cxn ang="0">
                  <a:pos x="563" y="0"/>
                </a:cxn>
                <a:cxn ang="0">
                  <a:pos x="665" y="34"/>
                </a:cxn>
                <a:cxn ang="0">
                  <a:pos x="751" y="128"/>
                </a:cxn>
                <a:cxn ang="0">
                  <a:pos x="773" y="317"/>
                </a:cxn>
                <a:cxn ang="0">
                  <a:pos x="765" y="449"/>
                </a:cxn>
                <a:cxn ang="0">
                  <a:pos x="677" y="616"/>
                </a:cxn>
                <a:cxn ang="0">
                  <a:pos x="619" y="651"/>
                </a:cxn>
                <a:cxn ang="0">
                  <a:pos x="514" y="647"/>
                </a:cxn>
                <a:cxn ang="0">
                  <a:pos x="0" y="921"/>
                </a:cxn>
                <a:cxn ang="0">
                  <a:pos x="57" y="808"/>
                </a:cxn>
                <a:cxn ang="0">
                  <a:pos x="57" y="808"/>
                </a:cxn>
              </a:cxnLst>
              <a:rect l="0" t="0" r="r" b="b"/>
              <a:pathLst>
                <a:path w="773" h="921">
                  <a:moveTo>
                    <a:pt x="57" y="808"/>
                  </a:moveTo>
                  <a:lnTo>
                    <a:pt x="490" y="609"/>
                  </a:lnTo>
                  <a:lnTo>
                    <a:pt x="592" y="598"/>
                  </a:lnTo>
                  <a:lnTo>
                    <a:pt x="665" y="529"/>
                  </a:lnTo>
                  <a:lnTo>
                    <a:pt x="732" y="364"/>
                  </a:lnTo>
                  <a:lnTo>
                    <a:pt x="703" y="137"/>
                  </a:lnTo>
                  <a:lnTo>
                    <a:pt x="596" y="44"/>
                  </a:lnTo>
                  <a:lnTo>
                    <a:pt x="407" y="106"/>
                  </a:lnTo>
                  <a:lnTo>
                    <a:pt x="563" y="0"/>
                  </a:lnTo>
                  <a:lnTo>
                    <a:pt x="665" y="34"/>
                  </a:lnTo>
                  <a:lnTo>
                    <a:pt x="751" y="128"/>
                  </a:lnTo>
                  <a:lnTo>
                    <a:pt x="773" y="317"/>
                  </a:lnTo>
                  <a:lnTo>
                    <a:pt x="765" y="449"/>
                  </a:lnTo>
                  <a:lnTo>
                    <a:pt x="677" y="616"/>
                  </a:lnTo>
                  <a:lnTo>
                    <a:pt x="619" y="651"/>
                  </a:lnTo>
                  <a:lnTo>
                    <a:pt x="514" y="647"/>
                  </a:lnTo>
                  <a:lnTo>
                    <a:pt x="0" y="921"/>
                  </a:lnTo>
                  <a:lnTo>
                    <a:pt x="57" y="808"/>
                  </a:lnTo>
                  <a:lnTo>
                    <a:pt x="57" y="8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69" name="Freeform 58"/>
            <p:cNvSpPr>
              <a:spLocks/>
            </p:cNvSpPr>
            <p:nvPr/>
          </p:nvSpPr>
          <p:spPr bwMode="auto">
            <a:xfrm>
              <a:off x="4664" y="3015"/>
              <a:ext cx="925" cy="357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0" y="85"/>
                </a:cxn>
                <a:cxn ang="0">
                  <a:pos x="5" y="274"/>
                </a:cxn>
                <a:cxn ang="0">
                  <a:pos x="56" y="382"/>
                </a:cxn>
                <a:cxn ang="0">
                  <a:pos x="142" y="411"/>
                </a:cxn>
                <a:cxn ang="0">
                  <a:pos x="288" y="533"/>
                </a:cxn>
                <a:cxn ang="0">
                  <a:pos x="646" y="780"/>
                </a:cxn>
                <a:cxn ang="0">
                  <a:pos x="726" y="793"/>
                </a:cxn>
                <a:cxn ang="0">
                  <a:pos x="829" y="850"/>
                </a:cxn>
                <a:cxn ang="0">
                  <a:pos x="863" y="917"/>
                </a:cxn>
                <a:cxn ang="0">
                  <a:pos x="1136" y="1059"/>
                </a:cxn>
                <a:cxn ang="0">
                  <a:pos x="1251" y="1072"/>
                </a:cxn>
                <a:cxn ang="0">
                  <a:pos x="2775" y="595"/>
                </a:cxn>
                <a:cxn ang="0">
                  <a:pos x="2761" y="492"/>
                </a:cxn>
                <a:cxn ang="0">
                  <a:pos x="2355" y="364"/>
                </a:cxn>
                <a:cxn ang="0">
                  <a:pos x="2732" y="529"/>
                </a:cxn>
                <a:cxn ang="0">
                  <a:pos x="1232" y="1001"/>
                </a:cxn>
                <a:cxn ang="0">
                  <a:pos x="1136" y="917"/>
                </a:cxn>
                <a:cxn ang="0">
                  <a:pos x="1090" y="793"/>
                </a:cxn>
                <a:cxn ang="0">
                  <a:pos x="1127" y="552"/>
                </a:cxn>
                <a:cxn ang="0">
                  <a:pos x="1061" y="670"/>
                </a:cxn>
                <a:cxn ang="0">
                  <a:pos x="1047" y="793"/>
                </a:cxn>
                <a:cxn ang="0">
                  <a:pos x="1090" y="949"/>
                </a:cxn>
                <a:cxn ang="0">
                  <a:pos x="1127" y="1001"/>
                </a:cxn>
                <a:cxn ang="0">
                  <a:pos x="906" y="893"/>
                </a:cxn>
                <a:cxn ang="0">
                  <a:pos x="863" y="788"/>
                </a:cxn>
                <a:cxn ang="0">
                  <a:pos x="853" y="633"/>
                </a:cxn>
                <a:cxn ang="0">
                  <a:pos x="882" y="524"/>
                </a:cxn>
                <a:cxn ang="0">
                  <a:pos x="829" y="605"/>
                </a:cxn>
                <a:cxn ang="0">
                  <a:pos x="811" y="718"/>
                </a:cxn>
                <a:cxn ang="0">
                  <a:pos x="802" y="785"/>
                </a:cxn>
                <a:cxn ang="0">
                  <a:pos x="721" y="732"/>
                </a:cxn>
                <a:cxn ang="0">
                  <a:pos x="707" y="595"/>
                </a:cxn>
                <a:cxn ang="0">
                  <a:pos x="750" y="435"/>
                </a:cxn>
                <a:cxn ang="0">
                  <a:pos x="699" y="506"/>
                </a:cxn>
                <a:cxn ang="0">
                  <a:pos x="661" y="614"/>
                </a:cxn>
                <a:cxn ang="0">
                  <a:pos x="661" y="727"/>
                </a:cxn>
                <a:cxn ang="0">
                  <a:pos x="155" y="377"/>
                </a:cxn>
                <a:cxn ang="0">
                  <a:pos x="150" y="274"/>
                </a:cxn>
                <a:cxn ang="0">
                  <a:pos x="155" y="189"/>
                </a:cxn>
                <a:cxn ang="0">
                  <a:pos x="113" y="245"/>
                </a:cxn>
                <a:cxn ang="0">
                  <a:pos x="89" y="336"/>
                </a:cxn>
                <a:cxn ang="0">
                  <a:pos x="37" y="240"/>
                </a:cxn>
                <a:cxn ang="0">
                  <a:pos x="37" y="103"/>
                </a:cxn>
                <a:cxn ang="0">
                  <a:pos x="127" y="47"/>
                </a:cxn>
                <a:cxn ang="0">
                  <a:pos x="37" y="0"/>
                </a:cxn>
                <a:cxn ang="0">
                  <a:pos x="37" y="0"/>
                </a:cxn>
              </a:cxnLst>
              <a:rect l="0" t="0" r="r" b="b"/>
              <a:pathLst>
                <a:path w="2775" h="1072">
                  <a:moveTo>
                    <a:pt x="37" y="0"/>
                  </a:moveTo>
                  <a:lnTo>
                    <a:pt x="0" y="85"/>
                  </a:lnTo>
                  <a:lnTo>
                    <a:pt x="5" y="274"/>
                  </a:lnTo>
                  <a:lnTo>
                    <a:pt x="56" y="382"/>
                  </a:lnTo>
                  <a:lnTo>
                    <a:pt x="142" y="411"/>
                  </a:lnTo>
                  <a:lnTo>
                    <a:pt x="288" y="533"/>
                  </a:lnTo>
                  <a:lnTo>
                    <a:pt x="646" y="780"/>
                  </a:lnTo>
                  <a:lnTo>
                    <a:pt x="726" y="793"/>
                  </a:lnTo>
                  <a:lnTo>
                    <a:pt x="829" y="850"/>
                  </a:lnTo>
                  <a:lnTo>
                    <a:pt x="863" y="917"/>
                  </a:lnTo>
                  <a:lnTo>
                    <a:pt x="1136" y="1059"/>
                  </a:lnTo>
                  <a:lnTo>
                    <a:pt x="1251" y="1072"/>
                  </a:lnTo>
                  <a:lnTo>
                    <a:pt x="2775" y="595"/>
                  </a:lnTo>
                  <a:lnTo>
                    <a:pt x="2761" y="492"/>
                  </a:lnTo>
                  <a:lnTo>
                    <a:pt x="2355" y="364"/>
                  </a:lnTo>
                  <a:lnTo>
                    <a:pt x="2732" y="529"/>
                  </a:lnTo>
                  <a:lnTo>
                    <a:pt x="1232" y="1001"/>
                  </a:lnTo>
                  <a:lnTo>
                    <a:pt x="1136" y="917"/>
                  </a:lnTo>
                  <a:lnTo>
                    <a:pt x="1090" y="793"/>
                  </a:lnTo>
                  <a:lnTo>
                    <a:pt x="1127" y="552"/>
                  </a:lnTo>
                  <a:lnTo>
                    <a:pt x="1061" y="670"/>
                  </a:lnTo>
                  <a:lnTo>
                    <a:pt x="1047" y="793"/>
                  </a:lnTo>
                  <a:lnTo>
                    <a:pt x="1090" y="949"/>
                  </a:lnTo>
                  <a:lnTo>
                    <a:pt x="1127" y="1001"/>
                  </a:lnTo>
                  <a:lnTo>
                    <a:pt x="906" y="893"/>
                  </a:lnTo>
                  <a:lnTo>
                    <a:pt x="863" y="788"/>
                  </a:lnTo>
                  <a:lnTo>
                    <a:pt x="853" y="633"/>
                  </a:lnTo>
                  <a:lnTo>
                    <a:pt x="882" y="524"/>
                  </a:lnTo>
                  <a:lnTo>
                    <a:pt x="829" y="605"/>
                  </a:lnTo>
                  <a:lnTo>
                    <a:pt x="811" y="718"/>
                  </a:lnTo>
                  <a:lnTo>
                    <a:pt x="802" y="785"/>
                  </a:lnTo>
                  <a:lnTo>
                    <a:pt x="721" y="732"/>
                  </a:lnTo>
                  <a:lnTo>
                    <a:pt x="707" y="595"/>
                  </a:lnTo>
                  <a:lnTo>
                    <a:pt x="750" y="435"/>
                  </a:lnTo>
                  <a:lnTo>
                    <a:pt x="699" y="506"/>
                  </a:lnTo>
                  <a:lnTo>
                    <a:pt x="661" y="614"/>
                  </a:lnTo>
                  <a:lnTo>
                    <a:pt x="661" y="727"/>
                  </a:lnTo>
                  <a:lnTo>
                    <a:pt x="155" y="377"/>
                  </a:lnTo>
                  <a:lnTo>
                    <a:pt x="150" y="274"/>
                  </a:lnTo>
                  <a:lnTo>
                    <a:pt x="155" y="189"/>
                  </a:lnTo>
                  <a:lnTo>
                    <a:pt x="113" y="245"/>
                  </a:lnTo>
                  <a:lnTo>
                    <a:pt x="89" y="336"/>
                  </a:lnTo>
                  <a:lnTo>
                    <a:pt x="37" y="240"/>
                  </a:lnTo>
                  <a:lnTo>
                    <a:pt x="37" y="103"/>
                  </a:lnTo>
                  <a:lnTo>
                    <a:pt x="127" y="47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70" name="Freeform 59"/>
            <p:cNvSpPr>
              <a:spLocks/>
            </p:cNvSpPr>
            <p:nvPr/>
          </p:nvSpPr>
          <p:spPr bwMode="auto">
            <a:xfrm>
              <a:off x="5042" y="3169"/>
              <a:ext cx="86" cy="129"/>
            </a:xfrm>
            <a:custGeom>
              <a:avLst/>
              <a:gdLst/>
              <a:ahLst/>
              <a:cxnLst>
                <a:cxn ang="0">
                  <a:pos x="123" y="0"/>
                </a:cxn>
                <a:cxn ang="0">
                  <a:pos x="67" y="43"/>
                </a:cxn>
                <a:cxn ang="0">
                  <a:pos x="39" y="118"/>
                </a:cxn>
                <a:cxn ang="0">
                  <a:pos x="0" y="298"/>
                </a:cxn>
                <a:cxn ang="0">
                  <a:pos x="39" y="387"/>
                </a:cxn>
                <a:cxn ang="0">
                  <a:pos x="256" y="317"/>
                </a:cxn>
                <a:cxn ang="0">
                  <a:pos x="204" y="264"/>
                </a:cxn>
                <a:cxn ang="0">
                  <a:pos x="67" y="303"/>
                </a:cxn>
                <a:cxn ang="0">
                  <a:pos x="72" y="156"/>
                </a:cxn>
                <a:cxn ang="0">
                  <a:pos x="134" y="104"/>
                </a:cxn>
                <a:cxn ang="0">
                  <a:pos x="123" y="0"/>
                </a:cxn>
                <a:cxn ang="0">
                  <a:pos x="123" y="0"/>
                </a:cxn>
              </a:cxnLst>
              <a:rect l="0" t="0" r="r" b="b"/>
              <a:pathLst>
                <a:path w="256" h="387">
                  <a:moveTo>
                    <a:pt x="123" y="0"/>
                  </a:moveTo>
                  <a:lnTo>
                    <a:pt x="67" y="43"/>
                  </a:lnTo>
                  <a:lnTo>
                    <a:pt x="39" y="118"/>
                  </a:lnTo>
                  <a:lnTo>
                    <a:pt x="0" y="298"/>
                  </a:lnTo>
                  <a:lnTo>
                    <a:pt x="39" y="387"/>
                  </a:lnTo>
                  <a:lnTo>
                    <a:pt x="256" y="317"/>
                  </a:lnTo>
                  <a:lnTo>
                    <a:pt x="204" y="264"/>
                  </a:lnTo>
                  <a:lnTo>
                    <a:pt x="67" y="303"/>
                  </a:lnTo>
                  <a:lnTo>
                    <a:pt x="72" y="156"/>
                  </a:lnTo>
                  <a:lnTo>
                    <a:pt x="134" y="104"/>
                  </a:lnTo>
                  <a:lnTo>
                    <a:pt x="123" y="0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71" name="Freeform 60"/>
            <p:cNvSpPr>
              <a:spLocks/>
            </p:cNvSpPr>
            <p:nvPr/>
          </p:nvSpPr>
          <p:spPr bwMode="auto">
            <a:xfrm>
              <a:off x="5137" y="3223"/>
              <a:ext cx="134" cy="46"/>
            </a:xfrm>
            <a:custGeom>
              <a:avLst/>
              <a:gdLst/>
              <a:ahLst/>
              <a:cxnLst>
                <a:cxn ang="0">
                  <a:pos x="9" y="84"/>
                </a:cxn>
                <a:cxn ang="0">
                  <a:pos x="402" y="0"/>
                </a:cxn>
                <a:cxn ang="0">
                  <a:pos x="0" y="137"/>
                </a:cxn>
                <a:cxn ang="0">
                  <a:pos x="9" y="84"/>
                </a:cxn>
                <a:cxn ang="0">
                  <a:pos x="9" y="84"/>
                </a:cxn>
              </a:cxnLst>
              <a:rect l="0" t="0" r="r" b="b"/>
              <a:pathLst>
                <a:path w="402" h="137">
                  <a:moveTo>
                    <a:pt x="9" y="84"/>
                  </a:moveTo>
                  <a:lnTo>
                    <a:pt x="402" y="0"/>
                  </a:lnTo>
                  <a:lnTo>
                    <a:pt x="0" y="137"/>
                  </a:lnTo>
                  <a:lnTo>
                    <a:pt x="9" y="84"/>
                  </a:lnTo>
                  <a:lnTo>
                    <a:pt x="9" y="8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72" name="Freeform 61"/>
            <p:cNvSpPr>
              <a:spLocks/>
            </p:cNvSpPr>
            <p:nvPr/>
          </p:nvSpPr>
          <p:spPr bwMode="auto">
            <a:xfrm>
              <a:off x="4605" y="3064"/>
              <a:ext cx="867" cy="421"/>
            </a:xfrm>
            <a:custGeom>
              <a:avLst/>
              <a:gdLst/>
              <a:ahLst/>
              <a:cxnLst>
                <a:cxn ang="0">
                  <a:pos x="207" y="0"/>
                </a:cxn>
                <a:cxn ang="0">
                  <a:pos x="0" y="32"/>
                </a:cxn>
                <a:cxn ang="0">
                  <a:pos x="6" y="107"/>
                </a:cxn>
                <a:cxn ang="0">
                  <a:pos x="656" y="1139"/>
                </a:cxn>
                <a:cxn ang="0">
                  <a:pos x="2392" y="943"/>
                </a:cxn>
                <a:cxn ang="0">
                  <a:pos x="2473" y="981"/>
                </a:cxn>
                <a:cxn ang="0">
                  <a:pos x="2518" y="1054"/>
                </a:cxn>
                <a:cxn ang="0">
                  <a:pos x="2463" y="1208"/>
                </a:cxn>
                <a:cxn ang="0">
                  <a:pos x="2175" y="1262"/>
                </a:cxn>
                <a:cxn ang="0">
                  <a:pos x="2475" y="1262"/>
                </a:cxn>
                <a:cxn ang="0">
                  <a:pos x="2600" y="1072"/>
                </a:cxn>
                <a:cxn ang="0">
                  <a:pos x="2592" y="918"/>
                </a:cxn>
                <a:cxn ang="0">
                  <a:pos x="2538" y="846"/>
                </a:cxn>
                <a:cxn ang="0">
                  <a:pos x="2236" y="886"/>
                </a:cxn>
                <a:cxn ang="0">
                  <a:pos x="2181" y="910"/>
                </a:cxn>
                <a:cxn ang="0">
                  <a:pos x="2116" y="886"/>
                </a:cxn>
                <a:cxn ang="0">
                  <a:pos x="750" y="1047"/>
                </a:cxn>
                <a:cxn ang="0">
                  <a:pos x="326" y="453"/>
                </a:cxn>
                <a:cxn ang="0">
                  <a:pos x="704" y="1052"/>
                </a:cxn>
                <a:cxn ang="0">
                  <a:pos x="670" y="1103"/>
                </a:cxn>
                <a:cxn ang="0">
                  <a:pos x="26" y="60"/>
                </a:cxn>
                <a:cxn ang="0">
                  <a:pos x="191" y="32"/>
                </a:cxn>
                <a:cxn ang="0">
                  <a:pos x="207" y="0"/>
                </a:cxn>
                <a:cxn ang="0">
                  <a:pos x="207" y="0"/>
                </a:cxn>
              </a:cxnLst>
              <a:rect l="0" t="0" r="r" b="b"/>
              <a:pathLst>
                <a:path w="2600" h="1262">
                  <a:moveTo>
                    <a:pt x="207" y="0"/>
                  </a:moveTo>
                  <a:lnTo>
                    <a:pt x="0" y="32"/>
                  </a:lnTo>
                  <a:lnTo>
                    <a:pt x="6" y="107"/>
                  </a:lnTo>
                  <a:lnTo>
                    <a:pt x="656" y="1139"/>
                  </a:lnTo>
                  <a:lnTo>
                    <a:pt x="2392" y="943"/>
                  </a:lnTo>
                  <a:lnTo>
                    <a:pt x="2473" y="981"/>
                  </a:lnTo>
                  <a:lnTo>
                    <a:pt x="2518" y="1054"/>
                  </a:lnTo>
                  <a:lnTo>
                    <a:pt x="2463" y="1208"/>
                  </a:lnTo>
                  <a:lnTo>
                    <a:pt x="2175" y="1262"/>
                  </a:lnTo>
                  <a:lnTo>
                    <a:pt x="2475" y="1262"/>
                  </a:lnTo>
                  <a:lnTo>
                    <a:pt x="2600" y="1072"/>
                  </a:lnTo>
                  <a:lnTo>
                    <a:pt x="2592" y="918"/>
                  </a:lnTo>
                  <a:lnTo>
                    <a:pt x="2538" y="846"/>
                  </a:lnTo>
                  <a:lnTo>
                    <a:pt x="2236" y="886"/>
                  </a:lnTo>
                  <a:lnTo>
                    <a:pt x="2181" y="910"/>
                  </a:lnTo>
                  <a:lnTo>
                    <a:pt x="2116" y="886"/>
                  </a:lnTo>
                  <a:lnTo>
                    <a:pt x="750" y="1047"/>
                  </a:lnTo>
                  <a:lnTo>
                    <a:pt x="326" y="453"/>
                  </a:lnTo>
                  <a:lnTo>
                    <a:pt x="704" y="1052"/>
                  </a:lnTo>
                  <a:lnTo>
                    <a:pt x="670" y="1103"/>
                  </a:lnTo>
                  <a:lnTo>
                    <a:pt x="26" y="60"/>
                  </a:lnTo>
                  <a:lnTo>
                    <a:pt x="191" y="32"/>
                  </a:lnTo>
                  <a:lnTo>
                    <a:pt x="207" y="0"/>
                  </a:lnTo>
                  <a:lnTo>
                    <a:pt x="20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73" name="Freeform 62"/>
            <p:cNvSpPr>
              <a:spLocks/>
            </p:cNvSpPr>
            <p:nvPr/>
          </p:nvSpPr>
          <p:spPr bwMode="auto">
            <a:xfrm>
              <a:off x="4627" y="3158"/>
              <a:ext cx="156" cy="364"/>
            </a:xfrm>
            <a:custGeom>
              <a:avLst/>
              <a:gdLst/>
              <a:ahLst/>
              <a:cxnLst>
                <a:cxn ang="0">
                  <a:pos x="61" y="0"/>
                </a:cxn>
                <a:cxn ang="0">
                  <a:pos x="71" y="81"/>
                </a:cxn>
                <a:cxn ang="0">
                  <a:pos x="57" y="148"/>
                </a:cxn>
                <a:cxn ang="0">
                  <a:pos x="33" y="194"/>
                </a:cxn>
                <a:cxn ang="0">
                  <a:pos x="0" y="218"/>
                </a:cxn>
                <a:cxn ang="0">
                  <a:pos x="122" y="449"/>
                </a:cxn>
                <a:cxn ang="0">
                  <a:pos x="467" y="1091"/>
                </a:cxn>
                <a:cxn ang="0">
                  <a:pos x="213" y="514"/>
                </a:cxn>
                <a:cxn ang="0">
                  <a:pos x="57" y="218"/>
                </a:cxn>
                <a:cxn ang="0">
                  <a:pos x="208" y="396"/>
                </a:cxn>
                <a:cxn ang="0">
                  <a:pos x="90" y="161"/>
                </a:cxn>
                <a:cxn ang="0">
                  <a:pos x="122" y="76"/>
                </a:cxn>
                <a:cxn ang="0">
                  <a:pos x="61" y="0"/>
                </a:cxn>
                <a:cxn ang="0">
                  <a:pos x="61" y="0"/>
                </a:cxn>
              </a:cxnLst>
              <a:rect l="0" t="0" r="r" b="b"/>
              <a:pathLst>
                <a:path w="467" h="1091">
                  <a:moveTo>
                    <a:pt x="61" y="0"/>
                  </a:moveTo>
                  <a:lnTo>
                    <a:pt x="71" y="81"/>
                  </a:lnTo>
                  <a:lnTo>
                    <a:pt x="57" y="148"/>
                  </a:lnTo>
                  <a:lnTo>
                    <a:pt x="33" y="194"/>
                  </a:lnTo>
                  <a:lnTo>
                    <a:pt x="0" y="218"/>
                  </a:lnTo>
                  <a:lnTo>
                    <a:pt x="122" y="449"/>
                  </a:lnTo>
                  <a:lnTo>
                    <a:pt x="467" y="1091"/>
                  </a:lnTo>
                  <a:lnTo>
                    <a:pt x="213" y="514"/>
                  </a:lnTo>
                  <a:lnTo>
                    <a:pt x="57" y="218"/>
                  </a:lnTo>
                  <a:lnTo>
                    <a:pt x="208" y="396"/>
                  </a:lnTo>
                  <a:lnTo>
                    <a:pt x="90" y="161"/>
                  </a:lnTo>
                  <a:lnTo>
                    <a:pt x="122" y="76"/>
                  </a:lnTo>
                  <a:lnTo>
                    <a:pt x="61" y="0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74" name="Freeform 63"/>
            <p:cNvSpPr>
              <a:spLocks/>
            </p:cNvSpPr>
            <p:nvPr/>
          </p:nvSpPr>
          <p:spPr bwMode="auto">
            <a:xfrm>
              <a:off x="4581" y="3190"/>
              <a:ext cx="930" cy="417"/>
            </a:xfrm>
            <a:custGeom>
              <a:avLst/>
              <a:gdLst/>
              <a:ahLst/>
              <a:cxnLst>
                <a:cxn ang="0">
                  <a:pos x="217" y="0"/>
                </a:cxn>
                <a:cxn ang="0">
                  <a:pos x="101" y="52"/>
                </a:cxn>
                <a:cxn ang="0">
                  <a:pos x="10" y="73"/>
                </a:cxn>
                <a:cxn ang="0">
                  <a:pos x="0" y="134"/>
                </a:cxn>
                <a:cxn ang="0">
                  <a:pos x="378" y="845"/>
                </a:cxn>
                <a:cxn ang="0">
                  <a:pos x="540" y="1249"/>
                </a:cxn>
                <a:cxn ang="0">
                  <a:pos x="2155" y="1050"/>
                </a:cxn>
                <a:cxn ang="0">
                  <a:pos x="2215" y="1030"/>
                </a:cxn>
                <a:cxn ang="0">
                  <a:pos x="2301" y="1059"/>
                </a:cxn>
                <a:cxn ang="0">
                  <a:pos x="2594" y="1020"/>
                </a:cxn>
                <a:cxn ang="0">
                  <a:pos x="2724" y="899"/>
                </a:cxn>
                <a:cxn ang="0">
                  <a:pos x="2791" y="602"/>
                </a:cxn>
                <a:cxn ang="0">
                  <a:pos x="2745" y="388"/>
                </a:cxn>
                <a:cxn ang="0">
                  <a:pos x="2540" y="208"/>
                </a:cxn>
                <a:cxn ang="0">
                  <a:pos x="2138" y="309"/>
                </a:cxn>
                <a:cxn ang="0">
                  <a:pos x="2498" y="316"/>
                </a:cxn>
                <a:cxn ang="0">
                  <a:pos x="2653" y="434"/>
                </a:cxn>
                <a:cxn ang="0">
                  <a:pos x="2722" y="538"/>
                </a:cxn>
                <a:cxn ang="0">
                  <a:pos x="2727" y="691"/>
                </a:cxn>
                <a:cxn ang="0">
                  <a:pos x="2669" y="874"/>
                </a:cxn>
                <a:cxn ang="0">
                  <a:pos x="2595" y="957"/>
                </a:cxn>
                <a:cxn ang="0">
                  <a:pos x="2359" y="989"/>
                </a:cxn>
                <a:cxn ang="0">
                  <a:pos x="2253" y="955"/>
                </a:cxn>
                <a:cxn ang="0">
                  <a:pos x="2110" y="1026"/>
                </a:cxn>
                <a:cxn ang="0">
                  <a:pos x="586" y="1158"/>
                </a:cxn>
                <a:cxn ang="0">
                  <a:pos x="45" y="91"/>
                </a:cxn>
                <a:cxn ang="0">
                  <a:pos x="230" y="35"/>
                </a:cxn>
                <a:cxn ang="0">
                  <a:pos x="217" y="0"/>
                </a:cxn>
                <a:cxn ang="0">
                  <a:pos x="217" y="0"/>
                </a:cxn>
              </a:cxnLst>
              <a:rect l="0" t="0" r="r" b="b"/>
              <a:pathLst>
                <a:path w="2791" h="1249">
                  <a:moveTo>
                    <a:pt x="217" y="0"/>
                  </a:moveTo>
                  <a:lnTo>
                    <a:pt x="101" y="52"/>
                  </a:lnTo>
                  <a:lnTo>
                    <a:pt x="10" y="73"/>
                  </a:lnTo>
                  <a:lnTo>
                    <a:pt x="0" y="134"/>
                  </a:lnTo>
                  <a:lnTo>
                    <a:pt x="378" y="845"/>
                  </a:lnTo>
                  <a:lnTo>
                    <a:pt x="540" y="1249"/>
                  </a:lnTo>
                  <a:lnTo>
                    <a:pt x="2155" y="1050"/>
                  </a:lnTo>
                  <a:lnTo>
                    <a:pt x="2215" y="1030"/>
                  </a:lnTo>
                  <a:lnTo>
                    <a:pt x="2301" y="1059"/>
                  </a:lnTo>
                  <a:lnTo>
                    <a:pt x="2594" y="1020"/>
                  </a:lnTo>
                  <a:lnTo>
                    <a:pt x="2724" y="899"/>
                  </a:lnTo>
                  <a:lnTo>
                    <a:pt x="2791" y="602"/>
                  </a:lnTo>
                  <a:lnTo>
                    <a:pt x="2745" y="388"/>
                  </a:lnTo>
                  <a:lnTo>
                    <a:pt x="2540" y="208"/>
                  </a:lnTo>
                  <a:lnTo>
                    <a:pt x="2138" y="309"/>
                  </a:lnTo>
                  <a:lnTo>
                    <a:pt x="2498" y="316"/>
                  </a:lnTo>
                  <a:lnTo>
                    <a:pt x="2653" y="434"/>
                  </a:lnTo>
                  <a:lnTo>
                    <a:pt x="2722" y="538"/>
                  </a:lnTo>
                  <a:lnTo>
                    <a:pt x="2727" y="691"/>
                  </a:lnTo>
                  <a:lnTo>
                    <a:pt x="2669" y="874"/>
                  </a:lnTo>
                  <a:lnTo>
                    <a:pt x="2595" y="957"/>
                  </a:lnTo>
                  <a:lnTo>
                    <a:pt x="2359" y="989"/>
                  </a:lnTo>
                  <a:lnTo>
                    <a:pt x="2253" y="955"/>
                  </a:lnTo>
                  <a:lnTo>
                    <a:pt x="2110" y="1026"/>
                  </a:lnTo>
                  <a:lnTo>
                    <a:pt x="586" y="1158"/>
                  </a:lnTo>
                  <a:lnTo>
                    <a:pt x="45" y="91"/>
                  </a:lnTo>
                  <a:lnTo>
                    <a:pt x="230" y="35"/>
                  </a:lnTo>
                  <a:lnTo>
                    <a:pt x="217" y="0"/>
                  </a:lnTo>
                  <a:lnTo>
                    <a:pt x="21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75" name="Freeform 64"/>
            <p:cNvSpPr>
              <a:spLocks/>
            </p:cNvSpPr>
            <p:nvPr/>
          </p:nvSpPr>
          <p:spPr bwMode="auto">
            <a:xfrm>
              <a:off x="4788" y="3394"/>
              <a:ext cx="470" cy="139"/>
            </a:xfrm>
            <a:custGeom>
              <a:avLst/>
              <a:gdLst/>
              <a:ahLst/>
              <a:cxnLst>
                <a:cxn ang="0">
                  <a:pos x="0" y="416"/>
                </a:cxn>
                <a:cxn ang="0">
                  <a:pos x="113" y="311"/>
                </a:cxn>
                <a:cxn ang="0">
                  <a:pos x="165" y="217"/>
                </a:cxn>
                <a:cxn ang="0">
                  <a:pos x="151" y="104"/>
                </a:cxn>
                <a:cxn ang="0">
                  <a:pos x="1024" y="0"/>
                </a:cxn>
                <a:cxn ang="0">
                  <a:pos x="245" y="133"/>
                </a:cxn>
                <a:cxn ang="0">
                  <a:pos x="211" y="227"/>
                </a:cxn>
                <a:cxn ang="0">
                  <a:pos x="878" y="189"/>
                </a:cxn>
                <a:cxn ang="0">
                  <a:pos x="197" y="289"/>
                </a:cxn>
                <a:cxn ang="0">
                  <a:pos x="160" y="326"/>
                </a:cxn>
                <a:cxn ang="0">
                  <a:pos x="122" y="349"/>
                </a:cxn>
                <a:cxn ang="0">
                  <a:pos x="1411" y="279"/>
                </a:cxn>
                <a:cxn ang="0">
                  <a:pos x="0" y="416"/>
                </a:cxn>
                <a:cxn ang="0">
                  <a:pos x="0" y="416"/>
                </a:cxn>
              </a:cxnLst>
              <a:rect l="0" t="0" r="r" b="b"/>
              <a:pathLst>
                <a:path w="1411" h="416">
                  <a:moveTo>
                    <a:pt x="0" y="416"/>
                  </a:moveTo>
                  <a:lnTo>
                    <a:pt x="113" y="311"/>
                  </a:lnTo>
                  <a:lnTo>
                    <a:pt x="165" y="217"/>
                  </a:lnTo>
                  <a:lnTo>
                    <a:pt x="151" y="104"/>
                  </a:lnTo>
                  <a:lnTo>
                    <a:pt x="1024" y="0"/>
                  </a:lnTo>
                  <a:lnTo>
                    <a:pt x="245" y="133"/>
                  </a:lnTo>
                  <a:lnTo>
                    <a:pt x="211" y="227"/>
                  </a:lnTo>
                  <a:lnTo>
                    <a:pt x="878" y="189"/>
                  </a:lnTo>
                  <a:lnTo>
                    <a:pt x="197" y="289"/>
                  </a:lnTo>
                  <a:lnTo>
                    <a:pt x="160" y="326"/>
                  </a:lnTo>
                  <a:lnTo>
                    <a:pt x="122" y="349"/>
                  </a:lnTo>
                  <a:lnTo>
                    <a:pt x="1411" y="279"/>
                  </a:lnTo>
                  <a:lnTo>
                    <a:pt x="0" y="416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76" name="Freeform 65"/>
            <p:cNvSpPr>
              <a:spLocks/>
            </p:cNvSpPr>
            <p:nvPr/>
          </p:nvSpPr>
          <p:spPr bwMode="auto">
            <a:xfrm>
              <a:off x="4789" y="3261"/>
              <a:ext cx="215" cy="94"/>
            </a:xfrm>
            <a:custGeom>
              <a:avLst/>
              <a:gdLst/>
              <a:ahLst/>
              <a:cxnLst>
                <a:cxn ang="0">
                  <a:pos x="249" y="0"/>
                </a:cxn>
                <a:cxn ang="0">
                  <a:pos x="0" y="13"/>
                </a:cxn>
                <a:cxn ang="0">
                  <a:pos x="188" y="283"/>
                </a:cxn>
                <a:cxn ang="0">
                  <a:pos x="646" y="248"/>
                </a:cxn>
                <a:cxn ang="0">
                  <a:pos x="596" y="214"/>
                </a:cxn>
                <a:cxn ang="0">
                  <a:pos x="222" y="226"/>
                </a:cxn>
                <a:cxn ang="0">
                  <a:pos x="123" y="60"/>
                </a:cxn>
                <a:cxn ang="0">
                  <a:pos x="306" y="16"/>
                </a:cxn>
                <a:cxn ang="0">
                  <a:pos x="249" y="0"/>
                </a:cxn>
                <a:cxn ang="0">
                  <a:pos x="249" y="0"/>
                </a:cxn>
              </a:cxnLst>
              <a:rect l="0" t="0" r="r" b="b"/>
              <a:pathLst>
                <a:path w="646" h="283">
                  <a:moveTo>
                    <a:pt x="249" y="0"/>
                  </a:moveTo>
                  <a:lnTo>
                    <a:pt x="0" y="13"/>
                  </a:lnTo>
                  <a:lnTo>
                    <a:pt x="188" y="283"/>
                  </a:lnTo>
                  <a:lnTo>
                    <a:pt x="646" y="248"/>
                  </a:lnTo>
                  <a:lnTo>
                    <a:pt x="596" y="214"/>
                  </a:lnTo>
                  <a:lnTo>
                    <a:pt x="222" y="226"/>
                  </a:lnTo>
                  <a:lnTo>
                    <a:pt x="123" y="60"/>
                  </a:lnTo>
                  <a:lnTo>
                    <a:pt x="306" y="16"/>
                  </a:lnTo>
                  <a:lnTo>
                    <a:pt x="249" y="0"/>
                  </a:lnTo>
                  <a:lnTo>
                    <a:pt x="24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77" name="Freeform 66"/>
            <p:cNvSpPr>
              <a:spLocks/>
            </p:cNvSpPr>
            <p:nvPr/>
          </p:nvSpPr>
          <p:spPr bwMode="auto">
            <a:xfrm>
              <a:off x="5158" y="3318"/>
              <a:ext cx="187" cy="24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96" y="60"/>
                </a:cxn>
                <a:cxn ang="0">
                  <a:pos x="287" y="36"/>
                </a:cxn>
                <a:cxn ang="0">
                  <a:pos x="476" y="11"/>
                </a:cxn>
                <a:cxn ang="0">
                  <a:pos x="560" y="0"/>
                </a:cxn>
                <a:cxn ang="0">
                  <a:pos x="140" y="15"/>
                </a:cxn>
                <a:cxn ang="0">
                  <a:pos x="0" y="72"/>
                </a:cxn>
                <a:cxn ang="0">
                  <a:pos x="0" y="72"/>
                </a:cxn>
              </a:cxnLst>
              <a:rect l="0" t="0" r="r" b="b"/>
              <a:pathLst>
                <a:path w="560" h="72">
                  <a:moveTo>
                    <a:pt x="0" y="72"/>
                  </a:moveTo>
                  <a:lnTo>
                    <a:pt x="96" y="60"/>
                  </a:lnTo>
                  <a:lnTo>
                    <a:pt x="287" y="36"/>
                  </a:lnTo>
                  <a:lnTo>
                    <a:pt x="476" y="11"/>
                  </a:lnTo>
                  <a:lnTo>
                    <a:pt x="560" y="0"/>
                  </a:lnTo>
                  <a:lnTo>
                    <a:pt x="140" y="15"/>
                  </a:lnTo>
                  <a:lnTo>
                    <a:pt x="0" y="72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78" name="Freeform 67"/>
            <p:cNvSpPr>
              <a:spLocks/>
            </p:cNvSpPr>
            <p:nvPr/>
          </p:nvSpPr>
          <p:spPr bwMode="auto">
            <a:xfrm>
              <a:off x="4835" y="2747"/>
              <a:ext cx="518" cy="128"/>
            </a:xfrm>
            <a:custGeom>
              <a:avLst/>
              <a:gdLst/>
              <a:ahLst/>
              <a:cxnLst>
                <a:cxn ang="0">
                  <a:pos x="1554" y="83"/>
                </a:cxn>
                <a:cxn ang="0">
                  <a:pos x="1300" y="40"/>
                </a:cxn>
                <a:cxn ang="0">
                  <a:pos x="1253" y="4"/>
                </a:cxn>
                <a:cxn ang="0">
                  <a:pos x="1184" y="0"/>
                </a:cxn>
                <a:cxn ang="0">
                  <a:pos x="0" y="263"/>
                </a:cxn>
                <a:cxn ang="0">
                  <a:pos x="383" y="384"/>
                </a:cxn>
                <a:cxn ang="0">
                  <a:pos x="1387" y="131"/>
                </a:cxn>
                <a:cxn ang="0">
                  <a:pos x="368" y="328"/>
                </a:cxn>
                <a:cxn ang="0">
                  <a:pos x="264" y="260"/>
                </a:cxn>
                <a:cxn ang="0">
                  <a:pos x="1192" y="36"/>
                </a:cxn>
                <a:cxn ang="0">
                  <a:pos x="1257" y="54"/>
                </a:cxn>
                <a:cxn ang="0">
                  <a:pos x="1554" y="83"/>
                </a:cxn>
                <a:cxn ang="0">
                  <a:pos x="1554" y="83"/>
                </a:cxn>
              </a:cxnLst>
              <a:rect l="0" t="0" r="r" b="b"/>
              <a:pathLst>
                <a:path w="1554" h="384">
                  <a:moveTo>
                    <a:pt x="1554" y="83"/>
                  </a:moveTo>
                  <a:lnTo>
                    <a:pt x="1300" y="40"/>
                  </a:lnTo>
                  <a:lnTo>
                    <a:pt x="1253" y="4"/>
                  </a:lnTo>
                  <a:lnTo>
                    <a:pt x="1184" y="0"/>
                  </a:lnTo>
                  <a:lnTo>
                    <a:pt x="0" y="263"/>
                  </a:lnTo>
                  <a:lnTo>
                    <a:pt x="383" y="384"/>
                  </a:lnTo>
                  <a:lnTo>
                    <a:pt x="1387" y="131"/>
                  </a:lnTo>
                  <a:lnTo>
                    <a:pt x="368" y="328"/>
                  </a:lnTo>
                  <a:lnTo>
                    <a:pt x="264" y="260"/>
                  </a:lnTo>
                  <a:lnTo>
                    <a:pt x="1192" y="36"/>
                  </a:lnTo>
                  <a:lnTo>
                    <a:pt x="1257" y="54"/>
                  </a:lnTo>
                  <a:lnTo>
                    <a:pt x="1554" y="83"/>
                  </a:lnTo>
                  <a:lnTo>
                    <a:pt x="1554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79" name="Freeform 68"/>
            <p:cNvSpPr>
              <a:spLocks/>
            </p:cNvSpPr>
            <p:nvPr/>
          </p:nvSpPr>
          <p:spPr bwMode="auto">
            <a:xfrm>
              <a:off x="5219" y="3010"/>
              <a:ext cx="268" cy="109"/>
            </a:xfrm>
            <a:custGeom>
              <a:avLst/>
              <a:gdLst/>
              <a:ahLst/>
              <a:cxnLst>
                <a:cxn ang="0">
                  <a:pos x="0" y="326"/>
                </a:cxn>
                <a:cxn ang="0">
                  <a:pos x="231" y="101"/>
                </a:cxn>
                <a:cxn ang="0">
                  <a:pos x="564" y="0"/>
                </a:cxn>
                <a:cxn ang="0">
                  <a:pos x="804" y="101"/>
                </a:cxn>
                <a:cxn ang="0">
                  <a:pos x="0" y="326"/>
                </a:cxn>
                <a:cxn ang="0">
                  <a:pos x="0" y="326"/>
                </a:cxn>
              </a:cxnLst>
              <a:rect l="0" t="0" r="r" b="b"/>
              <a:pathLst>
                <a:path w="804" h="326">
                  <a:moveTo>
                    <a:pt x="0" y="326"/>
                  </a:moveTo>
                  <a:lnTo>
                    <a:pt x="231" y="101"/>
                  </a:lnTo>
                  <a:lnTo>
                    <a:pt x="564" y="0"/>
                  </a:lnTo>
                  <a:lnTo>
                    <a:pt x="804" y="101"/>
                  </a:lnTo>
                  <a:lnTo>
                    <a:pt x="0" y="326"/>
                  </a:lnTo>
                  <a:lnTo>
                    <a:pt x="0" y="326"/>
                  </a:lnTo>
                  <a:close/>
                </a:path>
              </a:pathLst>
            </a:custGeom>
            <a:solidFill>
              <a:srgbClr val="F7A856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80" name="Freeform 69"/>
            <p:cNvSpPr>
              <a:spLocks/>
            </p:cNvSpPr>
            <p:nvPr/>
          </p:nvSpPr>
          <p:spPr bwMode="auto">
            <a:xfrm>
              <a:off x="5088" y="2985"/>
              <a:ext cx="477" cy="333"/>
            </a:xfrm>
            <a:custGeom>
              <a:avLst/>
              <a:gdLst/>
              <a:ahLst/>
              <a:cxnLst>
                <a:cxn ang="0">
                  <a:pos x="800" y="0"/>
                </a:cxn>
                <a:cxn ang="0">
                  <a:pos x="1403" y="161"/>
                </a:cxn>
                <a:cxn ang="0">
                  <a:pos x="1432" y="255"/>
                </a:cxn>
                <a:cxn ang="0">
                  <a:pos x="1139" y="354"/>
                </a:cxn>
                <a:cxn ang="0">
                  <a:pos x="1102" y="430"/>
                </a:cxn>
                <a:cxn ang="0">
                  <a:pos x="1120" y="515"/>
                </a:cxn>
                <a:cxn ang="0">
                  <a:pos x="1163" y="577"/>
                </a:cxn>
                <a:cxn ang="0">
                  <a:pos x="1247" y="623"/>
                </a:cxn>
                <a:cxn ang="0">
                  <a:pos x="0" y="999"/>
                </a:cxn>
                <a:cxn ang="0">
                  <a:pos x="1148" y="609"/>
                </a:cxn>
                <a:cxn ang="0">
                  <a:pos x="1073" y="563"/>
                </a:cxn>
                <a:cxn ang="0">
                  <a:pos x="705" y="642"/>
                </a:cxn>
                <a:cxn ang="0">
                  <a:pos x="1054" y="510"/>
                </a:cxn>
                <a:cxn ang="0">
                  <a:pos x="1059" y="402"/>
                </a:cxn>
                <a:cxn ang="0">
                  <a:pos x="313" y="567"/>
                </a:cxn>
                <a:cxn ang="0">
                  <a:pos x="294" y="488"/>
                </a:cxn>
                <a:cxn ang="0">
                  <a:pos x="1398" y="192"/>
                </a:cxn>
                <a:cxn ang="0">
                  <a:pos x="836" y="58"/>
                </a:cxn>
                <a:cxn ang="0">
                  <a:pos x="404" y="200"/>
                </a:cxn>
                <a:cxn ang="0">
                  <a:pos x="800" y="0"/>
                </a:cxn>
                <a:cxn ang="0">
                  <a:pos x="800" y="0"/>
                </a:cxn>
              </a:cxnLst>
              <a:rect l="0" t="0" r="r" b="b"/>
              <a:pathLst>
                <a:path w="1432" h="999">
                  <a:moveTo>
                    <a:pt x="800" y="0"/>
                  </a:moveTo>
                  <a:lnTo>
                    <a:pt x="1403" y="161"/>
                  </a:lnTo>
                  <a:lnTo>
                    <a:pt x="1432" y="255"/>
                  </a:lnTo>
                  <a:lnTo>
                    <a:pt x="1139" y="354"/>
                  </a:lnTo>
                  <a:lnTo>
                    <a:pt x="1102" y="430"/>
                  </a:lnTo>
                  <a:lnTo>
                    <a:pt x="1120" y="515"/>
                  </a:lnTo>
                  <a:lnTo>
                    <a:pt x="1163" y="577"/>
                  </a:lnTo>
                  <a:lnTo>
                    <a:pt x="1247" y="623"/>
                  </a:lnTo>
                  <a:lnTo>
                    <a:pt x="0" y="999"/>
                  </a:lnTo>
                  <a:lnTo>
                    <a:pt x="1148" y="609"/>
                  </a:lnTo>
                  <a:lnTo>
                    <a:pt x="1073" y="563"/>
                  </a:lnTo>
                  <a:lnTo>
                    <a:pt x="705" y="642"/>
                  </a:lnTo>
                  <a:lnTo>
                    <a:pt x="1054" y="510"/>
                  </a:lnTo>
                  <a:lnTo>
                    <a:pt x="1059" y="402"/>
                  </a:lnTo>
                  <a:lnTo>
                    <a:pt x="313" y="567"/>
                  </a:lnTo>
                  <a:lnTo>
                    <a:pt x="294" y="488"/>
                  </a:lnTo>
                  <a:lnTo>
                    <a:pt x="1398" y="192"/>
                  </a:lnTo>
                  <a:lnTo>
                    <a:pt x="836" y="58"/>
                  </a:lnTo>
                  <a:lnTo>
                    <a:pt x="404" y="200"/>
                  </a:lnTo>
                  <a:lnTo>
                    <a:pt x="800" y="0"/>
                  </a:lnTo>
                  <a:lnTo>
                    <a:pt x="8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81" name="Freeform 70"/>
            <p:cNvSpPr>
              <a:spLocks/>
            </p:cNvSpPr>
            <p:nvPr/>
          </p:nvSpPr>
          <p:spPr bwMode="auto">
            <a:xfrm>
              <a:off x="5318" y="3282"/>
              <a:ext cx="84" cy="40"/>
            </a:xfrm>
            <a:custGeom>
              <a:avLst/>
              <a:gdLst/>
              <a:ahLst/>
              <a:cxnLst>
                <a:cxn ang="0">
                  <a:pos x="167" y="0"/>
                </a:cxn>
                <a:cxn ang="0">
                  <a:pos x="252" y="103"/>
                </a:cxn>
                <a:cxn ang="0">
                  <a:pos x="0" y="121"/>
                </a:cxn>
                <a:cxn ang="0">
                  <a:pos x="143" y="75"/>
                </a:cxn>
                <a:cxn ang="0">
                  <a:pos x="109" y="11"/>
                </a:cxn>
                <a:cxn ang="0">
                  <a:pos x="167" y="0"/>
                </a:cxn>
                <a:cxn ang="0">
                  <a:pos x="167" y="0"/>
                </a:cxn>
              </a:cxnLst>
              <a:rect l="0" t="0" r="r" b="b"/>
              <a:pathLst>
                <a:path w="252" h="121">
                  <a:moveTo>
                    <a:pt x="167" y="0"/>
                  </a:moveTo>
                  <a:lnTo>
                    <a:pt x="252" y="103"/>
                  </a:lnTo>
                  <a:lnTo>
                    <a:pt x="0" y="121"/>
                  </a:lnTo>
                  <a:lnTo>
                    <a:pt x="143" y="75"/>
                  </a:lnTo>
                  <a:lnTo>
                    <a:pt x="109" y="11"/>
                  </a:lnTo>
                  <a:lnTo>
                    <a:pt x="167" y="0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</p:grpSp>
      <p:sp>
        <p:nvSpPr>
          <p:cNvPr id="6152" name="Text Box 71"/>
          <p:cNvSpPr txBox="1">
            <a:spLocks noChangeArrowheads="1"/>
          </p:cNvSpPr>
          <p:nvPr/>
        </p:nvSpPr>
        <p:spPr bwMode="auto">
          <a:xfrm>
            <a:off x="4913242" y="5823629"/>
            <a:ext cx="122822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GB" sz="2000" b="1" dirty="0">
                <a:solidFill>
                  <a:srgbClr val="002142"/>
                </a:solidFill>
                <a:latin typeface="Montserrat" panose="00000500000000000000" pitchFamily="2" charset="0"/>
              </a:rPr>
              <a:t>Further</a:t>
            </a:r>
          </a:p>
          <a:p>
            <a:pPr algn="ctr" eaLnBrk="1" hangingPunct="1">
              <a:spcBef>
                <a:spcPct val="0"/>
              </a:spcBef>
            </a:pPr>
            <a:r>
              <a:rPr lang="en-GB" sz="2000" b="1" dirty="0">
                <a:solidFill>
                  <a:srgbClr val="002142"/>
                </a:solidFill>
                <a:latin typeface="Montserrat" panose="00000500000000000000" pitchFamily="2" charset="0"/>
              </a:rPr>
              <a:t>reading</a:t>
            </a:r>
          </a:p>
        </p:txBody>
      </p:sp>
      <p:sp>
        <p:nvSpPr>
          <p:cNvPr id="6154" name="Text Box 73"/>
          <p:cNvSpPr txBox="1">
            <a:spLocks noChangeArrowheads="1"/>
          </p:cNvSpPr>
          <p:nvPr/>
        </p:nvSpPr>
        <p:spPr bwMode="auto">
          <a:xfrm>
            <a:off x="10548417" y="987388"/>
            <a:ext cx="126028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GB" sz="2000" b="1" dirty="0">
                <a:solidFill>
                  <a:srgbClr val="002142"/>
                </a:solidFill>
                <a:latin typeface="Montserrat" panose="00000500000000000000" pitchFamily="2" charset="0"/>
              </a:rPr>
              <a:t>Doing it</a:t>
            </a:r>
          </a:p>
          <a:p>
            <a:pPr algn="ctr" eaLnBrk="1" hangingPunct="1">
              <a:spcBef>
                <a:spcPct val="0"/>
              </a:spcBef>
            </a:pPr>
            <a:r>
              <a:rPr lang="en-GB" sz="2000" b="1" dirty="0">
                <a:solidFill>
                  <a:srgbClr val="002142"/>
                </a:solidFill>
                <a:latin typeface="Montserrat" panose="00000500000000000000" pitchFamily="2" charset="0"/>
              </a:rPr>
              <a:t>for real</a:t>
            </a:r>
          </a:p>
        </p:txBody>
      </p:sp>
      <p:sp>
        <p:nvSpPr>
          <p:cNvPr id="6156" name="Text Box 97"/>
          <p:cNvSpPr txBox="1">
            <a:spLocks noChangeArrowheads="1"/>
          </p:cNvSpPr>
          <p:nvPr/>
        </p:nvSpPr>
        <p:spPr bwMode="auto">
          <a:xfrm>
            <a:off x="6389713" y="912569"/>
            <a:ext cx="13099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GB" sz="2000" b="1" dirty="0">
                <a:solidFill>
                  <a:srgbClr val="002142"/>
                </a:solidFill>
                <a:latin typeface="Montserrat" panose="00000500000000000000" pitchFamily="2" charset="0"/>
              </a:rPr>
              <a:t>Course</a:t>
            </a:r>
          </a:p>
          <a:p>
            <a:pPr algn="ctr" eaLnBrk="1" hangingPunct="1">
              <a:spcBef>
                <a:spcPct val="0"/>
              </a:spcBef>
            </a:pPr>
            <a:r>
              <a:rPr lang="en-GB" sz="2000" b="1" dirty="0">
                <a:solidFill>
                  <a:srgbClr val="002142"/>
                </a:solidFill>
                <a:latin typeface="Montserrat" panose="00000500000000000000" pitchFamily="2" charset="0"/>
              </a:rPr>
              <a:t>material</a:t>
            </a:r>
          </a:p>
        </p:txBody>
      </p:sp>
      <p:pic>
        <p:nvPicPr>
          <p:cNvPr id="109" name="Picture 98" descr="bs00975_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23069" y="1310304"/>
            <a:ext cx="1346200" cy="83185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grpSp>
        <p:nvGrpSpPr>
          <p:cNvPr id="10" name="Group 99"/>
          <p:cNvGrpSpPr>
            <a:grpSpLocks/>
          </p:cNvGrpSpPr>
          <p:nvPr/>
        </p:nvGrpSpPr>
        <p:grpSpPr bwMode="auto">
          <a:xfrm>
            <a:off x="9645014" y="814775"/>
            <a:ext cx="1247775" cy="1139825"/>
            <a:chOff x="1950" y="1080"/>
            <a:chExt cx="2101" cy="2063"/>
          </a:xfrm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</p:grpSpPr>
        <p:sp>
          <p:nvSpPr>
            <p:cNvPr id="111" name="Freeform 100"/>
            <p:cNvSpPr>
              <a:spLocks/>
            </p:cNvSpPr>
            <p:nvPr/>
          </p:nvSpPr>
          <p:spPr bwMode="auto">
            <a:xfrm>
              <a:off x="2282" y="1130"/>
              <a:ext cx="1153" cy="1140"/>
            </a:xfrm>
            <a:custGeom>
              <a:avLst/>
              <a:gdLst/>
              <a:ahLst/>
              <a:cxnLst>
                <a:cxn ang="0">
                  <a:pos x="333" y="2226"/>
                </a:cxn>
                <a:cxn ang="0">
                  <a:pos x="242" y="2006"/>
                </a:cxn>
                <a:cxn ang="0">
                  <a:pos x="0" y="689"/>
                </a:cxn>
                <a:cxn ang="0">
                  <a:pos x="8" y="536"/>
                </a:cxn>
                <a:cxn ang="0">
                  <a:pos x="92" y="468"/>
                </a:cxn>
                <a:cxn ang="0">
                  <a:pos x="325" y="369"/>
                </a:cxn>
                <a:cxn ang="0">
                  <a:pos x="688" y="280"/>
                </a:cxn>
                <a:cxn ang="0">
                  <a:pos x="1437" y="90"/>
                </a:cxn>
                <a:cxn ang="0">
                  <a:pos x="1844" y="0"/>
                </a:cxn>
                <a:cxn ang="0">
                  <a:pos x="2027" y="0"/>
                </a:cxn>
                <a:cxn ang="0">
                  <a:pos x="2065" y="14"/>
                </a:cxn>
                <a:cxn ang="0">
                  <a:pos x="2065" y="242"/>
                </a:cxn>
                <a:cxn ang="0">
                  <a:pos x="2027" y="597"/>
                </a:cxn>
                <a:cxn ang="0">
                  <a:pos x="2042" y="1097"/>
                </a:cxn>
                <a:cxn ang="0">
                  <a:pos x="2179" y="111"/>
                </a:cxn>
                <a:cxn ang="0">
                  <a:pos x="2223" y="97"/>
                </a:cxn>
                <a:cxn ang="0">
                  <a:pos x="2276" y="219"/>
                </a:cxn>
                <a:cxn ang="0">
                  <a:pos x="2306" y="377"/>
                </a:cxn>
                <a:cxn ang="0">
                  <a:pos x="2207" y="1188"/>
                </a:cxn>
                <a:cxn ang="0">
                  <a:pos x="2072" y="2209"/>
                </a:cxn>
                <a:cxn ang="0">
                  <a:pos x="1974" y="2259"/>
                </a:cxn>
                <a:cxn ang="0">
                  <a:pos x="1616" y="2281"/>
                </a:cxn>
                <a:cxn ang="0">
                  <a:pos x="514" y="2270"/>
                </a:cxn>
                <a:cxn ang="0">
                  <a:pos x="403" y="2245"/>
                </a:cxn>
                <a:cxn ang="0">
                  <a:pos x="333" y="2226"/>
                </a:cxn>
                <a:cxn ang="0">
                  <a:pos x="333" y="2226"/>
                </a:cxn>
                <a:cxn ang="0">
                  <a:pos x="333" y="2226"/>
                </a:cxn>
              </a:cxnLst>
              <a:rect l="0" t="0" r="r" b="b"/>
              <a:pathLst>
                <a:path w="2306" h="2281">
                  <a:moveTo>
                    <a:pt x="333" y="2226"/>
                  </a:moveTo>
                  <a:lnTo>
                    <a:pt x="242" y="2006"/>
                  </a:lnTo>
                  <a:lnTo>
                    <a:pt x="0" y="689"/>
                  </a:lnTo>
                  <a:lnTo>
                    <a:pt x="8" y="536"/>
                  </a:lnTo>
                  <a:lnTo>
                    <a:pt x="92" y="468"/>
                  </a:lnTo>
                  <a:lnTo>
                    <a:pt x="325" y="369"/>
                  </a:lnTo>
                  <a:lnTo>
                    <a:pt x="688" y="280"/>
                  </a:lnTo>
                  <a:lnTo>
                    <a:pt x="1437" y="90"/>
                  </a:lnTo>
                  <a:lnTo>
                    <a:pt x="1844" y="0"/>
                  </a:lnTo>
                  <a:lnTo>
                    <a:pt x="2027" y="0"/>
                  </a:lnTo>
                  <a:lnTo>
                    <a:pt x="2065" y="14"/>
                  </a:lnTo>
                  <a:lnTo>
                    <a:pt x="2065" y="242"/>
                  </a:lnTo>
                  <a:lnTo>
                    <a:pt x="2027" y="597"/>
                  </a:lnTo>
                  <a:lnTo>
                    <a:pt x="2042" y="1097"/>
                  </a:lnTo>
                  <a:lnTo>
                    <a:pt x="2179" y="111"/>
                  </a:lnTo>
                  <a:lnTo>
                    <a:pt x="2223" y="97"/>
                  </a:lnTo>
                  <a:lnTo>
                    <a:pt x="2276" y="219"/>
                  </a:lnTo>
                  <a:lnTo>
                    <a:pt x="2306" y="377"/>
                  </a:lnTo>
                  <a:lnTo>
                    <a:pt x="2207" y="1188"/>
                  </a:lnTo>
                  <a:lnTo>
                    <a:pt x="2072" y="2209"/>
                  </a:lnTo>
                  <a:lnTo>
                    <a:pt x="1974" y="2259"/>
                  </a:lnTo>
                  <a:lnTo>
                    <a:pt x="1616" y="2281"/>
                  </a:lnTo>
                  <a:lnTo>
                    <a:pt x="514" y="2270"/>
                  </a:lnTo>
                  <a:lnTo>
                    <a:pt x="403" y="2245"/>
                  </a:lnTo>
                  <a:lnTo>
                    <a:pt x="333" y="2226"/>
                  </a:lnTo>
                  <a:lnTo>
                    <a:pt x="333" y="2226"/>
                  </a:lnTo>
                  <a:lnTo>
                    <a:pt x="333" y="2226"/>
                  </a:lnTo>
                  <a:close/>
                </a:path>
              </a:pathLst>
            </a:custGeom>
            <a:solidFill>
              <a:srgbClr val="E8DCDC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12" name="Freeform 101"/>
            <p:cNvSpPr>
              <a:spLocks/>
            </p:cNvSpPr>
            <p:nvPr/>
          </p:nvSpPr>
          <p:spPr bwMode="auto">
            <a:xfrm>
              <a:off x="2422" y="1288"/>
              <a:ext cx="803" cy="806"/>
            </a:xfrm>
            <a:custGeom>
              <a:avLst/>
              <a:gdLst/>
              <a:ahLst/>
              <a:cxnLst>
                <a:cxn ang="0">
                  <a:pos x="45" y="935"/>
                </a:cxn>
                <a:cxn ang="0">
                  <a:pos x="21" y="751"/>
                </a:cxn>
                <a:cxn ang="0">
                  <a:pos x="0" y="582"/>
                </a:cxn>
                <a:cxn ang="0">
                  <a:pos x="64" y="295"/>
                </a:cxn>
                <a:cxn ang="0">
                  <a:pos x="252" y="222"/>
                </a:cxn>
                <a:cxn ang="0">
                  <a:pos x="1098" y="0"/>
                </a:cxn>
                <a:cxn ang="0">
                  <a:pos x="1357" y="6"/>
                </a:cxn>
                <a:cxn ang="0">
                  <a:pos x="1551" y="141"/>
                </a:cxn>
                <a:cxn ang="0">
                  <a:pos x="1604" y="410"/>
                </a:cxn>
                <a:cxn ang="0">
                  <a:pos x="1427" y="1465"/>
                </a:cxn>
                <a:cxn ang="0">
                  <a:pos x="233" y="1612"/>
                </a:cxn>
                <a:cxn ang="0">
                  <a:pos x="175" y="1519"/>
                </a:cxn>
                <a:cxn ang="0">
                  <a:pos x="45" y="935"/>
                </a:cxn>
                <a:cxn ang="0">
                  <a:pos x="45" y="935"/>
                </a:cxn>
                <a:cxn ang="0">
                  <a:pos x="45" y="935"/>
                </a:cxn>
              </a:cxnLst>
              <a:rect l="0" t="0" r="r" b="b"/>
              <a:pathLst>
                <a:path w="1604" h="1612">
                  <a:moveTo>
                    <a:pt x="45" y="935"/>
                  </a:moveTo>
                  <a:lnTo>
                    <a:pt x="21" y="751"/>
                  </a:lnTo>
                  <a:lnTo>
                    <a:pt x="0" y="582"/>
                  </a:lnTo>
                  <a:lnTo>
                    <a:pt x="64" y="295"/>
                  </a:lnTo>
                  <a:lnTo>
                    <a:pt x="252" y="222"/>
                  </a:lnTo>
                  <a:lnTo>
                    <a:pt x="1098" y="0"/>
                  </a:lnTo>
                  <a:lnTo>
                    <a:pt x="1357" y="6"/>
                  </a:lnTo>
                  <a:lnTo>
                    <a:pt x="1551" y="141"/>
                  </a:lnTo>
                  <a:lnTo>
                    <a:pt x="1604" y="410"/>
                  </a:lnTo>
                  <a:lnTo>
                    <a:pt x="1427" y="1465"/>
                  </a:lnTo>
                  <a:lnTo>
                    <a:pt x="233" y="1612"/>
                  </a:lnTo>
                  <a:lnTo>
                    <a:pt x="175" y="1519"/>
                  </a:lnTo>
                  <a:lnTo>
                    <a:pt x="45" y="935"/>
                  </a:lnTo>
                  <a:lnTo>
                    <a:pt x="45" y="935"/>
                  </a:lnTo>
                  <a:lnTo>
                    <a:pt x="45" y="935"/>
                  </a:lnTo>
                  <a:close/>
                </a:path>
              </a:pathLst>
            </a:custGeom>
            <a:solidFill>
              <a:srgbClr val="A5B882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13" name="Freeform 102"/>
            <p:cNvSpPr>
              <a:spLocks/>
            </p:cNvSpPr>
            <p:nvPr/>
          </p:nvSpPr>
          <p:spPr bwMode="auto">
            <a:xfrm>
              <a:off x="2542" y="2321"/>
              <a:ext cx="709" cy="133"/>
            </a:xfrm>
            <a:custGeom>
              <a:avLst/>
              <a:gdLst/>
              <a:ahLst/>
              <a:cxnLst>
                <a:cxn ang="0">
                  <a:pos x="0" y="228"/>
                </a:cxn>
                <a:cxn ang="0">
                  <a:pos x="46" y="175"/>
                </a:cxn>
                <a:cxn ang="0">
                  <a:pos x="333" y="101"/>
                </a:cxn>
                <a:cxn ang="0">
                  <a:pos x="871" y="10"/>
                </a:cxn>
                <a:cxn ang="0">
                  <a:pos x="1211" y="25"/>
                </a:cxn>
                <a:cxn ang="0">
                  <a:pos x="1418" y="0"/>
                </a:cxn>
                <a:cxn ang="0">
                  <a:pos x="1384" y="160"/>
                </a:cxn>
                <a:cxn ang="0">
                  <a:pos x="818" y="167"/>
                </a:cxn>
                <a:cxn ang="0">
                  <a:pos x="310" y="205"/>
                </a:cxn>
                <a:cxn ang="0">
                  <a:pos x="61" y="266"/>
                </a:cxn>
                <a:cxn ang="0">
                  <a:pos x="0" y="228"/>
                </a:cxn>
                <a:cxn ang="0">
                  <a:pos x="0" y="228"/>
                </a:cxn>
                <a:cxn ang="0">
                  <a:pos x="0" y="228"/>
                </a:cxn>
              </a:cxnLst>
              <a:rect l="0" t="0" r="r" b="b"/>
              <a:pathLst>
                <a:path w="1418" h="266">
                  <a:moveTo>
                    <a:pt x="0" y="228"/>
                  </a:moveTo>
                  <a:lnTo>
                    <a:pt x="46" y="175"/>
                  </a:lnTo>
                  <a:lnTo>
                    <a:pt x="333" y="101"/>
                  </a:lnTo>
                  <a:lnTo>
                    <a:pt x="871" y="10"/>
                  </a:lnTo>
                  <a:lnTo>
                    <a:pt x="1211" y="25"/>
                  </a:lnTo>
                  <a:lnTo>
                    <a:pt x="1418" y="0"/>
                  </a:lnTo>
                  <a:lnTo>
                    <a:pt x="1384" y="160"/>
                  </a:lnTo>
                  <a:lnTo>
                    <a:pt x="818" y="167"/>
                  </a:lnTo>
                  <a:lnTo>
                    <a:pt x="310" y="205"/>
                  </a:lnTo>
                  <a:lnTo>
                    <a:pt x="61" y="266"/>
                  </a:lnTo>
                  <a:lnTo>
                    <a:pt x="0" y="228"/>
                  </a:lnTo>
                  <a:lnTo>
                    <a:pt x="0" y="228"/>
                  </a:lnTo>
                  <a:lnTo>
                    <a:pt x="0" y="228"/>
                  </a:lnTo>
                  <a:close/>
                </a:path>
              </a:pathLst>
            </a:custGeom>
            <a:solidFill>
              <a:srgbClr val="E8DCDC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14" name="Freeform 103"/>
            <p:cNvSpPr>
              <a:spLocks/>
            </p:cNvSpPr>
            <p:nvPr/>
          </p:nvSpPr>
          <p:spPr bwMode="auto">
            <a:xfrm>
              <a:off x="2484" y="1418"/>
              <a:ext cx="291" cy="255"/>
            </a:xfrm>
            <a:custGeom>
              <a:avLst/>
              <a:gdLst/>
              <a:ahLst/>
              <a:cxnLst>
                <a:cxn ang="0">
                  <a:pos x="399" y="18"/>
                </a:cxn>
                <a:cxn ang="0">
                  <a:pos x="240" y="59"/>
                </a:cxn>
                <a:cxn ang="0">
                  <a:pos x="99" y="130"/>
                </a:cxn>
                <a:cxn ang="0">
                  <a:pos x="34" y="219"/>
                </a:cxn>
                <a:cxn ang="0">
                  <a:pos x="0" y="318"/>
                </a:cxn>
                <a:cxn ang="0">
                  <a:pos x="52" y="512"/>
                </a:cxn>
                <a:cxn ang="0">
                  <a:pos x="164" y="312"/>
                </a:cxn>
                <a:cxn ang="0">
                  <a:pos x="323" y="130"/>
                </a:cxn>
                <a:cxn ang="0">
                  <a:pos x="582" y="0"/>
                </a:cxn>
                <a:cxn ang="0">
                  <a:pos x="399" y="18"/>
                </a:cxn>
                <a:cxn ang="0">
                  <a:pos x="399" y="18"/>
                </a:cxn>
                <a:cxn ang="0">
                  <a:pos x="399" y="18"/>
                </a:cxn>
              </a:cxnLst>
              <a:rect l="0" t="0" r="r" b="b"/>
              <a:pathLst>
                <a:path w="582" h="512">
                  <a:moveTo>
                    <a:pt x="399" y="18"/>
                  </a:moveTo>
                  <a:lnTo>
                    <a:pt x="240" y="59"/>
                  </a:lnTo>
                  <a:lnTo>
                    <a:pt x="99" y="130"/>
                  </a:lnTo>
                  <a:lnTo>
                    <a:pt x="34" y="219"/>
                  </a:lnTo>
                  <a:lnTo>
                    <a:pt x="0" y="318"/>
                  </a:lnTo>
                  <a:lnTo>
                    <a:pt x="52" y="512"/>
                  </a:lnTo>
                  <a:lnTo>
                    <a:pt x="164" y="312"/>
                  </a:lnTo>
                  <a:lnTo>
                    <a:pt x="323" y="130"/>
                  </a:lnTo>
                  <a:lnTo>
                    <a:pt x="582" y="0"/>
                  </a:lnTo>
                  <a:lnTo>
                    <a:pt x="399" y="18"/>
                  </a:lnTo>
                  <a:lnTo>
                    <a:pt x="399" y="18"/>
                  </a:lnTo>
                  <a:lnTo>
                    <a:pt x="399" y="18"/>
                  </a:lnTo>
                  <a:close/>
                </a:path>
              </a:pathLst>
            </a:custGeom>
            <a:solidFill>
              <a:srgbClr val="DBE5C7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15" name="Freeform 104"/>
            <p:cNvSpPr>
              <a:spLocks/>
            </p:cNvSpPr>
            <p:nvPr/>
          </p:nvSpPr>
          <p:spPr bwMode="auto">
            <a:xfrm>
              <a:off x="2931" y="1732"/>
              <a:ext cx="182" cy="242"/>
            </a:xfrm>
            <a:custGeom>
              <a:avLst/>
              <a:gdLst/>
              <a:ahLst/>
              <a:cxnLst>
                <a:cxn ang="0">
                  <a:pos x="281" y="64"/>
                </a:cxn>
                <a:cxn ang="0">
                  <a:pos x="199" y="249"/>
                </a:cxn>
                <a:cxn ang="0">
                  <a:pos x="0" y="454"/>
                </a:cxn>
                <a:cxn ang="0">
                  <a:pos x="152" y="482"/>
                </a:cxn>
                <a:cxn ang="0">
                  <a:pos x="281" y="418"/>
                </a:cxn>
                <a:cxn ang="0">
                  <a:pos x="323" y="260"/>
                </a:cxn>
                <a:cxn ang="0">
                  <a:pos x="365" y="0"/>
                </a:cxn>
                <a:cxn ang="0">
                  <a:pos x="281" y="64"/>
                </a:cxn>
                <a:cxn ang="0">
                  <a:pos x="281" y="64"/>
                </a:cxn>
                <a:cxn ang="0">
                  <a:pos x="281" y="64"/>
                </a:cxn>
              </a:cxnLst>
              <a:rect l="0" t="0" r="r" b="b"/>
              <a:pathLst>
                <a:path w="365" h="482">
                  <a:moveTo>
                    <a:pt x="281" y="64"/>
                  </a:moveTo>
                  <a:lnTo>
                    <a:pt x="199" y="249"/>
                  </a:lnTo>
                  <a:lnTo>
                    <a:pt x="0" y="454"/>
                  </a:lnTo>
                  <a:lnTo>
                    <a:pt x="152" y="482"/>
                  </a:lnTo>
                  <a:lnTo>
                    <a:pt x="281" y="418"/>
                  </a:lnTo>
                  <a:lnTo>
                    <a:pt x="323" y="260"/>
                  </a:lnTo>
                  <a:lnTo>
                    <a:pt x="365" y="0"/>
                  </a:lnTo>
                  <a:lnTo>
                    <a:pt x="281" y="64"/>
                  </a:lnTo>
                  <a:lnTo>
                    <a:pt x="281" y="64"/>
                  </a:lnTo>
                  <a:lnTo>
                    <a:pt x="281" y="64"/>
                  </a:lnTo>
                  <a:close/>
                </a:path>
              </a:pathLst>
            </a:custGeom>
            <a:solidFill>
              <a:srgbClr val="6D765B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16" name="Freeform 105"/>
            <p:cNvSpPr>
              <a:spLocks/>
            </p:cNvSpPr>
            <p:nvPr/>
          </p:nvSpPr>
          <p:spPr bwMode="auto">
            <a:xfrm>
              <a:off x="3604" y="2706"/>
              <a:ext cx="433" cy="307"/>
            </a:xfrm>
            <a:custGeom>
              <a:avLst/>
              <a:gdLst/>
              <a:ahLst/>
              <a:cxnLst>
                <a:cxn ang="0">
                  <a:pos x="22" y="198"/>
                </a:cxn>
                <a:cxn ang="0">
                  <a:pos x="137" y="76"/>
                </a:cxn>
                <a:cxn ang="0">
                  <a:pos x="254" y="15"/>
                </a:cxn>
                <a:cxn ang="0">
                  <a:pos x="389" y="0"/>
                </a:cxn>
                <a:cxn ang="0">
                  <a:pos x="500" y="38"/>
                </a:cxn>
                <a:cxn ang="0">
                  <a:pos x="665" y="114"/>
                </a:cxn>
                <a:cxn ang="0">
                  <a:pos x="745" y="173"/>
                </a:cxn>
                <a:cxn ang="0">
                  <a:pos x="806" y="259"/>
                </a:cxn>
                <a:cxn ang="0">
                  <a:pos x="857" y="357"/>
                </a:cxn>
                <a:cxn ang="0">
                  <a:pos x="867" y="445"/>
                </a:cxn>
                <a:cxn ang="0">
                  <a:pos x="754" y="589"/>
                </a:cxn>
                <a:cxn ang="0">
                  <a:pos x="479" y="616"/>
                </a:cxn>
                <a:cxn ang="0">
                  <a:pos x="273" y="468"/>
                </a:cxn>
                <a:cxn ang="0">
                  <a:pos x="91" y="468"/>
                </a:cxn>
                <a:cxn ang="0">
                  <a:pos x="0" y="340"/>
                </a:cxn>
                <a:cxn ang="0">
                  <a:pos x="22" y="198"/>
                </a:cxn>
                <a:cxn ang="0">
                  <a:pos x="22" y="198"/>
                </a:cxn>
                <a:cxn ang="0">
                  <a:pos x="22" y="198"/>
                </a:cxn>
              </a:cxnLst>
              <a:rect l="0" t="0" r="r" b="b"/>
              <a:pathLst>
                <a:path w="867" h="616">
                  <a:moveTo>
                    <a:pt x="22" y="198"/>
                  </a:moveTo>
                  <a:lnTo>
                    <a:pt x="137" y="76"/>
                  </a:lnTo>
                  <a:lnTo>
                    <a:pt x="254" y="15"/>
                  </a:lnTo>
                  <a:lnTo>
                    <a:pt x="389" y="0"/>
                  </a:lnTo>
                  <a:lnTo>
                    <a:pt x="500" y="38"/>
                  </a:lnTo>
                  <a:lnTo>
                    <a:pt x="665" y="114"/>
                  </a:lnTo>
                  <a:lnTo>
                    <a:pt x="745" y="173"/>
                  </a:lnTo>
                  <a:lnTo>
                    <a:pt x="806" y="259"/>
                  </a:lnTo>
                  <a:lnTo>
                    <a:pt x="857" y="357"/>
                  </a:lnTo>
                  <a:lnTo>
                    <a:pt x="867" y="445"/>
                  </a:lnTo>
                  <a:lnTo>
                    <a:pt x="754" y="589"/>
                  </a:lnTo>
                  <a:lnTo>
                    <a:pt x="479" y="616"/>
                  </a:lnTo>
                  <a:lnTo>
                    <a:pt x="273" y="468"/>
                  </a:lnTo>
                  <a:lnTo>
                    <a:pt x="91" y="468"/>
                  </a:lnTo>
                  <a:lnTo>
                    <a:pt x="0" y="340"/>
                  </a:lnTo>
                  <a:lnTo>
                    <a:pt x="22" y="198"/>
                  </a:lnTo>
                  <a:lnTo>
                    <a:pt x="22" y="198"/>
                  </a:lnTo>
                  <a:lnTo>
                    <a:pt x="22" y="198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17" name="Freeform 106"/>
            <p:cNvSpPr>
              <a:spLocks/>
            </p:cNvSpPr>
            <p:nvPr/>
          </p:nvSpPr>
          <p:spPr bwMode="auto">
            <a:xfrm>
              <a:off x="3604" y="2762"/>
              <a:ext cx="442" cy="268"/>
            </a:xfrm>
            <a:custGeom>
              <a:avLst/>
              <a:gdLst/>
              <a:ahLst/>
              <a:cxnLst>
                <a:cxn ang="0">
                  <a:pos x="47" y="55"/>
                </a:cxn>
                <a:cxn ang="0">
                  <a:pos x="123" y="0"/>
                </a:cxn>
                <a:cxn ang="0">
                  <a:pos x="289" y="0"/>
                </a:cxn>
                <a:cxn ang="0">
                  <a:pos x="389" y="29"/>
                </a:cxn>
                <a:cxn ang="0">
                  <a:pos x="273" y="173"/>
                </a:cxn>
                <a:cxn ang="0">
                  <a:pos x="446" y="84"/>
                </a:cxn>
                <a:cxn ang="0">
                  <a:pos x="583" y="34"/>
                </a:cxn>
                <a:cxn ang="0">
                  <a:pos x="690" y="82"/>
                </a:cxn>
                <a:cxn ang="0">
                  <a:pos x="737" y="139"/>
                </a:cxn>
                <a:cxn ang="0">
                  <a:pos x="644" y="166"/>
                </a:cxn>
                <a:cxn ang="0">
                  <a:pos x="538" y="230"/>
                </a:cxn>
                <a:cxn ang="0">
                  <a:pos x="530" y="350"/>
                </a:cxn>
                <a:cxn ang="0">
                  <a:pos x="709" y="200"/>
                </a:cxn>
                <a:cxn ang="0">
                  <a:pos x="785" y="186"/>
                </a:cxn>
                <a:cxn ang="0">
                  <a:pos x="870" y="243"/>
                </a:cxn>
                <a:cxn ang="0">
                  <a:pos x="884" y="329"/>
                </a:cxn>
                <a:cxn ang="0">
                  <a:pos x="680" y="510"/>
                </a:cxn>
                <a:cxn ang="0">
                  <a:pos x="578" y="536"/>
                </a:cxn>
                <a:cxn ang="0">
                  <a:pos x="437" y="517"/>
                </a:cxn>
                <a:cxn ang="0">
                  <a:pos x="325" y="397"/>
                </a:cxn>
                <a:cxn ang="0">
                  <a:pos x="97" y="403"/>
                </a:cxn>
                <a:cxn ang="0">
                  <a:pos x="30" y="321"/>
                </a:cxn>
                <a:cxn ang="0">
                  <a:pos x="0" y="137"/>
                </a:cxn>
                <a:cxn ang="0">
                  <a:pos x="47" y="55"/>
                </a:cxn>
                <a:cxn ang="0">
                  <a:pos x="47" y="55"/>
                </a:cxn>
                <a:cxn ang="0">
                  <a:pos x="47" y="55"/>
                </a:cxn>
              </a:cxnLst>
              <a:rect l="0" t="0" r="r" b="b"/>
              <a:pathLst>
                <a:path w="884" h="536">
                  <a:moveTo>
                    <a:pt x="47" y="55"/>
                  </a:moveTo>
                  <a:lnTo>
                    <a:pt x="123" y="0"/>
                  </a:lnTo>
                  <a:lnTo>
                    <a:pt x="289" y="0"/>
                  </a:lnTo>
                  <a:lnTo>
                    <a:pt x="389" y="29"/>
                  </a:lnTo>
                  <a:lnTo>
                    <a:pt x="273" y="173"/>
                  </a:lnTo>
                  <a:lnTo>
                    <a:pt x="446" y="84"/>
                  </a:lnTo>
                  <a:lnTo>
                    <a:pt x="583" y="34"/>
                  </a:lnTo>
                  <a:lnTo>
                    <a:pt x="690" y="82"/>
                  </a:lnTo>
                  <a:lnTo>
                    <a:pt x="737" y="139"/>
                  </a:lnTo>
                  <a:lnTo>
                    <a:pt x="644" y="166"/>
                  </a:lnTo>
                  <a:lnTo>
                    <a:pt x="538" y="230"/>
                  </a:lnTo>
                  <a:lnTo>
                    <a:pt x="530" y="350"/>
                  </a:lnTo>
                  <a:lnTo>
                    <a:pt x="709" y="200"/>
                  </a:lnTo>
                  <a:lnTo>
                    <a:pt x="785" y="186"/>
                  </a:lnTo>
                  <a:lnTo>
                    <a:pt x="870" y="243"/>
                  </a:lnTo>
                  <a:lnTo>
                    <a:pt x="884" y="329"/>
                  </a:lnTo>
                  <a:lnTo>
                    <a:pt x="680" y="510"/>
                  </a:lnTo>
                  <a:lnTo>
                    <a:pt x="578" y="536"/>
                  </a:lnTo>
                  <a:lnTo>
                    <a:pt x="437" y="517"/>
                  </a:lnTo>
                  <a:lnTo>
                    <a:pt x="325" y="397"/>
                  </a:lnTo>
                  <a:lnTo>
                    <a:pt x="97" y="403"/>
                  </a:lnTo>
                  <a:lnTo>
                    <a:pt x="30" y="321"/>
                  </a:lnTo>
                  <a:lnTo>
                    <a:pt x="0" y="137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47" y="55"/>
                  </a:lnTo>
                  <a:close/>
                </a:path>
              </a:pathLst>
            </a:custGeom>
            <a:solidFill>
              <a:srgbClr val="E8DCDC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18" name="Freeform 107"/>
            <p:cNvSpPr>
              <a:spLocks/>
            </p:cNvSpPr>
            <p:nvPr/>
          </p:nvSpPr>
          <p:spPr bwMode="auto">
            <a:xfrm>
              <a:off x="3612" y="2884"/>
              <a:ext cx="419" cy="146"/>
            </a:xfrm>
            <a:custGeom>
              <a:avLst/>
              <a:gdLst/>
              <a:ahLst/>
              <a:cxnLst>
                <a:cxn ang="0">
                  <a:pos x="0" y="25"/>
                </a:cxn>
                <a:cxn ang="0">
                  <a:pos x="106" y="73"/>
                </a:cxn>
                <a:cxn ang="0">
                  <a:pos x="190" y="46"/>
                </a:cxn>
                <a:cxn ang="0">
                  <a:pos x="266" y="21"/>
                </a:cxn>
                <a:cxn ang="0">
                  <a:pos x="342" y="35"/>
                </a:cxn>
                <a:cxn ang="0">
                  <a:pos x="382" y="75"/>
                </a:cxn>
                <a:cxn ang="0">
                  <a:pos x="412" y="124"/>
                </a:cxn>
                <a:cxn ang="0">
                  <a:pos x="511" y="179"/>
                </a:cxn>
                <a:cxn ang="0">
                  <a:pos x="581" y="90"/>
                </a:cxn>
                <a:cxn ang="0">
                  <a:pos x="680" y="27"/>
                </a:cxn>
                <a:cxn ang="0">
                  <a:pos x="770" y="0"/>
                </a:cxn>
                <a:cxn ang="0">
                  <a:pos x="829" y="48"/>
                </a:cxn>
                <a:cxn ang="0">
                  <a:pos x="836" y="95"/>
                </a:cxn>
                <a:cxn ang="0">
                  <a:pos x="772" y="189"/>
                </a:cxn>
                <a:cxn ang="0">
                  <a:pos x="663" y="265"/>
                </a:cxn>
                <a:cxn ang="0">
                  <a:pos x="561" y="291"/>
                </a:cxn>
                <a:cxn ang="0">
                  <a:pos x="407" y="268"/>
                </a:cxn>
                <a:cxn ang="0">
                  <a:pos x="289" y="164"/>
                </a:cxn>
                <a:cxn ang="0">
                  <a:pos x="112" y="154"/>
                </a:cxn>
                <a:cxn ang="0">
                  <a:pos x="23" y="111"/>
                </a:cxn>
                <a:cxn ang="0">
                  <a:pos x="0" y="25"/>
                </a:cxn>
                <a:cxn ang="0">
                  <a:pos x="0" y="25"/>
                </a:cxn>
                <a:cxn ang="0">
                  <a:pos x="0" y="25"/>
                </a:cxn>
              </a:cxnLst>
              <a:rect l="0" t="0" r="r" b="b"/>
              <a:pathLst>
                <a:path w="836" h="291">
                  <a:moveTo>
                    <a:pt x="0" y="25"/>
                  </a:moveTo>
                  <a:lnTo>
                    <a:pt x="106" y="73"/>
                  </a:lnTo>
                  <a:lnTo>
                    <a:pt x="190" y="46"/>
                  </a:lnTo>
                  <a:lnTo>
                    <a:pt x="266" y="21"/>
                  </a:lnTo>
                  <a:lnTo>
                    <a:pt x="342" y="35"/>
                  </a:lnTo>
                  <a:lnTo>
                    <a:pt x="382" y="75"/>
                  </a:lnTo>
                  <a:lnTo>
                    <a:pt x="412" y="124"/>
                  </a:lnTo>
                  <a:lnTo>
                    <a:pt x="511" y="179"/>
                  </a:lnTo>
                  <a:lnTo>
                    <a:pt x="581" y="90"/>
                  </a:lnTo>
                  <a:lnTo>
                    <a:pt x="680" y="27"/>
                  </a:lnTo>
                  <a:lnTo>
                    <a:pt x="770" y="0"/>
                  </a:lnTo>
                  <a:lnTo>
                    <a:pt x="829" y="48"/>
                  </a:lnTo>
                  <a:lnTo>
                    <a:pt x="836" y="95"/>
                  </a:lnTo>
                  <a:lnTo>
                    <a:pt x="772" y="189"/>
                  </a:lnTo>
                  <a:lnTo>
                    <a:pt x="663" y="265"/>
                  </a:lnTo>
                  <a:lnTo>
                    <a:pt x="561" y="291"/>
                  </a:lnTo>
                  <a:lnTo>
                    <a:pt x="407" y="268"/>
                  </a:lnTo>
                  <a:lnTo>
                    <a:pt x="289" y="164"/>
                  </a:lnTo>
                  <a:lnTo>
                    <a:pt x="112" y="154"/>
                  </a:lnTo>
                  <a:lnTo>
                    <a:pt x="23" y="11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A38C8C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19" name="Freeform 108"/>
            <p:cNvSpPr>
              <a:spLocks/>
            </p:cNvSpPr>
            <p:nvPr/>
          </p:nvSpPr>
          <p:spPr bwMode="auto">
            <a:xfrm>
              <a:off x="3616" y="2782"/>
              <a:ext cx="104" cy="63"/>
            </a:xfrm>
            <a:custGeom>
              <a:avLst/>
              <a:gdLst/>
              <a:ahLst/>
              <a:cxnLst>
                <a:cxn ang="0">
                  <a:pos x="35" y="0"/>
                </a:cxn>
                <a:cxn ang="0">
                  <a:pos x="126" y="38"/>
                </a:cxn>
                <a:cxn ang="0">
                  <a:pos x="166" y="72"/>
                </a:cxn>
                <a:cxn ang="0">
                  <a:pos x="206" y="108"/>
                </a:cxn>
                <a:cxn ang="0">
                  <a:pos x="208" y="124"/>
                </a:cxn>
                <a:cxn ang="0">
                  <a:pos x="192" y="125"/>
                </a:cxn>
                <a:cxn ang="0">
                  <a:pos x="151" y="97"/>
                </a:cxn>
                <a:cxn ang="0">
                  <a:pos x="101" y="76"/>
                </a:cxn>
                <a:cxn ang="0">
                  <a:pos x="0" y="55"/>
                </a:cxn>
                <a:cxn ang="0">
                  <a:pos x="0" y="27"/>
                </a:cxn>
                <a:cxn ang="0">
                  <a:pos x="35" y="0"/>
                </a:cxn>
                <a:cxn ang="0">
                  <a:pos x="35" y="0"/>
                </a:cxn>
                <a:cxn ang="0">
                  <a:pos x="35" y="0"/>
                </a:cxn>
              </a:cxnLst>
              <a:rect l="0" t="0" r="r" b="b"/>
              <a:pathLst>
                <a:path w="208" h="125">
                  <a:moveTo>
                    <a:pt x="35" y="0"/>
                  </a:moveTo>
                  <a:lnTo>
                    <a:pt x="126" y="38"/>
                  </a:lnTo>
                  <a:lnTo>
                    <a:pt x="166" y="72"/>
                  </a:lnTo>
                  <a:lnTo>
                    <a:pt x="206" y="108"/>
                  </a:lnTo>
                  <a:lnTo>
                    <a:pt x="208" y="124"/>
                  </a:lnTo>
                  <a:lnTo>
                    <a:pt x="192" y="125"/>
                  </a:lnTo>
                  <a:lnTo>
                    <a:pt x="151" y="97"/>
                  </a:lnTo>
                  <a:lnTo>
                    <a:pt x="101" y="76"/>
                  </a:lnTo>
                  <a:lnTo>
                    <a:pt x="0" y="55"/>
                  </a:lnTo>
                  <a:lnTo>
                    <a:pt x="0" y="27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20" name="Freeform 109"/>
            <p:cNvSpPr>
              <a:spLocks/>
            </p:cNvSpPr>
            <p:nvPr/>
          </p:nvSpPr>
          <p:spPr bwMode="auto">
            <a:xfrm>
              <a:off x="3936" y="2821"/>
              <a:ext cx="115" cy="200"/>
            </a:xfrm>
            <a:custGeom>
              <a:avLst/>
              <a:gdLst/>
              <a:ahLst/>
              <a:cxnLst>
                <a:cxn ang="0">
                  <a:pos x="139" y="2"/>
                </a:cxn>
                <a:cxn ang="0">
                  <a:pos x="177" y="51"/>
                </a:cxn>
                <a:cxn ang="0">
                  <a:pos x="230" y="120"/>
                </a:cxn>
                <a:cxn ang="0">
                  <a:pos x="230" y="219"/>
                </a:cxn>
                <a:cxn ang="0">
                  <a:pos x="160" y="321"/>
                </a:cxn>
                <a:cxn ang="0">
                  <a:pos x="72" y="365"/>
                </a:cxn>
                <a:cxn ang="0">
                  <a:pos x="12" y="399"/>
                </a:cxn>
                <a:cxn ang="0">
                  <a:pos x="0" y="380"/>
                </a:cxn>
                <a:cxn ang="0">
                  <a:pos x="101" y="298"/>
                </a:cxn>
                <a:cxn ang="0">
                  <a:pos x="181" y="198"/>
                </a:cxn>
                <a:cxn ang="0">
                  <a:pos x="171" y="101"/>
                </a:cxn>
                <a:cxn ang="0">
                  <a:pos x="150" y="57"/>
                </a:cxn>
                <a:cxn ang="0">
                  <a:pos x="122" y="15"/>
                </a:cxn>
                <a:cxn ang="0">
                  <a:pos x="124" y="0"/>
                </a:cxn>
                <a:cxn ang="0">
                  <a:pos x="139" y="2"/>
                </a:cxn>
                <a:cxn ang="0">
                  <a:pos x="139" y="2"/>
                </a:cxn>
                <a:cxn ang="0">
                  <a:pos x="139" y="2"/>
                </a:cxn>
              </a:cxnLst>
              <a:rect l="0" t="0" r="r" b="b"/>
              <a:pathLst>
                <a:path w="230" h="399">
                  <a:moveTo>
                    <a:pt x="139" y="2"/>
                  </a:moveTo>
                  <a:lnTo>
                    <a:pt x="177" y="51"/>
                  </a:lnTo>
                  <a:lnTo>
                    <a:pt x="230" y="120"/>
                  </a:lnTo>
                  <a:lnTo>
                    <a:pt x="230" y="219"/>
                  </a:lnTo>
                  <a:lnTo>
                    <a:pt x="160" y="321"/>
                  </a:lnTo>
                  <a:lnTo>
                    <a:pt x="72" y="365"/>
                  </a:lnTo>
                  <a:lnTo>
                    <a:pt x="12" y="399"/>
                  </a:lnTo>
                  <a:lnTo>
                    <a:pt x="0" y="380"/>
                  </a:lnTo>
                  <a:lnTo>
                    <a:pt x="101" y="298"/>
                  </a:lnTo>
                  <a:lnTo>
                    <a:pt x="181" y="198"/>
                  </a:lnTo>
                  <a:lnTo>
                    <a:pt x="171" y="101"/>
                  </a:lnTo>
                  <a:lnTo>
                    <a:pt x="150" y="57"/>
                  </a:lnTo>
                  <a:lnTo>
                    <a:pt x="122" y="15"/>
                  </a:lnTo>
                  <a:lnTo>
                    <a:pt x="124" y="0"/>
                  </a:lnTo>
                  <a:lnTo>
                    <a:pt x="139" y="2"/>
                  </a:lnTo>
                  <a:lnTo>
                    <a:pt x="139" y="2"/>
                  </a:lnTo>
                  <a:lnTo>
                    <a:pt x="139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21" name="Freeform 110"/>
            <p:cNvSpPr>
              <a:spLocks/>
            </p:cNvSpPr>
            <p:nvPr/>
          </p:nvSpPr>
          <p:spPr bwMode="auto">
            <a:xfrm>
              <a:off x="3589" y="2703"/>
              <a:ext cx="375" cy="325"/>
            </a:xfrm>
            <a:custGeom>
              <a:avLst/>
              <a:gdLst/>
              <a:ahLst/>
              <a:cxnLst>
                <a:cxn ang="0">
                  <a:pos x="736" y="168"/>
                </a:cxn>
                <a:cxn ang="0">
                  <a:pos x="673" y="120"/>
                </a:cxn>
                <a:cxn ang="0">
                  <a:pos x="645" y="99"/>
                </a:cxn>
                <a:cxn ang="0">
                  <a:pos x="609" y="80"/>
                </a:cxn>
                <a:cxn ang="0">
                  <a:pos x="559" y="61"/>
                </a:cxn>
                <a:cxn ang="0">
                  <a:pos x="514" y="48"/>
                </a:cxn>
                <a:cxn ang="0">
                  <a:pos x="422" y="36"/>
                </a:cxn>
                <a:cxn ang="0">
                  <a:pos x="232" y="73"/>
                </a:cxn>
                <a:cxn ang="0">
                  <a:pos x="177" y="99"/>
                </a:cxn>
                <a:cxn ang="0">
                  <a:pos x="128" y="141"/>
                </a:cxn>
                <a:cxn ang="0">
                  <a:pos x="71" y="202"/>
                </a:cxn>
                <a:cxn ang="0">
                  <a:pos x="46" y="284"/>
                </a:cxn>
                <a:cxn ang="0">
                  <a:pos x="48" y="350"/>
                </a:cxn>
                <a:cxn ang="0">
                  <a:pos x="65" y="411"/>
                </a:cxn>
                <a:cxn ang="0">
                  <a:pos x="99" y="458"/>
                </a:cxn>
                <a:cxn ang="0">
                  <a:pos x="152" y="476"/>
                </a:cxn>
                <a:cxn ang="0">
                  <a:pos x="301" y="477"/>
                </a:cxn>
                <a:cxn ang="0">
                  <a:pos x="365" y="496"/>
                </a:cxn>
                <a:cxn ang="0">
                  <a:pos x="420" y="544"/>
                </a:cxn>
                <a:cxn ang="0">
                  <a:pos x="468" y="584"/>
                </a:cxn>
                <a:cxn ang="0">
                  <a:pos x="515" y="609"/>
                </a:cxn>
                <a:cxn ang="0">
                  <a:pos x="628" y="628"/>
                </a:cxn>
                <a:cxn ang="0">
                  <a:pos x="628" y="650"/>
                </a:cxn>
                <a:cxn ang="0">
                  <a:pos x="495" y="643"/>
                </a:cxn>
                <a:cxn ang="0">
                  <a:pos x="382" y="580"/>
                </a:cxn>
                <a:cxn ang="0">
                  <a:pos x="335" y="542"/>
                </a:cxn>
                <a:cxn ang="0">
                  <a:pos x="280" y="527"/>
                </a:cxn>
                <a:cxn ang="0">
                  <a:pos x="152" y="527"/>
                </a:cxn>
                <a:cxn ang="0">
                  <a:pos x="80" y="504"/>
                </a:cxn>
                <a:cxn ang="0">
                  <a:pos x="33" y="445"/>
                </a:cxn>
                <a:cxn ang="0">
                  <a:pos x="6" y="365"/>
                </a:cxn>
                <a:cxn ang="0">
                  <a:pos x="0" y="280"/>
                </a:cxn>
                <a:cxn ang="0">
                  <a:pos x="27" y="181"/>
                </a:cxn>
                <a:cxn ang="0">
                  <a:pos x="53" y="143"/>
                </a:cxn>
                <a:cxn ang="0">
                  <a:pos x="91" y="105"/>
                </a:cxn>
                <a:cxn ang="0">
                  <a:pos x="152" y="59"/>
                </a:cxn>
                <a:cxn ang="0">
                  <a:pos x="221" y="29"/>
                </a:cxn>
                <a:cxn ang="0">
                  <a:pos x="325" y="4"/>
                </a:cxn>
                <a:cxn ang="0">
                  <a:pos x="449" y="0"/>
                </a:cxn>
                <a:cxn ang="0">
                  <a:pos x="591" y="38"/>
                </a:cxn>
                <a:cxn ang="0">
                  <a:pos x="685" y="99"/>
                </a:cxn>
                <a:cxn ang="0">
                  <a:pos x="747" y="149"/>
                </a:cxn>
                <a:cxn ang="0">
                  <a:pos x="751" y="164"/>
                </a:cxn>
                <a:cxn ang="0">
                  <a:pos x="736" y="168"/>
                </a:cxn>
                <a:cxn ang="0">
                  <a:pos x="736" y="168"/>
                </a:cxn>
                <a:cxn ang="0">
                  <a:pos x="736" y="168"/>
                </a:cxn>
              </a:cxnLst>
              <a:rect l="0" t="0" r="r" b="b"/>
              <a:pathLst>
                <a:path w="751" h="650">
                  <a:moveTo>
                    <a:pt x="736" y="168"/>
                  </a:moveTo>
                  <a:lnTo>
                    <a:pt x="673" y="120"/>
                  </a:lnTo>
                  <a:lnTo>
                    <a:pt x="645" y="99"/>
                  </a:lnTo>
                  <a:lnTo>
                    <a:pt x="609" y="80"/>
                  </a:lnTo>
                  <a:lnTo>
                    <a:pt x="559" y="61"/>
                  </a:lnTo>
                  <a:lnTo>
                    <a:pt x="514" y="48"/>
                  </a:lnTo>
                  <a:lnTo>
                    <a:pt x="422" y="36"/>
                  </a:lnTo>
                  <a:lnTo>
                    <a:pt x="232" y="73"/>
                  </a:lnTo>
                  <a:lnTo>
                    <a:pt x="177" y="99"/>
                  </a:lnTo>
                  <a:lnTo>
                    <a:pt x="128" y="141"/>
                  </a:lnTo>
                  <a:lnTo>
                    <a:pt x="71" y="202"/>
                  </a:lnTo>
                  <a:lnTo>
                    <a:pt x="46" y="284"/>
                  </a:lnTo>
                  <a:lnTo>
                    <a:pt x="48" y="350"/>
                  </a:lnTo>
                  <a:lnTo>
                    <a:pt x="65" y="411"/>
                  </a:lnTo>
                  <a:lnTo>
                    <a:pt x="99" y="458"/>
                  </a:lnTo>
                  <a:lnTo>
                    <a:pt x="152" y="476"/>
                  </a:lnTo>
                  <a:lnTo>
                    <a:pt x="301" y="477"/>
                  </a:lnTo>
                  <a:lnTo>
                    <a:pt x="365" y="496"/>
                  </a:lnTo>
                  <a:lnTo>
                    <a:pt x="420" y="544"/>
                  </a:lnTo>
                  <a:lnTo>
                    <a:pt x="468" y="584"/>
                  </a:lnTo>
                  <a:lnTo>
                    <a:pt x="515" y="609"/>
                  </a:lnTo>
                  <a:lnTo>
                    <a:pt x="628" y="628"/>
                  </a:lnTo>
                  <a:lnTo>
                    <a:pt x="628" y="650"/>
                  </a:lnTo>
                  <a:lnTo>
                    <a:pt x="495" y="643"/>
                  </a:lnTo>
                  <a:lnTo>
                    <a:pt x="382" y="580"/>
                  </a:lnTo>
                  <a:lnTo>
                    <a:pt x="335" y="542"/>
                  </a:lnTo>
                  <a:lnTo>
                    <a:pt x="280" y="527"/>
                  </a:lnTo>
                  <a:lnTo>
                    <a:pt x="152" y="527"/>
                  </a:lnTo>
                  <a:lnTo>
                    <a:pt x="80" y="504"/>
                  </a:lnTo>
                  <a:lnTo>
                    <a:pt x="33" y="445"/>
                  </a:lnTo>
                  <a:lnTo>
                    <a:pt x="6" y="365"/>
                  </a:lnTo>
                  <a:lnTo>
                    <a:pt x="0" y="280"/>
                  </a:lnTo>
                  <a:lnTo>
                    <a:pt x="27" y="181"/>
                  </a:lnTo>
                  <a:lnTo>
                    <a:pt x="53" y="143"/>
                  </a:lnTo>
                  <a:lnTo>
                    <a:pt x="91" y="105"/>
                  </a:lnTo>
                  <a:lnTo>
                    <a:pt x="152" y="59"/>
                  </a:lnTo>
                  <a:lnTo>
                    <a:pt x="221" y="29"/>
                  </a:lnTo>
                  <a:lnTo>
                    <a:pt x="325" y="4"/>
                  </a:lnTo>
                  <a:lnTo>
                    <a:pt x="449" y="0"/>
                  </a:lnTo>
                  <a:lnTo>
                    <a:pt x="591" y="38"/>
                  </a:lnTo>
                  <a:lnTo>
                    <a:pt x="685" y="99"/>
                  </a:lnTo>
                  <a:lnTo>
                    <a:pt x="747" y="149"/>
                  </a:lnTo>
                  <a:lnTo>
                    <a:pt x="751" y="164"/>
                  </a:lnTo>
                  <a:lnTo>
                    <a:pt x="736" y="168"/>
                  </a:lnTo>
                  <a:lnTo>
                    <a:pt x="736" y="168"/>
                  </a:lnTo>
                  <a:lnTo>
                    <a:pt x="736" y="1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22" name="Freeform 111"/>
            <p:cNvSpPr>
              <a:spLocks/>
            </p:cNvSpPr>
            <p:nvPr/>
          </p:nvSpPr>
          <p:spPr bwMode="auto">
            <a:xfrm>
              <a:off x="3849" y="2853"/>
              <a:ext cx="107" cy="140"/>
            </a:xfrm>
            <a:custGeom>
              <a:avLst/>
              <a:gdLst/>
              <a:ahLst/>
              <a:cxnLst>
                <a:cxn ang="0">
                  <a:pos x="211" y="19"/>
                </a:cxn>
                <a:cxn ang="0">
                  <a:pos x="80" y="142"/>
                </a:cxn>
                <a:cxn ang="0">
                  <a:pos x="46" y="230"/>
                </a:cxn>
                <a:cxn ang="0">
                  <a:pos x="48" y="268"/>
                </a:cxn>
                <a:cxn ang="0">
                  <a:pos x="42" y="281"/>
                </a:cxn>
                <a:cxn ang="0">
                  <a:pos x="27" y="275"/>
                </a:cxn>
                <a:cxn ang="0">
                  <a:pos x="0" y="230"/>
                </a:cxn>
                <a:cxn ang="0">
                  <a:pos x="17" y="171"/>
                </a:cxn>
                <a:cxn ang="0">
                  <a:pos x="42" y="116"/>
                </a:cxn>
                <a:cxn ang="0">
                  <a:pos x="78" y="79"/>
                </a:cxn>
                <a:cxn ang="0">
                  <a:pos x="116" y="53"/>
                </a:cxn>
                <a:cxn ang="0">
                  <a:pos x="156" y="28"/>
                </a:cxn>
                <a:cxn ang="0">
                  <a:pos x="198" y="0"/>
                </a:cxn>
                <a:cxn ang="0">
                  <a:pos x="215" y="3"/>
                </a:cxn>
                <a:cxn ang="0">
                  <a:pos x="211" y="19"/>
                </a:cxn>
                <a:cxn ang="0">
                  <a:pos x="211" y="19"/>
                </a:cxn>
                <a:cxn ang="0">
                  <a:pos x="211" y="19"/>
                </a:cxn>
              </a:cxnLst>
              <a:rect l="0" t="0" r="r" b="b"/>
              <a:pathLst>
                <a:path w="215" h="281">
                  <a:moveTo>
                    <a:pt x="211" y="19"/>
                  </a:moveTo>
                  <a:lnTo>
                    <a:pt x="80" y="142"/>
                  </a:lnTo>
                  <a:lnTo>
                    <a:pt x="46" y="230"/>
                  </a:lnTo>
                  <a:lnTo>
                    <a:pt x="48" y="268"/>
                  </a:lnTo>
                  <a:lnTo>
                    <a:pt x="42" y="281"/>
                  </a:lnTo>
                  <a:lnTo>
                    <a:pt x="27" y="275"/>
                  </a:lnTo>
                  <a:lnTo>
                    <a:pt x="0" y="230"/>
                  </a:lnTo>
                  <a:lnTo>
                    <a:pt x="17" y="171"/>
                  </a:lnTo>
                  <a:lnTo>
                    <a:pt x="42" y="116"/>
                  </a:lnTo>
                  <a:lnTo>
                    <a:pt x="78" y="79"/>
                  </a:lnTo>
                  <a:lnTo>
                    <a:pt x="116" y="53"/>
                  </a:lnTo>
                  <a:lnTo>
                    <a:pt x="156" y="28"/>
                  </a:lnTo>
                  <a:lnTo>
                    <a:pt x="198" y="0"/>
                  </a:lnTo>
                  <a:lnTo>
                    <a:pt x="215" y="3"/>
                  </a:lnTo>
                  <a:lnTo>
                    <a:pt x="211" y="19"/>
                  </a:lnTo>
                  <a:lnTo>
                    <a:pt x="211" y="19"/>
                  </a:lnTo>
                  <a:lnTo>
                    <a:pt x="211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23" name="Freeform 112"/>
            <p:cNvSpPr>
              <a:spLocks/>
            </p:cNvSpPr>
            <p:nvPr/>
          </p:nvSpPr>
          <p:spPr bwMode="auto">
            <a:xfrm>
              <a:off x="3725" y="2748"/>
              <a:ext cx="167" cy="100"/>
            </a:xfrm>
            <a:custGeom>
              <a:avLst/>
              <a:gdLst/>
              <a:ahLst/>
              <a:cxnLst>
                <a:cxn ang="0">
                  <a:pos x="325" y="20"/>
                </a:cxn>
                <a:cxn ang="0">
                  <a:pos x="141" y="102"/>
                </a:cxn>
                <a:cxn ang="0">
                  <a:pos x="65" y="161"/>
                </a:cxn>
                <a:cxn ang="0">
                  <a:pos x="29" y="197"/>
                </a:cxn>
                <a:cxn ang="0">
                  <a:pos x="2" y="199"/>
                </a:cxn>
                <a:cxn ang="0">
                  <a:pos x="0" y="171"/>
                </a:cxn>
                <a:cxn ang="0">
                  <a:pos x="32" y="127"/>
                </a:cxn>
                <a:cxn ang="0">
                  <a:pos x="116" y="62"/>
                </a:cxn>
                <a:cxn ang="0">
                  <a:pos x="165" y="38"/>
                </a:cxn>
                <a:cxn ang="0">
                  <a:pos x="215" y="24"/>
                </a:cxn>
                <a:cxn ang="0">
                  <a:pos x="319" y="0"/>
                </a:cxn>
                <a:cxn ang="0">
                  <a:pos x="333" y="7"/>
                </a:cxn>
                <a:cxn ang="0">
                  <a:pos x="325" y="20"/>
                </a:cxn>
                <a:cxn ang="0">
                  <a:pos x="325" y="20"/>
                </a:cxn>
                <a:cxn ang="0">
                  <a:pos x="325" y="20"/>
                </a:cxn>
              </a:cxnLst>
              <a:rect l="0" t="0" r="r" b="b"/>
              <a:pathLst>
                <a:path w="333" h="199">
                  <a:moveTo>
                    <a:pt x="325" y="20"/>
                  </a:moveTo>
                  <a:lnTo>
                    <a:pt x="141" y="102"/>
                  </a:lnTo>
                  <a:lnTo>
                    <a:pt x="65" y="161"/>
                  </a:lnTo>
                  <a:lnTo>
                    <a:pt x="29" y="197"/>
                  </a:lnTo>
                  <a:lnTo>
                    <a:pt x="2" y="199"/>
                  </a:lnTo>
                  <a:lnTo>
                    <a:pt x="0" y="171"/>
                  </a:lnTo>
                  <a:lnTo>
                    <a:pt x="32" y="127"/>
                  </a:lnTo>
                  <a:lnTo>
                    <a:pt x="116" y="62"/>
                  </a:lnTo>
                  <a:lnTo>
                    <a:pt x="165" y="38"/>
                  </a:lnTo>
                  <a:lnTo>
                    <a:pt x="215" y="24"/>
                  </a:lnTo>
                  <a:lnTo>
                    <a:pt x="319" y="0"/>
                  </a:lnTo>
                  <a:lnTo>
                    <a:pt x="333" y="7"/>
                  </a:lnTo>
                  <a:lnTo>
                    <a:pt x="325" y="20"/>
                  </a:lnTo>
                  <a:lnTo>
                    <a:pt x="325" y="20"/>
                  </a:lnTo>
                  <a:lnTo>
                    <a:pt x="325" y="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24" name="Freeform 113"/>
            <p:cNvSpPr>
              <a:spLocks/>
            </p:cNvSpPr>
            <p:nvPr/>
          </p:nvSpPr>
          <p:spPr bwMode="auto">
            <a:xfrm>
              <a:off x="3675" y="2727"/>
              <a:ext cx="110" cy="27"/>
            </a:xfrm>
            <a:custGeom>
              <a:avLst/>
              <a:gdLst/>
              <a:ahLst/>
              <a:cxnLst>
                <a:cxn ang="0">
                  <a:pos x="14" y="2"/>
                </a:cxn>
                <a:cxn ang="0">
                  <a:pos x="42" y="0"/>
                </a:cxn>
                <a:cxn ang="0">
                  <a:pos x="133" y="0"/>
                </a:cxn>
                <a:cxn ang="0">
                  <a:pos x="215" y="32"/>
                </a:cxn>
                <a:cxn ang="0">
                  <a:pos x="221" y="47"/>
                </a:cxn>
                <a:cxn ang="0">
                  <a:pos x="207" y="53"/>
                </a:cxn>
                <a:cxn ang="0">
                  <a:pos x="130" y="36"/>
                </a:cxn>
                <a:cxn ang="0">
                  <a:pos x="42" y="36"/>
                </a:cxn>
                <a:cxn ang="0">
                  <a:pos x="14" y="32"/>
                </a:cxn>
                <a:cxn ang="0">
                  <a:pos x="0" y="17"/>
                </a:cxn>
                <a:cxn ang="0">
                  <a:pos x="14" y="2"/>
                </a:cxn>
                <a:cxn ang="0">
                  <a:pos x="14" y="2"/>
                </a:cxn>
                <a:cxn ang="0">
                  <a:pos x="14" y="2"/>
                </a:cxn>
              </a:cxnLst>
              <a:rect l="0" t="0" r="r" b="b"/>
              <a:pathLst>
                <a:path w="221" h="53">
                  <a:moveTo>
                    <a:pt x="14" y="2"/>
                  </a:moveTo>
                  <a:lnTo>
                    <a:pt x="42" y="0"/>
                  </a:lnTo>
                  <a:lnTo>
                    <a:pt x="133" y="0"/>
                  </a:lnTo>
                  <a:lnTo>
                    <a:pt x="215" y="32"/>
                  </a:lnTo>
                  <a:lnTo>
                    <a:pt x="221" y="47"/>
                  </a:lnTo>
                  <a:lnTo>
                    <a:pt x="207" y="53"/>
                  </a:lnTo>
                  <a:lnTo>
                    <a:pt x="130" y="36"/>
                  </a:lnTo>
                  <a:lnTo>
                    <a:pt x="42" y="36"/>
                  </a:lnTo>
                  <a:lnTo>
                    <a:pt x="14" y="32"/>
                  </a:lnTo>
                  <a:lnTo>
                    <a:pt x="0" y="17"/>
                  </a:lnTo>
                  <a:lnTo>
                    <a:pt x="14" y="2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25" name="Freeform 114"/>
            <p:cNvSpPr>
              <a:spLocks/>
            </p:cNvSpPr>
            <p:nvPr/>
          </p:nvSpPr>
          <p:spPr bwMode="auto">
            <a:xfrm>
              <a:off x="3507" y="2903"/>
              <a:ext cx="518" cy="240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95" y="35"/>
                </a:cxn>
                <a:cxn ang="0">
                  <a:pos x="159" y="86"/>
                </a:cxn>
                <a:cxn ang="0">
                  <a:pos x="211" y="162"/>
                </a:cxn>
                <a:cxn ang="0">
                  <a:pos x="241" y="265"/>
                </a:cxn>
                <a:cxn ang="0">
                  <a:pos x="327" y="341"/>
                </a:cxn>
                <a:cxn ang="0">
                  <a:pos x="424" y="384"/>
                </a:cxn>
                <a:cxn ang="0">
                  <a:pos x="618" y="422"/>
                </a:cxn>
                <a:cxn ang="0">
                  <a:pos x="791" y="394"/>
                </a:cxn>
                <a:cxn ang="0">
                  <a:pos x="935" y="324"/>
                </a:cxn>
                <a:cxn ang="0">
                  <a:pos x="986" y="253"/>
                </a:cxn>
                <a:cxn ang="0">
                  <a:pos x="994" y="181"/>
                </a:cxn>
                <a:cxn ang="0">
                  <a:pos x="903" y="95"/>
                </a:cxn>
                <a:cxn ang="0">
                  <a:pos x="908" y="65"/>
                </a:cxn>
                <a:cxn ang="0">
                  <a:pos x="929" y="56"/>
                </a:cxn>
                <a:cxn ang="0">
                  <a:pos x="1000" y="94"/>
                </a:cxn>
                <a:cxn ang="0">
                  <a:pos x="1034" y="164"/>
                </a:cxn>
                <a:cxn ang="0">
                  <a:pos x="1036" y="253"/>
                </a:cxn>
                <a:cxn ang="0">
                  <a:pos x="977" y="356"/>
                </a:cxn>
                <a:cxn ang="0">
                  <a:pos x="901" y="422"/>
                </a:cxn>
                <a:cxn ang="0">
                  <a:pos x="789" y="457"/>
                </a:cxn>
                <a:cxn ang="0">
                  <a:pos x="677" y="474"/>
                </a:cxn>
                <a:cxn ang="0">
                  <a:pos x="583" y="479"/>
                </a:cxn>
                <a:cxn ang="0">
                  <a:pos x="437" y="453"/>
                </a:cxn>
                <a:cxn ang="0">
                  <a:pos x="258" y="373"/>
                </a:cxn>
                <a:cxn ang="0">
                  <a:pos x="190" y="282"/>
                </a:cxn>
                <a:cxn ang="0">
                  <a:pos x="161" y="211"/>
                </a:cxn>
                <a:cxn ang="0">
                  <a:pos x="125" y="139"/>
                </a:cxn>
                <a:cxn ang="0">
                  <a:pos x="74" y="75"/>
                </a:cxn>
                <a:cxn ang="0">
                  <a:pos x="0" y="23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1036" h="479">
                  <a:moveTo>
                    <a:pt x="24" y="0"/>
                  </a:moveTo>
                  <a:lnTo>
                    <a:pt x="95" y="35"/>
                  </a:lnTo>
                  <a:lnTo>
                    <a:pt x="159" y="86"/>
                  </a:lnTo>
                  <a:lnTo>
                    <a:pt x="211" y="162"/>
                  </a:lnTo>
                  <a:lnTo>
                    <a:pt x="241" y="265"/>
                  </a:lnTo>
                  <a:lnTo>
                    <a:pt x="327" y="341"/>
                  </a:lnTo>
                  <a:lnTo>
                    <a:pt x="424" y="384"/>
                  </a:lnTo>
                  <a:lnTo>
                    <a:pt x="618" y="422"/>
                  </a:lnTo>
                  <a:lnTo>
                    <a:pt x="791" y="394"/>
                  </a:lnTo>
                  <a:lnTo>
                    <a:pt x="935" y="324"/>
                  </a:lnTo>
                  <a:lnTo>
                    <a:pt x="986" y="253"/>
                  </a:lnTo>
                  <a:lnTo>
                    <a:pt x="994" y="181"/>
                  </a:lnTo>
                  <a:lnTo>
                    <a:pt x="903" y="95"/>
                  </a:lnTo>
                  <a:lnTo>
                    <a:pt x="908" y="65"/>
                  </a:lnTo>
                  <a:lnTo>
                    <a:pt x="929" y="56"/>
                  </a:lnTo>
                  <a:lnTo>
                    <a:pt x="1000" y="94"/>
                  </a:lnTo>
                  <a:lnTo>
                    <a:pt x="1034" y="164"/>
                  </a:lnTo>
                  <a:lnTo>
                    <a:pt x="1036" y="253"/>
                  </a:lnTo>
                  <a:lnTo>
                    <a:pt x="977" y="356"/>
                  </a:lnTo>
                  <a:lnTo>
                    <a:pt x="901" y="422"/>
                  </a:lnTo>
                  <a:lnTo>
                    <a:pt x="789" y="457"/>
                  </a:lnTo>
                  <a:lnTo>
                    <a:pt x="677" y="474"/>
                  </a:lnTo>
                  <a:lnTo>
                    <a:pt x="583" y="479"/>
                  </a:lnTo>
                  <a:lnTo>
                    <a:pt x="437" y="453"/>
                  </a:lnTo>
                  <a:lnTo>
                    <a:pt x="258" y="373"/>
                  </a:lnTo>
                  <a:lnTo>
                    <a:pt x="190" y="282"/>
                  </a:lnTo>
                  <a:lnTo>
                    <a:pt x="161" y="211"/>
                  </a:lnTo>
                  <a:lnTo>
                    <a:pt x="125" y="139"/>
                  </a:lnTo>
                  <a:lnTo>
                    <a:pt x="74" y="75"/>
                  </a:lnTo>
                  <a:lnTo>
                    <a:pt x="0" y="23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26" name="Freeform 115"/>
            <p:cNvSpPr>
              <a:spLocks/>
            </p:cNvSpPr>
            <p:nvPr/>
          </p:nvSpPr>
          <p:spPr bwMode="auto">
            <a:xfrm>
              <a:off x="1978" y="2616"/>
              <a:ext cx="1555" cy="335"/>
            </a:xfrm>
            <a:custGeom>
              <a:avLst/>
              <a:gdLst/>
              <a:ahLst/>
              <a:cxnLst>
                <a:cxn ang="0">
                  <a:pos x="485" y="0"/>
                </a:cxn>
                <a:cxn ang="0">
                  <a:pos x="395" y="54"/>
                </a:cxn>
                <a:cxn ang="0">
                  <a:pos x="102" y="432"/>
                </a:cxn>
                <a:cxn ang="0">
                  <a:pos x="0" y="485"/>
                </a:cxn>
                <a:cxn ang="0">
                  <a:pos x="89" y="626"/>
                </a:cxn>
                <a:cxn ang="0">
                  <a:pos x="758" y="592"/>
                </a:cxn>
                <a:cxn ang="0">
                  <a:pos x="2897" y="669"/>
                </a:cxn>
                <a:cxn ang="0">
                  <a:pos x="3108" y="561"/>
                </a:cxn>
                <a:cxn ang="0">
                  <a:pos x="2625" y="508"/>
                </a:cxn>
                <a:cxn ang="0">
                  <a:pos x="3019" y="477"/>
                </a:cxn>
                <a:cxn ang="0">
                  <a:pos x="2927" y="358"/>
                </a:cxn>
                <a:cxn ang="0">
                  <a:pos x="2770" y="137"/>
                </a:cxn>
                <a:cxn ang="0">
                  <a:pos x="1597" y="76"/>
                </a:cxn>
                <a:cxn ang="0">
                  <a:pos x="599" y="8"/>
                </a:cxn>
                <a:cxn ang="0">
                  <a:pos x="485" y="0"/>
                </a:cxn>
                <a:cxn ang="0">
                  <a:pos x="485" y="0"/>
                </a:cxn>
                <a:cxn ang="0">
                  <a:pos x="485" y="0"/>
                </a:cxn>
              </a:cxnLst>
              <a:rect l="0" t="0" r="r" b="b"/>
              <a:pathLst>
                <a:path w="3108" h="669">
                  <a:moveTo>
                    <a:pt x="485" y="0"/>
                  </a:moveTo>
                  <a:lnTo>
                    <a:pt x="395" y="54"/>
                  </a:lnTo>
                  <a:lnTo>
                    <a:pt x="102" y="432"/>
                  </a:lnTo>
                  <a:lnTo>
                    <a:pt x="0" y="485"/>
                  </a:lnTo>
                  <a:lnTo>
                    <a:pt x="89" y="626"/>
                  </a:lnTo>
                  <a:lnTo>
                    <a:pt x="758" y="592"/>
                  </a:lnTo>
                  <a:lnTo>
                    <a:pt x="2897" y="669"/>
                  </a:lnTo>
                  <a:lnTo>
                    <a:pt x="3108" y="561"/>
                  </a:lnTo>
                  <a:lnTo>
                    <a:pt x="2625" y="508"/>
                  </a:lnTo>
                  <a:lnTo>
                    <a:pt x="3019" y="477"/>
                  </a:lnTo>
                  <a:lnTo>
                    <a:pt x="2927" y="358"/>
                  </a:lnTo>
                  <a:lnTo>
                    <a:pt x="2770" y="137"/>
                  </a:lnTo>
                  <a:lnTo>
                    <a:pt x="1597" y="76"/>
                  </a:lnTo>
                  <a:lnTo>
                    <a:pt x="599" y="8"/>
                  </a:lnTo>
                  <a:lnTo>
                    <a:pt x="485" y="0"/>
                  </a:lnTo>
                  <a:lnTo>
                    <a:pt x="485" y="0"/>
                  </a:lnTo>
                  <a:lnTo>
                    <a:pt x="485" y="0"/>
                  </a:lnTo>
                  <a:close/>
                </a:path>
              </a:pathLst>
            </a:custGeom>
            <a:solidFill>
              <a:srgbClr val="E8DCDC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27" name="Freeform 116"/>
            <p:cNvSpPr>
              <a:spLocks/>
            </p:cNvSpPr>
            <p:nvPr/>
          </p:nvSpPr>
          <p:spPr bwMode="auto">
            <a:xfrm>
              <a:off x="2285" y="2422"/>
              <a:ext cx="1191" cy="327"/>
            </a:xfrm>
            <a:custGeom>
              <a:avLst/>
              <a:gdLst/>
              <a:ahLst/>
              <a:cxnLst>
                <a:cxn ang="0">
                  <a:pos x="0" y="334"/>
                </a:cxn>
                <a:cxn ang="0">
                  <a:pos x="15" y="154"/>
                </a:cxn>
                <a:cxn ang="0">
                  <a:pos x="203" y="146"/>
                </a:cxn>
                <a:cxn ang="0">
                  <a:pos x="1028" y="78"/>
                </a:cxn>
                <a:cxn ang="0">
                  <a:pos x="1369" y="39"/>
                </a:cxn>
                <a:cxn ang="0">
                  <a:pos x="2064" y="32"/>
                </a:cxn>
                <a:cxn ang="0">
                  <a:pos x="2306" y="24"/>
                </a:cxn>
                <a:cxn ang="0">
                  <a:pos x="2382" y="0"/>
                </a:cxn>
                <a:cxn ang="0">
                  <a:pos x="2336" y="653"/>
                </a:cxn>
                <a:cxn ang="0">
                  <a:pos x="2217" y="452"/>
                </a:cxn>
                <a:cxn ang="0">
                  <a:pos x="0" y="334"/>
                </a:cxn>
                <a:cxn ang="0">
                  <a:pos x="0" y="334"/>
                </a:cxn>
                <a:cxn ang="0">
                  <a:pos x="0" y="334"/>
                </a:cxn>
              </a:cxnLst>
              <a:rect l="0" t="0" r="r" b="b"/>
              <a:pathLst>
                <a:path w="2382" h="653">
                  <a:moveTo>
                    <a:pt x="0" y="334"/>
                  </a:moveTo>
                  <a:lnTo>
                    <a:pt x="15" y="154"/>
                  </a:lnTo>
                  <a:lnTo>
                    <a:pt x="203" y="146"/>
                  </a:lnTo>
                  <a:lnTo>
                    <a:pt x="1028" y="78"/>
                  </a:lnTo>
                  <a:lnTo>
                    <a:pt x="1369" y="39"/>
                  </a:lnTo>
                  <a:lnTo>
                    <a:pt x="2064" y="32"/>
                  </a:lnTo>
                  <a:lnTo>
                    <a:pt x="2306" y="24"/>
                  </a:lnTo>
                  <a:lnTo>
                    <a:pt x="2382" y="0"/>
                  </a:lnTo>
                  <a:lnTo>
                    <a:pt x="2336" y="653"/>
                  </a:lnTo>
                  <a:lnTo>
                    <a:pt x="2217" y="452"/>
                  </a:lnTo>
                  <a:lnTo>
                    <a:pt x="0" y="334"/>
                  </a:lnTo>
                  <a:lnTo>
                    <a:pt x="0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E8DCDC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28" name="Freeform 117"/>
            <p:cNvSpPr>
              <a:spLocks/>
            </p:cNvSpPr>
            <p:nvPr/>
          </p:nvSpPr>
          <p:spPr bwMode="auto">
            <a:xfrm>
              <a:off x="2595" y="2268"/>
              <a:ext cx="647" cy="144"/>
            </a:xfrm>
            <a:custGeom>
              <a:avLst/>
              <a:gdLst/>
              <a:ahLst/>
              <a:cxnLst>
                <a:cxn ang="0">
                  <a:pos x="64" y="0"/>
                </a:cxn>
                <a:cxn ang="0">
                  <a:pos x="68" y="91"/>
                </a:cxn>
                <a:cxn ang="0">
                  <a:pos x="0" y="226"/>
                </a:cxn>
                <a:cxn ang="0">
                  <a:pos x="401" y="137"/>
                </a:cxn>
                <a:cxn ang="0">
                  <a:pos x="604" y="173"/>
                </a:cxn>
                <a:cxn ang="0">
                  <a:pos x="378" y="287"/>
                </a:cxn>
                <a:cxn ang="0">
                  <a:pos x="1292" y="226"/>
                </a:cxn>
                <a:cxn ang="0">
                  <a:pos x="1273" y="104"/>
                </a:cxn>
                <a:cxn ang="0">
                  <a:pos x="1066" y="129"/>
                </a:cxn>
                <a:cxn ang="0">
                  <a:pos x="960" y="15"/>
                </a:cxn>
                <a:cxn ang="0">
                  <a:pos x="64" y="0"/>
                </a:cxn>
                <a:cxn ang="0">
                  <a:pos x="64" y="0"/>
                </a:cxn>
                <a:cxn ang="0">
                  <a:pos x="64" y="0"/>
                </a:cxn>
              </a:cxnLst>
              <a:rect l="0" t="0" r="r" b="b"/>
              <a:pathLst>
                <a:path w="1292" h="287">
                  <a:moveTo>
                    <a:pt x="64" y="0"/>
                  </a:moveTo>
                  <a:lnTo>
                    <a:pt x="68" y="91"/>
                  </a:lnTo>
                  <a:lnTo>
                    <a:pt x="0" y="226"/>
                  </a:lnTo>
                  <a:lnTo>
                    <a:pt x="401" y="137"/>
                  </a:lnTo>
                  <a:lnTo>
                    <a:pt x="604" y="173"/>
                  </a:lnTo>
                  <a:lnTo>
                    <a:pt x="378" y="287"/>
                  </a:lnTo>
                  <a:lnTo>
                    <a:pt x="1292" y="226"/>
                  </a:lnTo>
                  <a:lnTo>
                    <a:pt x="1273" y="104"/>
                  </a:lnTo>
                  <a:lnTo>
                    <a:pt x="1066" y="129"/>
                  </a:lnTo>
                  <a:lnTo>
                    <a:pt x="960" y="15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A38C8C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29" name="Freeform 118"/>
            <p:cNvSpPr>
              <a:spLocks/>
            </p:cNvSpPr>
            <p:nvPr/>
          </p:nvSpPr>
          <p:spPr bwMode="auto">
            <a:xfrm>
              <a:off x="3106" y="1333"/>
              <a:ext cx="302" cy="964"/>
            </a:xfrm>
            <a:custGeom>
              <a:avLst/>
              <a:gdLst/>
              <a:ahLst/>
              <a:cxnLst>
                <a:cxn ang="0">
                  <a:pos x="72" y="1840"/>
                </a:cxn>
                <a:cxn ang="0">
                  <a:pos x="241" y="1787"/>
                </a:cxn>
                <a:cxn ang="0">
                  <a:pos x="492" y="348"/>
                </a:cxn>
                <a:cxn ang="0">
                  <a:pos x="574" y="0"/>
                </a:cxn>
                <a:cxn ang="0">
                  <a:pos x="604" y="107"/>
                </a:cxn>
                <a:cxn ang="0">
                  <a:pos x="536" y="850"/>
                </a:cxn>
                <a:cxn ang="0">
                  <a:pos x="416" y="1772"/>
                </a:cxn>
                <a:cxn ang="0">
                  <a:pos x="389" y="1859"/>
                </a:cxn>
                <a:cxn ang="0">
                  <a:pos x="165" y="1928"/>
                </a:cxn>
                <a:cxn ang="0">
                  <a:pos x="0" y="1886"/>
                </a:cxn>
                <a:cxn ang="0">
                  <a:pos x="72" y="1840"/>
                </a:cxn>
                <a:cxn ang="0">
                  <a:pos x="72" y="1840"/>
                </a:cxn>
                <a:cxn ang="0">
                  <a:pos x="72" y="1840"/>
                </a:cxn>
              </a:cxnLst>
              <a:rect l="0" t="0" r="r" b="b"/>
              <a:pathLst>
                <a:path w="604" h="1928">
                  <a:moveTo>
                    <a:pt x="72" y="1840"/>
                  </a:moveTo>
                  <a:lnTo>
                    <a:pt x="241" y="1787"/>
                  </a:lnTo>
                  <a:lnTo>
                    <a:pt x="492" y="348"/>
                  </a:lnTo>
                  <a:lnTo>
                    <a:pt x="574" y="0"/>
                  </a:lnTo>
                  <a:lnTo>
                    <a:pt x="604" y="107"/>
                  </a:lnTo>
                  <a:lnTo>
                    <a:pt x="536" y="850"/>
                  </a:lnTo>
                  <a:lnTo>
                    <a:pt x="416" y="1772"/>
                  </a:lnTo>
                  <a:lnTo>
                    <a:pt x="389" y="1859"/>
                  </a:lnTo>
                  <a:lnTo>
                    <a:pt x="165" y="1928"/>
                  </a:lnTo>
                  <a:lnTo>
                    <a:pt x="0" y="1886"/>
                  </a:lnTo>
                  <a:lnTo>
                    <a:pt x="72" y="1840"/>
                  </a:lnTo>
                  <a:lnTo>
                    <a:pt x="72" y="1840"/>
                  </a:lnTo>
                  <a:lnTo>
                    <a:pt x="72" y="1840"/>
                  </a:lnTo>
                  <a:close/>
                </a:path>
              </a:pathLst>
            </a:custGeom>
            <a:solidFill>
              <a:srgbClr val="A38C8C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30" name="Freeform 119"/>
            <p:cNvSpPr>
              <a:spLocks/>
            </p:cNvSpPr>
            <p:nvPr/>
          </p:nvSpPr>
          <p:spPr bwMode="auto">
            <a:xfrm>
              <a:off x="2546" y="2117"/>
              <a:ext cx="576" cy="95"/>
            </a:xfrm>
            <a:custGeom>
              <a:avLst/>
              <a:gdLst/>
              <a:ahLst/>
              <a:cxnLst>
                <a:cxn ang="0">
                  <a:pos x="0" y="103"/>
                </a:cxn>
                <a:cxn ang="0">
                  <a:pos x="34" y="190"/>
                </a:cxn>
                <a:cxn ang="0">
                  <a:pos x="114" y="151"/>
                </a:cxn>
                <a:cxn ang="0">
                  <a:pos x="1152" y="59"/>
                </a:cxn>
                <a:cxn ang="0">
                  <a:pos x="1152" y="12"/>
                </a:cxn>
                <a:cxn ang="0">
                  <a:pos x="696" y="0"/>
                </a:cxn>
                <a:cxn ang="0">
                  <a:pos x="0" y="103"/>
                </a:cxn>
                <a:cxn ang="0">
                  <a:pos x="0" y="103"/>
                </a:cxn>
                <a:cxn ang="0">
                  <a:pos x="0" y="103"/>
                </a:cxn>
              </a:cxnLst>
              <a:rect l="0" t="0" r="r" b="b"/>
              <a:pathLst>
                <a:path w="1152" h="190">
                  <a:moveTo>
                    <a:pt x="0" y="103"/>
                  </a:moveTo>
                  <a:lnTo>
                    <a:pt x="34" y="190"/>
                  </a:lnTo>
                  <a:lnTo>
                    <a:pt x="114" y="151"/>
                  </a:lnTo>
                  <a:lnTo>
                    <a:pt x="1152" y="59"/>
                  </a:lnTo>
                  <a:lnTo>
                    <a:pt x="1152" y="12"/>
                  </a:lnTo>
                  <a:lnTo>
                    <a:pt x="696" y="0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03"/>
                  </a:lnTo>
                  <a:close/>
                </a:path>
              </a:pathLst>
            </a:custGeom>
            <a:solidFill>
              <a:srgbClr val="A38C8C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31" name="Freeform 120"/>
            <p:cNvSpPr>
              <a:spLocks/>
            </p:cNvSpPr>
            <p:nvPr/>
          </p:nvSpPr>
          <p:spPr bwMode="auto">
            <a:xfrm>
              <a:off x="2354" y="1228"/>
              <a:ext cx="891" cy="834"/>
            </a:xfrm>
            <a:custGeom>
              <a:avLst/>
              <a:gdLst/>
              <a:ahLst/>
              <a:cxnLst>
                <a:cxn ang="0">
                  <a:pos x="296" y="1669"/>
                </a:cxn>
                <a:cxn ang="0">
                  <a:pos x="23" y="734"/>
                </a:cxn>
                <a:cxn ang="0">
                  <a:pos x="0" y="508"/>
                </a:cxn>
                <a:cxn ang="0">
                  <a:pos x="38" y="409"/>
                </a:cxn>
                <a:cxn ang="0">
                  <a:pos x="196" y="310"/>
                </a:cxn>
                <a:cxn ang="0">
                  <a:pos x="861" y="129"/>
                </a:cxn>
                <a:cxn ang="0">
                  <a:pos x="1595" y="8"/>
                </a:cxn>
                <a:cxn ang="0">
                  <a:pos x="1753" y="0"/>
                </a:cxn>
                <a:cxn ang="0">
                  <a:pos x="1783" y="76"/>
                </a:cxn>
                <a:cxn ang="0">
                  <a:pos x="1730" y="485"/>
                </a:cxn>
                <a:cxn ang="0">
                  <a:pos x="1618" y="257"/>
                </a:cxn>
                <a:cxn ang="0">
                  <a:pos x="1367" y="114"/>
                </a:cxn>
                <a:cxn ang="0">
                  <a:pos x="990" y="160"/>
                </a:cxn>
                <a:cxn ang="0">
                  <a:pos x="310" y="409"/>
                </a:cxn>
                <a:cxn ang="0">
                  <a:pos x="165" y="553"/>
                </a:cxn>
                <a:cxn ang="0">
                  <a:pos x="173" y="932"/>
                </a:cxn>
                <a:cxn ang="0">
                  <a:pos x="317" y="1348"/>
                </a:cxn>
                <a:cxn ang="0">
                  <a:pos x="348" y="1559"/>
                </a:cxn>
                <a:cxn ang="0">
                  <a:pos x="296" y="1669"/>
                </a:cxn>
                <a:cxn ang="0">
                  <a:pos x="296" y="1669"/>
                </a:cxn>
                <a:cxn ang="0">
                  <a:pos x="296" y="1669"/>
                </a:cxn>
              </a:cxnLst>
              <a:rect l="0" t="0" r="r" b="b"/>
              <a:pathLst>
                <a:path w="1783" h="1669">
                  <a:moveTo>
                    <a:pt x="296" y="1669"/>
                  </a:moveTo>
                  <a:lnTo>
                    <a:pt x="23" y="734"/>
                  </a:lnTo>
                  <a:lnTo>
                    <a:pt x="0" y="508"/>
                  </a:lnTo>
                  <a:lnTo>
                    <a:pt x="38" y="409"/>
                  </a:lnTo>
                  <a:lnTo>
                    <a:pt x="196" y="310"/>
                  </a:lnTo>
                  <a:lnTo>
                    <a:pt x="861" y="129"/>
                  </a:lnTo>
                  <a:lnTo>
                    <a:pt x="1595" y="8"/>
                  </a:lnTo>
                  <a:lnTo>
                    <a:pt x="1753" y="0"/>
                  </a:lnTo>
                  <a:lnTo>
                    <a:pt x="1783" y="76"/>
                  </a:lnTo>
                  <a:lnTo>
                    <a:pt x="1730" y="485"/>
                  </a:lnTo>
                  <a:lnTo>
                    <a:pt x="1618" y="257"/>
                  </a:lnTo>
                  <a:lnTo>
                    <a:pt x="1367" y="114"/>
                  </a:lnTo>
                  <a:lnTo>
                    <a:pt x="990" y="160"/>
                  </a:lnTo>
                  <a:lnTo>
                    <a:pt x="310" y="409"/>
                  </a:lnTo>
                  <a:lnTo>
                    <a:pt x="165" y="553"/>
                  </a:lnTo>
                  <a:lnTo>
                    <a:pt x="173" y="932"/>
                  </a:lnTo>
                  <a:lnTo>
                    <a:pt x="317" y="1348"/>
                  </a:lnTo>
                  <a:lnTo>
                    <a:pt x="348" y="1559"/>
                  </a:lnTo>
                  <a:lnTo>
                    <a:pt x="296" y="1669"/>
                  </a:lnTo>
                  <a:lnTo>
                    <a:pt x="296" y="1669"/>
                  </a:lnTo>
                  <a:lnTo>
                    <a:pt x="296" y="1669"/>
                  </a:lnTo>
                  <a:close/>
                </a:path>
              </a:pathLst>
            </a:custGeom>
            <a:solidFill>
              <a:srgbClr val="A38C8C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32" name="Freeform 121"/>
            <p:cNvSpPr>
              <a:spLocks/>
            </p:cNvSpPr>
            <p:nvPr/>
          </p:nvSpPr>
          <p:spPr bwMode="auto">
            <a:xfrm>
              <a:off x="3045" y="2476"/>
              <a:ext cx="383" cy="140"/>
            </a:xfrm>
            <a:custGeom>
              <a:avLst/>
              <a:gdLst/>
              <a:ahLst/>
              <a:cxnLst>
                <a:cxn ang="0">
                  <a:pos x="0" y="268"/>
                </a:cxn>
                <a:cxn ang="0">
                  <a:pos x="61" y="0"/>
                </a:cxn>
                <a:cxn ang="0">
                  <a:pos x="766" y="28"/>
                </a:cxn>
                <a:cxn ang="0">
                  <a:pos x="741" y="160"/>
                </a:cxn>
                <a:cxn ang="0">
                  <a:pos x="703" y="84"/>
                </a:cxn>
                <a:cxn ang="0">
                  <a:pos x="175" y="114"/>
                </a:cxn>
                <a:cxn ang="0">
                  <a:pos x="76" y="279"/>
                </a:cxn>
                <a:cxn ang="0">
                  <a:pos x="0" y="268"/>
                </a:cxn>
                <a:cxn ang="0">
                  <a:pos x="0" y="268"/>
                </a:cxn>
                <a:cxn ang="0">
                  <a:pos x="0" y="268"/>
                </a:cxn>
              </a:cxnLst>
              <a:rect l="0" t="0" r="r" b="b"/>
              <a:pathLst>
                <a:path w="766" h="279">
                  <a:moveTo>
                    <a:pt x="0" y="268"/>
                  </a:moveTo>
                  <a:lnTo>
                    <a:pt x="61" y="0"/>
                  </a:lnTo>
                  <a:lnTo>
                    <a:pt x="766" y="28"/>
                  </a:lnTo>
                  <a:lnTo>
                    <a:pt x="741" y="160"/>
                  </a:lnTo>
                  <a:lnTo>
                    <a:pt x="703" y="84"/>
                  </a:lnTo>
                  <a:lnTo>
                    <a:pt x="175" y="114"/>
                  </a:lnTo>
                  <a:lnTo>
                    <a:pt x="76" y="279"/>
                  </a:lnTo>
                  <a:lnTo>
                    <a:pt x="0" y="268"/>
                  </a:lnTo>
                  <a:lnTo>
                    <a:pt x="0" y="268"/>
                  </a:lnTo>
                  <a:lnTo>
                    <a:pt x="0" y="268"/>
                  </a:lnTo>
                  <a:close/>
                </a:path>
              </a:pathLst>
            </a:custGeom>
            <a:solidFill>
              <a:srgbClr val="A38C8C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33" name="Freeform 122"/>
            <p:cNvSpPr>
              <a:spLocks/>
            </p:cNvSpPr>
            <p:nvPr/>
          </p:nvSpPr>
          <p:spPr bwMode="auto">
            <a:xfrm>
              <a:off x="3191" y="2542"/>
              <a:ext cx="188" cy="85"/>
            </a:xfrm>
            <a:custGeom>
              <a:avLst/>
              <a:gdLst/>
              <a:ahLst/>
              <a:cxnLst>
                <a:cxn ang="0">
                  <a:pos x="0" y="124"/>
                </a:cxn>
                <a:cxn ang="0">
                  <a:pos x="62" y="164"/>
                </a:cxn>
                <a:cxn ang="0">
                  <a:pos x="203" y="169"/>
                </a:cxn>
                <a:cxn ang="0">
                  <a:pos x="207" y="112"/>
                </a:cxn>
                <a:cxn ang="0">
                  <a:pos x="374" y="15"/>
                </a:cxn>
                <a:cxn ang="0">
                  <a:pos x="108" y="0"/>
                </a:cxn>
                <a:cxn ang="0">
                  <a:pos x="47" y="84"/>
                </a:cxn>
                <a:cxn ang="0">
                  <a:pos x="0" y="124"/>
                </a:cxn>
                <a:cxn ang="0">
                  <a:pos x="0" y="124"/>
                </a:cxn>
                <a:cxn ang="0">
                  <a:pos x="0" y="124"/>
                </a:cxn>
              </a:cxnLst>
              <a:rect l="0" t="0" r="r" b="b"/>
              <a:pathLst>
                <a:path w="374" h="169">
                  <a:moveTo>
                    <a:pt x="0" y="124"/>
                  </a:moveTo>
                  <a:lnTo>
                    <a:pt x="62" y="164"/>
                  </a:lnTo>
                  <a:lnTo>
                    <a:pt x="203" y="169"/>
                  </a:lnTo>
                  <a:lnTo>
                    <a:pt x="207" y="112"/>
                  </a:lnTo>
                  <a:lnTo>
                    <a:pt x="374" y="15"/>
                  </a:lnTo>
                  <a:lnTo>
                    <a:pt x="108" y="0"/>
                  </a:lnTo>
                  <a:lnTo>
                    <a:pt x="47" y="84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A38C8C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34" name="Freeform 123"/>
            <p:cNvSpPr>
              <a:spLocks/>
            </p:cNvSpPr>
            <p:nvPr/>
          </p:nvSpPr>
          <p:spPr bwMode="auto">
            <a:xfrm>
              <a:off x="1964" y="2855"/>
              <a:ext cx="1550" cy="100"/>
            </a:xfrm>
            <a:custGeom>
              <a:avLst/>
              <a:gdLst/>
              <a:ahLst/>
              <a:cxnLst>
                <a:cxn ang="0">
                  <a:pos x="76" y="132"/>
                </a:cxn>
                <a:cxn ang="0">
                  <a:pos x="0" y="46"/>
                </a:cxn>
                <a:cxn ang="0">
                  <a:pos x="227" y="0"/>
                </a:cxn>
                <a:cxn ang="0">
                  <a:pos x="3025" y="54"/>
                </a:cxn>
                <a:cxn ang="0">
                  <a:pos x="3099" y="113"/>
                </a:cxn>
                <a:cxn ang="0">
                  <a:pos x="2981" y="200"/>
                </a:cxn>
                <a:cxn ang="0">
                  <a:pos x="1481" y="153"/>
                </a:cxn>
                <a:cxn ang="0">
                  <a:pos x="493" y="115"/>
                </a:cxn>
                <a:cxn ang="0">
                  <a:pos x="179" y="173"/>
                </a:cxn>
                <a:cxn ang="0">
                  <a:pos x="76" y="132"/>
                </a:cxn>
                <a:cxn ang="0">
                  <a:pos x="76" y="132"/>
                </a:cxn>
                <a:cxn ang="0">
                  <a:pos x="76" y="132"/>
                </a:cxn>
              </a:cxnLst>
              <a:rect l="0" t="0" r="r" b="b"/>
              <a:pathLst>
                <a:path w="3099" h="200">
                  <a:moveTo>
                    <a:pt x="76" y="132"/>
                  </a:moveTo>
                  <a:lnTo>
                    <a:pt x="0" y="46"/>
                  </a:lnTo>
                  <a:lnTo>
                    <a:pt x="227" y="0"/>
                  </a:lnTo>
                  <a:lnTo>
                    <a:pt x="3025" y="54"/>
                  </a:lnTo>
                  <a:lnTo>
                    <a:pt x="3099" y="113"/>
                  </a:lnTo>
                  <a:lnTo>
                    <a:pt x="2981" y="200"/>
                  </a:lnTo>
                  <a:lnTo>
                    <a:pt x="1481" y="153"/>
                  </a:lnTo>
                  <a:lnTo>
                    <a:pt x="493" y="115"/>
                  </a:lnTo>
                  <a:lnTo>
                    <a:pt x="179" y="173"/>
                  </a:lnTo>
                  <a:lnTo>
                    <a:pt x="76" y="132"/>
                  </a:lnTo>
                  <a:lnTo>
                    <a:pt x="76" y="132"/>
                  </a:lnTo>
                  <a:lnTo>
                    <a:pt x="76" y="132"/>
                  </a:lnTo>
                  <a:close/>
                </a:path>
              </a:pathLst>
            </a:custGeom>
            <a:solidFill>
              <a:srgbClr val="A38C8C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35" name="Freeform 124"/>
            <p:cNvSpPr>
              <a:spLocks/>
            </p:cNvSpPr>
            <p:nvPr/>
          </p:nvSpPr>
          <p:spPr bwMode="auto">
            <a:xfrm>
              <a:off x="2267" y="2375"/>
              <a:ext cx="1228" cy="99"/>
            </a:xfrm>
            <a:custGeom>
              <a:avLst/>
              <a:gdLst/>
              <a:ahLst/>
              <a:cxnLst>
                <a:cxn ang="0">
                  <a:pos x="15" y="167"/>
                </a:cxn>
                <a:cxn ang="0">
                  <a:pos x="226" y="144"/>
                </a:cxn>
                <a:cxn ang="0">
                  <a:pos x="437" y="123"/>
                </a:cxn>
                <a:cxn ang="0">
                  <a:pos x="713" y="93"/>
                </a:cxn>
                <a:cxn ang="0">
                  <a:pos x="842" y="68"/>
                </a:cxn>
                <a:cxn ang="0">
                  <a:pos x="988" y="38"/>
                </a:cxn>
                <a:cxn ang="0">
                  <a:pos x="1237" y="19"/>
                </a:cxn>
                <a:cxn ang="0">
                  <a:pos x="1696" y="0"/>
                </a:cxn>
                <a:cxn ang="0">
                  <a:pos x="2156" y="5"/>
                </a:cxn>
                <a:cxn ang="0">
                  <a:pos x="2251" y="5"/>
                </a:cxn>
                <a:cxn ang="0">
                  <a:pos x="2424" y="17"/>
                </a:cxn>
                <a:cxn ang="0">
                  <a:pos x="2448" y="30"/>
                </a:cxn>
                <a:cxn ang="0">
                  <a:pos x="2456" y="57"/>
                </a:cxn>
                <a:cxn ang="0">
                  <a:pos x="2445" y="79"/>
                </a:cxn>
                <a:cxn ang="0">
                  <a:pos x="2416" y="87"/>
                </a:cxn>
                <a:cxn ang="0">
                  <a:pos x="2251" y="76"/>
                </a:cxn>
                <a:cxn ang="0">
                  <a:pos x="2156" y="76"/>
                </a:cxn>
                <a:cxn ang="0">
                  <a:pos x="1699" y="68"/>
                </a:cxn>
                <a:cxn ang="0">
                  <a:pos x="1241" y="87"/>
                </a:cxn>
                <a:cxn ang="0">
                  <a:pos x="1002" y="104"/>
                </a:cxn>
                <a:cxn ang="0">
                  <a:pos x="853" y="133"/>
                </a:cxn>
                <a:cxn ang="0">
                  <a:pos x="720" y="152"/>
                </a:cxn>
                <a:cxn ang="0">
                  <a:pos x="441" y="174"/>
                </a:cxn>
                <a:cxn ang="0">
                  <a:pos x="17" y="197"/>
                </a:cxn>
                <a:cxn ang="0">
                  <a:pos x="0" y="182"/>
                </a:cxn>
                <a:cxn ang="0">
                  <a:pos x="15" y="167"/>
                </a:cxn>
                <a:cxn ang="0">
                  <a:pos x="15" y="167"/>
                </a:cxn>
                <a:cxn ang="0">
                  <a:pos x="15" y="167"/>
                </a:cxn>
              </a:cxnLst>
              <a:rect l="0" t="0" r="r" b="b"/>
              <a:pathLst>
                <a:path w="2456" h="197">
                  <a:moveTo>
                    <a:pt x="15" y="167"/>
                  </a:moveTo>
                  <a:lnTo>
                    <a:pt x="226" y="144"/>
                  </a:lnTo>
                  <a:lnTo>
                    <a:pt x="437" y="123"/>
                  </a:lnTo>
                  <a:lnTo>
                    <a:pt x="713" y="93"/>
                  </a:lnTo>
                  <a:lnTo>
                    <a:pt x="842" y="68"/>
                  </a:lnTo>
                  <a:lnTo>
                    <a:pt x="988" y="38"/>
                  </a:lnTo>
                  <a:lnTo>
                    <a:pt x="1237" y="19"/>
                  </a:lnTo>
                  <a:lnTo>
                    <a:pt x="1696" y="0"/>
                  </a:lnTo>
                  <a:lnTo>
                    <a:pt x="2156" y="5"/>
                  </a:lnTo>
                  <a:lnTo>
                    <a:pt x="2251" y="5"/>
                  </a:lnTo>
                  <a:lnTo>
                    <a:pt x="2424" y="17"/>
                  </a:lnTo>
                  <a:lnTo>
                    <a:pt x="2448" y="30"/>
                  </a:lnTo>
                  <a:lnTo>
                    <a:pt x="2456" y="57"/>
                  </a:lnTo>
                  <a:lnTo>
                    <a:pt x="2445" y="79"/>
                  </a:lnTo>
                  <a:lnTo>
                    <a:pt x="2416" y="87"/>
                  </a:lnTo>
                  <a:lnTo>
                    <a:pt x="2251" y="76"/>
                  </a:lnTo>
                  <a:lnTo>
                    <a:pt x="2156" y="76"/>
                  </a:lnTo>
                  <a:lnTo>
                    <a:pt x="1699" y="68"/>
                  </a:lnTo>
                  <a:lnTo>
                    <a:pt x="1241" y="87"/>
                  </a:lnTo>
                  <a:lnTo>
                    <a:pt x="1002" y="104"/>
                  </a:lnTo>
                  <a:lnTo>
                    <a:pt x="853" y="133"/>
                  </a:lnTo>
                  <a:lnTo>
                    <a:pt x="720" y="152"/>
                  </a:lnTo>
                  <a:lnTo>
                    <a:pt x="441" y="174"/>
                  </a:lnTo>
                  <a:lnTo>
                    <a:pt x="17" y="197"/>
                  </a:lnTo>
                  <a:lnTo>
                    <a:pt x="0" y="182"/>
                  </a:lnTo>
                  <a:lnTo>
                    <a:pt x="15" y="167"/>
                  </a:lnTo>
                  <a:lnTo>
                    <a:pt x="15" y="167"/>
                  </a:lnTo>
                  <a:lnTo>
                    <a:pt x="15" y="16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36" name="Freeform 125"/>
            <p:cNvSpPr>
              <a:spLocks/>
            </p:cNvSpPr>
            <p:nvPr/>
          </p:nvSpPr>
          <p:spPr bwMode="auto">
            <a:xfrm>
              <a:off x="3431" y="2385"/>
              <a:ext cx="78" cy="376"/>
            </a:xfrm>
            <a:custGeom>
              <a:avLst/>
              <a:gdLst/>
              <a:ahLst/>
              <a:cxnLst>
                <a:cxn ang="0">
                  <a:pos x="156" y="35"/>
                </a:cxn>
                <a:cxn ang="0">
                  <a:pos x="138" y="244"/>
                </a:cxn>
                <a:cxn ang="0">
                  <a:pos x="106" y="453"/>
                </a:cxn>
                <a:cxn ang="0">
                  <a:pos x="85" y="586"/>
                </a:cxn>
                <a:cxn ang="0">
                  <a:pos x="60" y="751"/>
                </a:cxn>
                <a:cxn ang="0">
                  <a:pos x="0" y="645"/>
                </a:cxn>
                <a:cxn ang="0">
                  <a:pos x="17" y="555"/>
                </a:cxn>
                <a:cxn ang="0">
                  <a:pos x="49" y="443"/>
                </a:cxn>
                <a:cxn ang="0">
                  <a:pos x="83" y="35"/>
                </a:cxn>
                <a:cxn ang="0">
                  <a:pos x="95" y="8"/>
                </a:cxn>
                <a:cxn ang="0">
                  <a:pos x="119" y="0"/>
                </a:cxn>
                <a:cxn ang="0">
                  <a:pos x="156" y="35"/>
                </a:cxn>
                <a:cxn ang="0">
                  <a:pos x="156" y="35"/>
                </a:cxn>
              </a:cxnLst>
              <a:rect l="0" t="0" r="r" b="b"/>
              <a:pathLst>
                <a:path w="156" h="751">
                  <a:moveTo>
                    <a:pt x="156" y="35"/>
                  </a:moveTo>
                  <a:lnTo>
                    <a:pt x="138" y="244"/>
                  </a:lnTo>
                  <a:lnTo>
                    <a:pt x="106" y="453"/>
                  </a:lnTo>
                  <a:lnTo>
                    <a:pt x="85" y="586"/>
                  </a:lnTo>
                  <a:lnTo>
                    <a:pt x="60" y="751"/>
                  </a:lnTo>
                  <a:lnTo>
                    <a:pt x="0" y="645"/>
                  </a:lnTo>
                  <a:lnTo>
                    <a:pt x="17" y="555"/>
                  </a:lnTo>
                  <a:lnTo>
                    <a:pt x="49" y="443"/>
                  </a:lnTo>
                  <a:lnTo>
                    <a:pt x="83" y="35"/>
                  </a:lnTo>
                  <a:lnTo>
                    <a:pt x="95" y="8"/>
                  </a:lnTo>
                  <a:lnTo>
                    <a:pt x="119" y="0"/>
                  </a:lnTo>
                  <a:lnTo>
                    <a:pt x="156" y="35"/>
                  </a:lnTo>
                  <a:lnTo>
                    <a:pt x="156" y="3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37" name="Freeform 126"/>
            <p:cNvSpPr>
              <a:spLocks/>
            </p:cNvSpPr>
            <p:nvPr/>
          </p:nvSpPr>
          <p:spPr bwMode="auto">
            <a:xfrm>
              <a:off x="3035" y="2486"/>
              <a:ext cx="36" cy="126"/>
            </a:xfrm>
            <a:custGeom>
              <a:avLst/>
              <a:gdLst/>
              <a:ahLst/>
              <a:cxnLst>
                <a:cxn ang="0">
                  <a:pos x="70" y="30"/>
                </a:cxn>
                <a:cxn ang="0">
                  <a:pos x="51" y="97"/>
                </a:cxn>
                <a:cxn ang="0">
                  <a:pos x="32" y="239"/>
                </a:cxn>
                <a:cxn ang="0">
                  <a:pos x="17" y="253"/>
                </a:cxn>
                <a:cxn ang="0">
                  <a:pos x="4" y="238"/>
                </a:cxn>
                <a:cxn ang="0">
                  <a:pos x="0" y="93"/>
                </a:cxn>
                <a:cxn ang="0">
                  <a:pos x="26" y="13"/>
                </a:cxn>
                <a:cxn ang="0">
                  <a:pos x="40" y="0"/>
                </a:cxn>
                <a:cxn ang="0">
                  <a:pos x="57" y="0"/>
                </a:cxn>
                <a:cxn ang="0">
                  <a:pos x="70" y="30"/>
                </a:cxn>
                <a:cxn ang="0">
                  <a:pos x="70" y="30"/>
                </a:cxn>
                <a:cxn ang="0">
                  <a:pos x="70" y="30"/>
                </a:cxn>
              </a:cxnLst>
              <a:rect l="0" t="0" r="r" b="b"/>
              <a:pathLst>
                <a:path w="70" h="253">
                  <a:moveTo>
                    <a:pt x="70" y="30"/>
                  </a:moveTo>
                  <a:lnTo>
                    <a:pt x="51" y="97"/>
                  </a:lnTo>
                  <a:lnTo>
                    <a:pt x="32" y="239"/>
                  </a:lnTo>
                  <a:lnTo>
                    <a:pt x="17" y="253"/>
                  </a:lnTo>
                  <a:lnTo>
                    <a:pt x="4" y="238"/>
                  </a:lnTo>
                  <a:lnTo>
                    <a:pt x="0" y="93"/>
                  </a:lnTo>
                  <a:lnTo>
                    <a:pt x="26" y="13"/>
                  </a:lnTo>
                  <a:lnTo>
                    <a:pt x="40" y="0"/>
                  </a:lnTo>
                  <a:lnTo>
                    <a:pt x="57" y="0"/>
                  </a:lnTo>
                  <a:lnTo>
                    <a:pt x="70" y="30"/>
                  </a:lnTo>
                  <a:lnTo>
                    <a:pt x="70" y="30"/>
                  </a:lnTo>
                  <a:lnTo>
                    <a:pt x="70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38" name="Freeform 127"/>
            <p:cNvSpPr>
              <a:spLocks/>
            </p:cNvSpPr>
            <p:nvPr/>
          </p:nvSpPr>
          <p:spPr bwMode="auto">
            <a:xfrm>
              <a:off x="3050" y="2469"/>
              <a:ext cx="384" cy="32"/>
            </a:xfrm>
            <a:custGeom>
              <a:avLst/>
              <a:gdLst/>
              <a:ahLst/>
              <a:cxnLst>
                <a:cxn ang="0">
                  <a:pos x="21" y="19"/>
                </a:cxn>
                <a:cxn ang="0">
                  <a:pos x="274" y="0"/>
                </a:cxn>
                <a:cxn ang="0">
                  <a:pos x="527" y="7"/>
                </a:cxn>
                <a:cxn ang="0">
                  <a:pos x="755" y="36"/>
                </a:cxn>
                <a:cxn ang="0">
                  <a:pos x="768" y="51"/>
                </a:cxn>
                <a:cxn ang="0">
                  <a:pos x="753" y="64"/>
                </a:cxn>
                <a:cxn ang="0">
                  <a:pos x="525" y="64"/>
                </a:cxn>
                <a:cxn ang="0">
                  <a:pos x="276" y="51"/>
                </a:cxn>
                <a:cxn ang="0">
                  <a:pos x="29" y="64"/>
                </a:cxn>
                <a:cxn ang="0">
                  <a:pos x="0" y="45"/>
                </a:cxn>
                <a:cxn ang="0">
                  <a:pos x="4" y="28"/>
                </a:cxn>
                <a:cxn ang="0">
                  <a:pos x="21" y="19"/>
                </a:cxn>
                <a:cxn ang="0">
                  <a:pos x="21" y="19"/>
                </a:cxn>
                <a:cxn ang="0">
                  <a:pos x="21" y="19"/>
                </a:cxn>
              </a:cxnLst>
              <a:rect l="0" t="0" r="r" b="b"/>
              <a:pathLst>
                <a:path w="768" h="64">
                  <a:moveTo>
                    <a:pt x="21" y="19"/>
                  </a:moveTo>
                  <a:lnTo>
                    <a:pt x="274" y="0"/>
                  </a:lnTo>
                  <a:lnTo>
                    <a:pt x="527" y="7"/>
                  </a:lnTo>
                  <a:lnTo>
                    <a:pt x="755" y="36"/>
                  </a:lnTo>
                  <a:lnTo>
                    <a:pt x="768" y="51"/>
                  </a:lnTo>
                  <a:lnTo>
                    <a:pt x="753" y="64"/>
                  </a:lnTo>
                  <a:lnTo>
                    <a:pt x="525" y="64"/>
                  </a:lnTo>
                  <a:lnTo>
                    <a:pt x="276" y="51"/>
                  </a:lnTo>
                  <a:lnTo>
                    <a:pt x="29" y="64"/>
                  </a:lnTo>
                  <a:lnTo>
                    <a:pt x="0" y="45"/>
                  </a:lnTo>
                  <a:lnTo>
                    <a:pt x="4" y="28"/>
                  </a:lnTo>
                  <a:lnTo>
                    <a:pt x="21" y="19"/>
                  </a:lnTo>
                  <a:lnTo>
                    <a:pt x="21" y="19"/>
                  </a:lnTo>
                  <a:lnTo>
                    <a:pt x="21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39" name="Freeform 128"/>
            <p:cNvSpPr>
              <a:spLocks/>
            </p:cNvSpPr>
            <p:nvPr/>
          </p:nvSpPr>
          <p:spPr bwMode="auto">
            <a:xfrm>
              <a:off x="3183" y="2537"/>
              <a:ext cx="217" cy="63"/>
            </a:xfrm>
            <a:custGeom>
              <a:avLst/>
              <a:gdLst/>
              <a:ahLst/>
              <a:cxnLst>
                <a:cxn ang="0">
                  <a:pos x="40" y="30"/>
                </a:cxn>
                <a:cxn ang="0">
                  <a:pos x="31" y="91"/>
                </a:cxn>
                <a:cxn ang="0">
                  <a:pos x="73" y="70"/>
                </a:cxn>
                <a:cxn ang="0">
                  <a:pos x="94" y="30"/>
                </a:cxn>
                <a:cxn ang="0">
                  <a:pos x="101" y="9"/>
                </a:cxn>
                <a:cxn ang="0">
                  <a:pos x="122" y="1"/>
                </a:cxn>
                <a:cxn ang="0">
                  <a:pos x="196" y="0"/>
                </a:cxn>
                <a:cxn ang="0">
                  <a:pos x="345" y="0"/>
                </a:cxn>
                <a:cxn ang="0">
                  <a:pos x="421" y="17"/>
                </a:cxn>
                <a:cxn ang="0">
                  <a:pos x="436" y="30"/>
                </a:cxn>
                <a:cxn ang="0">
                  <a:pos x="421" y="43"/>
                </a:cxn>
                <a:cxn ang="0">
                  <a:pos x="345" y="66"/>
                </a:cxn>
                <a:cxn ang="0">
                  <a:pos x="196" y="66"/>
                </a:cxn>
                <a:cxn ang="0">
                  <a:pos x="145" y="64"/>
                </a:cxn>
                <a:cxn ang="0">
                  <a:pos x="124" y="91"/>
                </a:cxn>
                <a:cxn ang="0">
                  <a:pos x="92" y="110"/>
                </a:cxn>
                <a:cxn ang="0">
                  <a:pos x="16" y="125"/>
                </a:cxn>
                <a:cxn ang="0">
                  <a:pos x="0" y="112"/>
                </a:cxn>
                <a:cxn ang="0">
                  <a:pos x="14" y="19"/>
                </a:cxn>
                <a:cxn ang="0">
                  <a:pos x="33" y="11"/>
                </a:cxn>
                <a:cxn ang="0">
                  <a:pos x="40" y="30"/>
                </a:cxn>
                <a:cxn ang="0">
                  <a:pos x="40" y="30"/>
                </a:cxn>
                <a:cxn ang="0">
                  <a:pos x="40" y="30"/>
                </a:cxn>
              </a:cxnLst>
              <a:rect l="0" t="0" r="r" b="b"/>
              <a:pathLst>
                <a:path w="436" h="125">
                  <a:moveTo>
                    <a:pt x="40" y="30"/>
                  </a:moveTo>
                  <a:lnTo>
                    <a:pt x="31" y="91"/>
                  </a:lnTo>
                  <a:lnTo>
                    <a:pt x="73" y="70"/>
                  </a:lnTo>
                  <a:lnTo>
                    <a:pt x="94" y="30"/>
                  </a:lnTo>
                  <a:lnTo>
                    <a:pt x="101" y="9"/>
                  </a:lnTo>
                  <a:lnTo>
                    <a:pt x="122" y="1"/>
                  </a:lnTo>
                  <a:lnTo>
                    <a:pt x="196" y="0"/>
                  </a:lnTo>
                  <a:lnTo>
                    <a:pt x="345" y="0"/>
                  </a:lnTo>
                  <a:lnTo>
                    <a:pt x="421" y="17"/>
                  </a:lnTo>
                  <a:lnTo>
                    <a:pt x="436" y="30"/>
                  </a:lnTo>
                  <a:lnTo>
                    <a:pt x="421" y="43"/>
                  </a:lnTo>
                  <a:lnTo>
                    <a:pt x="345" y="66"/>
                  </a:lnTo>
                  <a:lnTo>
                    <a:pt x="196" y="66"/>
                  </a:lnTo>
                  <a:lnTo>
                    <a:pt x="145" y="64"/>
                  </a:lnTo>
                  <a:lnTo>
                    <a:pt x="124" y="91"/>
                  </a:lnTo>
                  <a:lnTo>
                    <a:pt x="92" y="110"/>
                  </a:lnTo>
                  <a:lnTo>
                    <a:pt x="16" y="125"/>
                  </a:lnTo>
                  <a:lnTo>
                    <a:pt x="0" y="112"/>
                  </a:lnTo>
                  <a:lnTo>
                    <a:pt x="14" y="19"/>
                  </a:lnTo>
                  <a:lnTo>
                    <a:pt x="33" y="11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40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40" name="Freeform 129"/>
            <p:cNvSpPr>
              <a:spLocks/>
            </p:cNvSpPr>
            <p:nvPr/>
          </p:nvSpPr>
          <p:spPr bwMode="auto">
            <a:xfrm>
              <a:off x="2192" y="2575"/>
              <a:ext cx="1173" cy="83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595" y="19"/>
                </a:cxn>
                <a:cxn ang="0">
                  <a:pos x="1703" y="64"/>
                </a:cxn>
                <a:cxn ang="0">
                  <a:pos x="2024" y="76"/>
                </a:cxn>
                <a:cxn ang="0">
                  <a:pos x="2311" y="95"/>
                </a:cxn>
                <a:cxn ang="0">
                  <a:pos x="2338" y="104"/>
                </a:cxn>
                <a:cxn ang="0">
                  <a:pos x="2345" y="129"/>
                </a:cxn>
                <a:cxn ang="0">
                  <a:pos x="2338" y="154"/>
                </a:cxn>
                <a:cxn ang="0">
                  <a:pos x="2311" y="165"/>
                </a:cxn>
                <a:cxn ang="0">
                  <a:pos x="2019" y="146"/>
                </a:cxn>
                <a:cxn ang="0">
                  <a:pos x="1697" y="135"/>
                </a:cxn>
                <a:cxn ang="0">
                  <a:pos x="591" y="70"/>
                </a:cxn>
                <a:cxn ang="0">
                  <a:pos x="302" y="43"/>
                </a:cxn>
                <a:cxn ang="0">
                  <a:pos x="15" y="28"/>
                </a:cxn>
                <a:cxn ang="0">
                  <a:pos x="0" y="13"/>
                </a:cxn>
                <a:cxn ang="0">
                  <a:pos x="15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345" h="165">
                  <a:moveTo>
                    <a:pt x="15" y="0"/>
                  </a:moveTo>
                  <a:lnTo>
                    <a:pt x="595" y="19"/>
                  </a:lnTo>
                  <a:lnTo>
                    <a:pt x="1703" y="64"/>
                  </a:lnTo>
                  <a:lnTo>
                    <a:pt x="2024" y="76"/>
                  </a:lnTo>
                  <a:lnTo>
                    <a:pt x="2311" y="95"/>
                  </a:lnTo>
                  <a:lnTo>
                    <a:pt x="2338" y="104"/>
                  </a:lnTo>
                  <a:lnTo>
                    <a:pt x="2345" y="129"/>
                  </a:lnTo>
                  <a:lnTo>
                    <a:pt x="2338" y="154"/>
                  </a:lnTo>
                  <a:lnTo>
                    <a:pt x="2311" y="165"/>
                  </a:lnTo>
                  <a:lnTo>
                    <a:pt x="2019" y="146"/>
                  </a:lnTo>
                  <a:lnTo>
                    <a:pt x="1697" y="135"/>
                  </a:lnTo>
                  <a:lnTo>
                    <a:pt x="591" y="70"/>
                  </a:lnTo>
                  <a:lnTo>
                    <a:pt x="302" y="43"/>
                  </a:lnTo>
                  <a:lnTo>
                    <a:pt x="15" y="28"/>
                  </a:lnTo>
                  <a:lnTo>
                    <a:pt x="0" y="13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41" name="Freeform 130"/>
            <p:cNvSpPr>
              <a:spLocks/>
            </p:cNvSpPr>
            <p:nvPr/>
          </p:nvSpPr>
          <p:spPr bwMode="auto">
            <a:xfrm>
              <a:off x="2017" y="2825"/>
              <a:ext cx="1069" cy="64"/>
            </a:xfrm>
            <a:custGeom>
              <a:avLst/>
              <a:gdLst/>
              <a:ahLst/>
              <a:cxnLst>
                <a:cxn ang="0">
                  <a:pos x="23" y="5"/>
                </a:cxn>
                <a:cxn ang="0">
                  <a:pos x="409" y="0"/>
                </a:cxn>
                <a:cxn ang="0">
                  <a:pos x="1047" y="22"/>
                </a:cxn>
                <a:cxn ang="0">
                  <a:pos x="1346" y="39"/>
                </a:cxn>
                <a:cxn ang="0">
                  <a:pos x="1684" y="55"/>
                </a:cxn>
                <a:cxn ang="0">
                  <a:pos x="1905" y="70"/>
                </a:cxn>
                <a:cxn ang="0">
                  <a:pos x="2123" y="81"/>
                </a:cxn>
                <a:cxn ang="0">
                  <a:pos x="2137" y="95"/>
                </a:cxn>
                <a:cxn ang="0">
                  <a:pos x="2123" y="110"/>
                </a:cxn>
                <a:cxn ang="0">
                  <a:pos x="1903" y="119"/>
                </a:cxn>
                <a:cxn ang="0">
                  <a:pos x="1682" y="127"/>
                </a:cxn>
                <a:cxn ang="0">
                  <a:pos x="1045" y="95"/>
                </a:cxn>
                <a:cxn ang="0">
                  <a:pos x="747" y="79"/>
                </a:cxn>
                <a:cxn ang="0">
                  <a:pos x="409" y="74"/>
                </a:cxn>
                <a:cxn ang="0">
                  <a:pos x="24" y="55"/>
                </a:cxn>
                <a:cxn ang="0">
                  <a:pos x="0" y="30"/>
                </a:cxn>
                <a:cxn ang="0">
                  <a:pos x="5" y="13"/>
                </a:cxn>
                <a:cxn ang="0">
                  <a:pos x="23" y="5"/>
                </a:cxn>
                <a:cxn ang="0">
                  <a:pos x="23" y="5"/>
                </a:cxn>
                <a:cxn ang="0">
                  <a:pos x="23" y="5"/>
                </a:cxn>
              </a:cxnLst>
              <a:rect l="0" t="0" r="r" b="b"/>
              <a:pathLst>
                <a:path w="2137" h="127">
                  <a:moveTo>
                    <a:pt x="23" y="5"/>
                  </a:moveTo>
                  <a:lnTo>
                    <a:pt x="409" y="0"/>
                  </a:lnTo>
                  <a:lnTo>
                    <a:pt x="1047" y="22"/>
                  </a:lnTo>
                  <a:lnTo>
                    <a:pt x="1346" y="39"/>
                  </a:lnTo>
                  <a:lnTo>
                    <a:pt x="1684" y="55"/>
                  </a:lnTo>
                  <a:lnTo>
                    <a:pt x="1905" y="70"/>
                  </a:lnTo>
                  <a:lnTo>
                    <a:pt x="2123" y="81"/>
                  </a:lnTo>
                  <a:lnTo>
                    <a:pt x="2137" y="95"/>
                  </a:lnTo>
                  <a:lnTo>
                    <a:pt x="2123" y="110"/>
                  </a:lnTo>
                  <a:lnTo>
                    <a:pt x="1903" y="119"/>
                  </a:lnTo>
                  <a:lnTo>
                    <a:pt x="1682" y="127"/>
                  </a:lnTo>
                  <a:lnTo>
                    <a:pt x="1045" y="95"/>
                  </a:lnTo>
                  <a:lnTo>
                    <a:pt x="747" y="79"/>
                  </a:lnTo>
                  <a:lnTo>
                    <a:pt x="409" y="74"/>
                  </a:lnTo>
                  <a:lnTo>
                    <a:pt x="24" y="55"/>
                  </a:lnTo>
                  <a:lnTo>
                    <a:pt x="0" y="30"/>
                  </a:lnTo>
                  <a:lnTo>
                    <a:pt x="5" y="13"/>
                  </a:lnTo>
                  <a:lnTo>
                    <a:pt x="23" y="5"/>
                  </a:lnTo>
                  <a:lnTo>
                    <a:pt x="23" y="5"/>
                  </a:lnTo>
                  <a:lnTo>
                    <a:pt x="23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42" name="Freeform 131"/>
            <p:cNvSpPr>
              <a:spLocks/>
            </p:cNvSpPr>
            <p:nvPr/>
          </p:nvSpPr>
          <p:spPr bwMode="auto">
            <a:xfrm>
              <a:off x="3397" y="2645"/>
              <a:ext cx="142" cy="211"/>
            </a:xfrm>
            <a:custGeom>
              <a:avLst/>
              <a:gdLst/>
              <a:ahLst/>
              <a:cxnLst>
                <a:cxn ang="0">
                  <a:pos x="25" y="8"/>
                </a:cxn>
                <a:cxn ang="0">
                  <a:pos x="53" y="69"/>
                </a:cxn>
                <a:cxn ang="0">
                  <a:pos x="82" y="120"/>
                </a:cxn>
                <a:cxn ang="0">
                  <a:pos x="116" y="170"/>
                </a:cxn>
                <a:cxn ang="0">
                  <a:pos x="160" y="223"/>
                </a:cxn>
                <a:cxn ang="0">
                  <a:pos x="285" y="390"/>
                </a:cxn>
                <a:cxn ang="0">
                  <a:pos x="278" y="415"/>
                </a:cxn>
                <a:cxn ang="0">
                  <a:pos x="257" y="422"/>
                </a:cxn>
                <a:cxn ang="0">
                  <a:pos x="225" y="394"/>
                </a:cxn>
                <a:cxn ang="0">
                  <a:pos x="213" y="350"/>
                </a:cxn>
                <a:cxn ang="0">
                  <a:pos x="188" y="316"/>
                </a:cxn>
                <a:cxn ang="0">
                  <a:pos x="124" y="251"/>
                </a:cxn>
                <a:cxn ang="0">
                  <a:pos x="52" y="141"/>
                </a:cxn>
                <a:cxn ang="0">
                  <a:pos x="0" y="19"/>
                </a:cxn>
                <a:cxn ang="0">
                  <a:pos x="8" y="0"/>
                </a:cxn>
                <a:cxn ang="0">
                  <a:pos x="25" y="8"/>
                </a:cxn>
                <a:cxn ang="0">
                  <a:pos x="25" y="8"/>
                </a:cxn>
                <a:cxn ang="0">
                  <a:pos x="25" y="8"/>
                </a:cxn>
              </a:cxnLst>
              <a:rect l="0" t="0" r="r" b="b"/>
              <a:pathLst>
                <a:path w="285" h="422">
                  <a:moveTo>
                    <a:pt x="25" y="8"/>
                  </a:moveTo>
                  <a:lnTo>
                    <a:pt x="53" y="69"/>
                  </a:lnTo>
                  <a:lnTo>
                    <a:pt x="82" y="120"/>
                  </a:lnTo>
                  <a:lnTo>
                    <a:pt x="116" y="170"/>
                  </a:lnTo>
                  <a:lnTo>
                    <a:pt x="160" y="223"/>
                  </a:lnTo>
                  <a:lnTo>
                    <a:pt x="285" y="390"/>
                  </a:lnTo>
                  <a:lnTo>
                    <a:pt x="278" y="415"/>
                  </a:lnTo>
                  <a:lnTo>
                    <a:pt x="257" y="422"/>
                  </a:lnTo>
                  <a:lnTo>
                    <a:pt x="225" y="394"/>
                  </a:lnTo>
                  <a:lnTo>
                    <a:pt x="213" y="350"/>
                  </a:lnTo>
                  <a:lnTo>
                    <a:pt x="188" y="316"/>
                  </a:lnTo>
                  <a:lnTo>
                    <a:pt x="124" y="251"/>
                  </a:lnTo>
                  <a:lnTo>
                    <a:pt x="52" y="141"/>
                  </a:lnTo>
                  <a:lnTo>
                    <a:pt x="0" y="19"/>
                  </a:lnTo>
                  <a:lnTo>
                    <a:pt x="8" y="0"/>
                  </a:lnTo>
                  <a:lnTo>
                    <a:pt x="25" y="8"/>
                  </a:lnTo>
                  <a:lnTo>
                    <a:pt x="25" y="8"/>
                  </a:lnTo>
                  <a:lnTo>
                    <a:pt x="25" y="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43" name="Freeform 132"/>
            <p:cNvSpPr>
              <a:spLocks/>
            </p:cNvSpPr>
            <p:nvPr/>
          </p:nvSpPr>
          <p:spPr bwMode="auto">
            <a:xfrm>
              <a:off x="3462" y="2876"/>
              <a:ext cx="82" cy="80"/>
            </a:xfrm>
            <a:custGeom>
              <a:avLst/>
              <a:gdLst/>
              <a:ahLst/>
              <a:cxnLst>
                <a:cxn ang="0">
                  <a:pos x="164" y="21"/>
                </a:cxn>
                <a:cxn ang="0">
                  <a:pos x="135" y="61"/>
                </a:cxn>
                <a:cxn ang="0">
                  <a:pos x="107" y="95"/>
                </a:cxn>
                <a:cxn ang="0">
                  <a:pos x="42" y="162"/>
                </a:cxn>
                <a:cxn ang="0">
                  <a:pos x="6" y="162"/>
                </a:cxn>
                <a:cxn ang="0">
                  <a:pos x="0" y="147"/>
                </a:cxn>
                <a:cxn ang="0">
                  <a:pos x="6" y="128"/>
                </a:cxn>
                <a:cxn ang="0">
                  <a:pos x="139" y="4"/>
                </a:cxn>
                <a:cxn ang="0">
                  <a:pos x="160" y="0"/>
                </a:cxn>
                <a:cxn ang="0">
                  <a:pos x="164" y="21"/>
                </a:cxn>
                <a:cxn ang="0">
                  <a:pos x="164" y="21"/>
                </a:cxn>
                <a:cxn ang="0">
                  <a:pos x="164" y="21"/>
                </a:cxn>
              </a:cxnLst>
              <a:rect l="0" t="0" r="r" b="b"/>
              <a:pathLst>
                <a:path w="164" h="162">
                  <a:moveTo>
                    <a:pt x="164" y="21"/>
                  </a:moveTo>
                  <a:lnTo>
                    <a:pt x="135" y="61"/>
                  </a:lnTo>
                  <a:lnTo>
                    <a:pt x="107" y="95"/>
                  </a:lnTo>
                  <a:lnTo>
                    <a:pt x="42" y="162"/>
                  </a:lnTo>
                  <a:lnTo>
                    <a:pt x="6" y="162"/>
                  </a:lnTo>
                  <a:lnTo>
                    <a:pt x="0" y="147"/>
                  </a:lnTo>
                  <a:lnTo>
                    <a:pt x="6" y="128"/>
                  </a:lnTo>
                  <a:lnTo>
                    <a:pt x="139" y="4"/>
                  </a:lnTo>
                  <a:lnTo>
                    <a:pt x="160" y="0"/>
                  </a:lnTo>
                  <a:lnTo>
                    <a:pt x="164" y="21"/>
                  </a:lnTo>
                  <a:lnTo>
                    <a:pt x="164" y="21"/>
                  </a:lnTo>
                  <a:lnTo>
                    <a:pt x="164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44" name="Freeform 133"/>
            <p:cNvSpPr>
              <a:spLocks/>
            </p:cNvSpPr>
            <p:nvPr/>
          </p:nvSpPr>
          <p:spPr bwMode="auto">
            <a:xfrm>
              <a:off x="1989" y="2906"/>
              <a:ext cx="1500" cy="61"/>
            </a:xfrm>
            <a:custGeom>
              <a:avLst/>
              <a:gdLst/>
              <a:ahLst/>
              <a:cxnLst>
                <a:cxn ang="0">
                  <a:pos x="24" y="21"/>
                </a:cxn>
                <a:cxn ang="0">
                  <a:pos x="190" y="34"/>
                </a:cxn>
                <a:cxn ang="0">
                  <a:pos x="323" y="15"/>
                </a:cxn>
                <a:cxn ang="0">
                  <a:pos x="439" y="4"/>
                </a:cxn>
                <a:cxn ang="0">
                  <a:pos x="688" y="0"/>
                </a:cxn>
                <a:cxn ang="0">
                  <a:pos x="792" y="0"/>
                </a:cxn>
                <a:cxn ang="0">
                  <a:pos x="1891" y="21"/>
                </a:cxn>
                <a:cxn ang="0">
                  <a:pos x="1983" y="23"/>
                </a:cxn>
                <a:cxn ang="0">
                  <a:pos x="2030" y="25"/>
                </a:cxn>
                <a:cxn ang="0">
                  <a:pos x="2300" y="32"/>
                </a:cxn>
                <a:cxn ang="0">
                  <a:pos x="2346" y="40"/>
                </a:cxn>
                <a:cxn ang="0">
                  <a:pos x="2927" y="61"/>
                </a:cxn>
                <a:cxn ang="0">
                  <a:pos x="3000" y="61"/>
                </a:cxn>
                <a:cxn ang="0">
                  <a:pos x="2973" y="112"/>
                </a:cxn>
                <a:cxn ang="0">
                  <a:pos x="2927" y="122"/>
                </a:cxn>
                <a:cxn ang="0">
                  <a:pos x="2635" y="107"/>
                </a:cxn>
                <a:cxn ang="0">
                  <a:pos x="2344" y="91"/>
                </a:cxn>
                <a:cxn ang="0">
                  <a:pos x="2296" y="89"/>
                </a:cxn>
                <a:cxn ang="0">
                  <a:pos x="2026" y="82"/>
                </a:cxn>
                <a:cxn ang="0">
                  <a:pos x="1981" y="74"/>
                </a:cxn>
                <a:cxn ang="0">
                  <a:pos x="1891" y="78"/>
                </a:cxn>
                <a:cxn ang="0">
                  <a:pos x="792" y="55"/>
                </a:cxn>
                <a:cxn ang="0">
                  <a:pos x="688" y="55"/>
                </a:cxn>
                <a:cxn ang="0">
                  <a:pos x="441" y="46"/>
                </a:cxn>
                <a:cxn ang="0">
                  <a:pos x="194" y="63"/>
                </a:cxn>
                <a:cxn ang="0">
                  <a:pos x="17" y="63"/>
                </a:cxn>
                <a:cxn ang="0">
                  <a:pos x="0" y="38"/>
                </a:cxn>
                <a:cxn ang="0">
                  <a:pos x="7" y="25"/>
                </a:cxn>
                <a:cxn ang="0">
                  <a:pos x="24" y="21"/>
                </a:cxn>
                <a:cxn ang="0">
                  <a:pos x="24" y="21"/>
                </a:cxn>
                <a:cxn ang="0">
                  <a:pos x="24" y="21"/>
                </a:cxn>
              </a:cxnLst>
              <a:rect l="0" t="0" r="r" b="b"/>
              <a:pathLst>
                <a:path w="3000" h="122">
                  <a:moveTo>
                    <a:pt x="24" y="21"/>
                  </a:moveTo>
                  <a:lnTo>
                    <a:pt x="190" y="34"/>
                  </a:lnTo>
                  <a:lnTo>
                    <a:pt x="323" y="15"/>
                  </a:lnTo>
                  <a:lnTo>
                    <a:pt x="439" y="4"/>
                  </a:lnTo>
                  <a:lnTo>
                    <a:pt x="688" y="0"/>
                  </a:lnTo>
                  <a:lnTo>
                    <a:pt x="792" y="0"/>
                  </a:lnTo>
                  <a:lnTo>
                    <a:pt x="1891" y="21"/>
                  </a:lnTo>
                  <a:lnTo>
                    <a:pt x="1983" y="23"/>
                  </a:lnTo>
                  <a:lnTo>
                    <a:pt x="2030" y="25"/>
                  </a:lnTo>
                  <a:lnTo>
                    <a:pt x="2300" y="32"/>
                  </a:lnTo>
                  <a:lnTo>
                    <a:pt x="2346" y="40"/>
                  </a:lnTo>
                  <a:lnTo>
                    <a:pt x="2927" y="61"/>
                  </a:lnTo>
                  <a:lnTo>
                    <a:pt x="3000" y="61"/>
                  </a:lnTo>
                  <a:lnTo>
                    <a:pt x="2973" y="112"/>
                  </a:lnTo>
                  <a:lnTo>
                    <a:pt x="2927" y="122"/>
                  </a:lnTo>
                  <a:lnTo>
                    <a:pt x="2635" y="107"/>
                  </a:lnTo>
                  <a:lnTo>
                    <a:pt x="2344" y="91"/>
                  </a:lnTo>
                  <a:lnTo>
                    <a:pt x="2296" y="89"/>
                  </a:lnTo>
                  <a:lnTo>
                    <a:pt x="2026" y="82"/>
                  </a:lnTo>
                  <a:lnTo>
                    <a:pt x="1981" y="74"/>
                  </a:lnTo>
                  <a:lnTo>
                    <a:pt x="1891" y="78"/>
                  </a:lnTo>
                  <a:lnTo>
                    <a:pt x="792" y="55"/>
                  </a:lnTo>
                  <a:lnTo>
                    <a:pt x="688" y="55"/>
                  </a:lnTo>
                  <a:lnTo>
                    <a:pt x="441" y="46"/>
                  </a:lnTo>
                  <a:lnTo>
                    <a:pt x="194" y="63"/>
                  </a:lnTo>
                  <a:lnTo>
                    <a:pt x="17" y="63"/>
                  </a:lnTo>
                  <a:lnTo>
                    <a:pt x="0" y="38"/>
                  </a:lnTo>
                  <a:lnTo>
                    <a:pt x="7" y="25"/>
                  </a:lnTo>
                  <a:lnTo>
                    <a:pt x="24" y="21"/>
                  </a:lnTo>
                  <a:lnTo>
                    <a:pt x="24" y="21"/>
                  </a:lnTo>
                  <a:lnTo>
                    <a:pt x="24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45" name="Freeform 134"/>
            <p:cNvSpPr>
              <a:spLocks/>
            </p:cNvSpPr>
            <p:nvPr/>
          </p:nvSpPr>
          <p:spPr bwMode="auto">
            <a:xfrm>
              <a:off x="2271" y="2655"/>
              <a:ext cx="800" cy="84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400" y="15"/>
                </a:cxn>
                <a:cxn ang="0">
                  <a:pos x="643" y="40"/>
                </a:cxn>
                <a:cxn ang="0">
                  <a:pos x="856" y="59"/>
                </a:cxn>
                <a:cxn ang="0">
                  <a:pos x="1314" y="99"/>
                </a:cxn>
                <a:cxn ang="0">
                  <a:pos x="1449" y="120"/>
                </a:cxn>
                <a:cxn ang="0">
                  <a:pos x="1586" y="137"/>
                </a:cxn>
                <a:cxn ang="0">
                  <a:pos x="1599" y="152"/>
                </a:cxn>
                <a:cxn ang="0">
                  <a:pos x="1586" y="166"/>
                </a:cxn>
                <a:cxn ang="0">
                  <a:pos x="1308" y="168"/>
                </a:cxn>
                <a:cxn ang="0">
                  <a:pos x="392" y="82"/>
                </a:cxn>
                <a:cxn ang="0">
                  <a:pos x="23" y="52"/>
                </a:cxn>
                <a:cxn ang="0">
                  <a:pos x="0" y="23"/>
                </a:cxn>
                <a:cxn ang="0">
                  <a:pos x="10" y="4"/>
                </a:cxn>
                <a:cxn ang="0">
                  <a:pos x="29" y="0"/>
                </a:cxn>
                <a:cxn ang="0">
                  <a:pos x="29" y="0"/>
                </a:cxn>
                <a:cxn ang="0">
                  <a:pos x="29" y="0"/>
                </a:cxn>
              </a:cxnLst>
              <a:rect l="0" t="0" r="r" b="b"/>
              <a:pathLst>
                <a:path w="1599" h="168">
                  <a:moveTo>
                    <a:pt x="29" y="0"/>
                  </a:moveTo>
                  <a:lnTo>
                    <a:pt x="400" y="15"/>
                  </a:lnTo>
                  <a:lnTo>
                    <a:pt x="643" y="40"/>
                  </a:lnTo>
                  <a:lnTo>
                    <a:pt x="856" y="59"/>
                  </a:lnTo>
                  <a:lnTo>
                    <a:pt x="1314" y="99"/>
                  </a:lnTo>
                  <a:lnTo>
                    <a:pt x="1449" y="120"/>
                  </a:lnTo>
                  <a:lnTo>
                    <a:pt x="1586" y="137"/>
                  </a:lnTo>
                  <a:lnTo>
                    <a:pt x="1599" y="152"/>
                  </a:lnTo>
                  <a:lnTo>
                    <a:pt x="1586" y="166"/>
                  </a:lnTo>
                  <a:lnTo>
                    <a:pt x="1308" y="168"/>
                  </a:lnTo>
                  <a:lnTo>
                    <a:pt x="392" y="82"/>
                  </a:lnTo>
                  <a:lnTo>
                    <a:pt x="23" y="52"/>
                  </a:lnTo>
                  <a:lnTo>
                    <a:pt x="0" y="23"/>
                  </a:lnTo>
                  <a:lnTo>
                    <a:pt x="10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46" name="Freeform 135"/>
            <p:cNvSpPr>
              <a:spLocks/>
            </p:cNvSpPr>
            <p:nvPr/>
          </p:nvSpPr>
          <p:spPr bwMode="auto">
            <a:xfrm>
              <a:off x="2231" y="2731"/>
              <a:ext cx="582" cy="62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366" y="16"/>
                </a:cxn>
                <a:cxn ang="0">
                  <a:pos x="581" y="33"/>
                </a:cxn>
                <a:cxn ang="0">
                  <a:pos x="866" y="61"/>
                </a:cxn>
                <a:cxn ang="0">
                  <a:pos x="998" y="80"/>
                </a:cxn>
                <a:cxn ang="0">
                  <a:pos x="1150" y="97"/>
                </a:cxn>
                <a:cxn ang="0">
                  <a:pos x="1163" y="112"/>
                </a:cxn>
                <a:cxn ang="0">
                  <a:pos x="1148" y="124"/>
                </a:cxn>
                <a:cxn ang="0">
                  <a:pos x="579" y="93"/>
                </a:cxn>
                <a:cxn ang="0">
                  <a:pos x="361" y="76"/>
                </a:cxn>
                <a:cxn ang="0">
                  <a:pos x="188" y="46"/>
                </a:cxn>
                <a:cxn ang="0">
                  <a:pos x="15" y="29"/>
                </a:cxn>
                <a:cxn ang="0">
                  <a:pos x="0" y="14"/>
                </a:cxn>
                <a:cxn ang="0">
                  <a:pos x="15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1163" h="124">
                  <a:moveTo>
                    <a:pt x="15" y="0"/>
                  </a:moveTo>
                  <a:lnTo>
                    <a:pt x="366" y="16"/>
                  </a:lnTo>
                  <a:lnTo>
                    <a:pt x="581" y="33"/>
                  </a:lnTo>
                  <a:lnTo>
                    <a:pt x="866" y="61"/>
                  </a:lnTo>
                  <a:lnTo>
                    <a:pt x="998" y="80"/>
                  </a:lnTo>
                  <a:lnTo>
                    <a:pt x="1150" y="97"/>
                  </a:lnTo>
                  <a:lnTo>
                    <a:pt x="1163" y="112"/>
                  </a:lnTo>
                  <a:lnTo>
                    <a:pt x="1148" y="124"/>
                  </a:lnTo>
                  <a:lnTo>
                    <a:pt x="579" y="93"/>
                  </a:lnTo>
                  <a:lnTo>
                    <a:pt x="361" y="76"/>
                  </a:lnTo>
                  <a:lnTo>
                    <a:pt x="188" y="46"/>
                  </a:lnTo>
                  <a:lnTo>
                    <a:pt x="15" y="29"/>
                  </a:lnTo>
                  <a:lnTo>
                    <a:pt x="0" y="14"/>
                  </a:lnTo>
                  <a:lnTo>
                    <a:pt x="15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47" name="Freeform 136"/>
            <p:cNvSpPr>
              <a:spLocks/>
            </p:cNvSpPr>
            <p:nvPr/>
          </p:nvSpPr>
          <p:spPr bwMode="auto">
            <a:xfrm>
              <a:off x="3184" y="2713"/>
              <a:ext cx="176" cy="34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322" y="8"/>
                </a:cxn>
                <a:cxn ang="0">
                  <a:pos x="352" y="38"/>
                </a:cxn>
                <a:cxn ang="0">
                  <a:pos x="344" y="59"/>
                </a:cxn>
                <a:cxn ang="0">
                  <a:pos x="322" y="69"/>
                </a:cxn>
                <a:cxn ang="0">
                  <a:pos x="166" y="53"/>
                </a:cxn>
                <a:cxn ang="0">
                  <a:pos x="12" y="29"/>
                </a:cxn>
                <a:cxn ang="0">
                  <a:pos x="0" y="14"/>
                </a:cxn>
                <a:cxn ang="0">
                  <a:pos x="16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52" h="69">
                  <a:moveTo>
                    <a:pt x="16" y="0"/>
                  </a:moveTo>
                  <a:lnTo>
                    <a:pt x="322" y="8"/>
                  </a:lnTo>
                  <a:lnTo>
                    <a:pt x="352" y="38"/>
                  </a:lnTo>
                  <a:lnTo>
                    <a:pt x="344" y="59"/>
                  </a:lnTo>
                  <a:lnTo>
                    <a:pt x="322" y="69"/>
                  </a:lnTo>
                  <a:lnTo>
                    <a:pt x="166" y="53"/>
                  </a:lnTo>
                  <a:lnTo>
                    <a:pt x="12" y="29"/>
                  </a:lnTo>
                  <a:lnTo>
                    <a:pt x="0" y="14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48" name="Freeform 137"/>
            <p:cNvSpPr>
              <a:spLocks/>
            </p:cNvSpPr>
            <p:nvPr/>
          </p:nvSpPr>
          <p:spPr bwMode="auto">
            <a:xfrm>
              <a:off x="3223" y="2758"/>
              <a:ext cx="178" cy="30"/>
            </a:xfrm>
            <a:custGeom>
              <a:avLst/>
              <a:gdLst/>
              <a:ahLst/>
              <a:cxnLst>
                <a:cxn ang="0">
                  <a:pos x="16" y="19"/>
                </a:cxn>
                <a:cxn ang="0">
                  <a:pos x="170" y="17"/>
                </a:cxn>
                <a:cxn ang="0">
                  <a:pos x="325" y="0"/>
                </a:cxn>
                <a:cxn ang="0">
                  <a:pos x="358" y="28"/>
                </a:cxn>
                <a:cxn ang="0">
                  <a:pos x="352" y="49"/>
                </a:cxn>
                <a:cxn ang="0">
                  <a:pos x="331" y="60"/>
                </a:cxn>
                <a:cxn ang="0">
                  <a:pos x="171" y="60"/>
                </a:cxn>
                <a:cxn ang="0">
                  <a:pos x="12" y="47"/>
                </a:cxn>
                <a:cxn ang="0">
                  <a:pos x="0" y="32"/>
                </a:cxn>
                <a:cxn ang="0">
                  <a:pos x="16" y="19"/>
                </a:cxn>
                <a:cxn ang="0">
                  <a:pos x="16" y="19"/>
                </a:cxn>
                <a:cxn ang="0">
                  <a:pos x="16" y="19"/>
                </a:cxn>
              </a:cxnLst>
              <a:rect l="0" t="0" r="r" b="b"/>
              <a:pathLst>
                <a:path w="358" h="60">
                  <a:moveTo>
                    <a:pt x="16" y="19"/>
                  </a:moveTo>
                  <a:lnTo>
                    <a:pt x="170" y="17"/>
                  </a:lnTo>
                  <a:lnTo>
                    <a:pt x="325" y="0"/>
                  </a:lnTo>
                  <a:lnTo>
                    <a:pt x="358" y="28"/>
                  </a:lnTo>
                  <a:lnTo>
                    <a:pt x="352" y="49"/>
                  </a:lnTo>
                  <a:lnTo>
                    <a:pt x="331" y="60"/>
                  </a:lnTo>
                  <a:lnTo>
                    <a:pt x="171" y="60"/>
                  </a:lnTo>
                  <a:lnTo>
                    <a:pt x="12" y="47"/>
                  </a:lnTo>
                  <a:lnTo>
                    <a:pt x="0" y="32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6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49" name="Freeform 138"/>
            <p:cNvSpPr>
              <a:spLocks/>
            </p:cNvSpPr>
            <p:nvPr/>
          </p:nvSpPr>
          <p:spPr bwMode="auto">
            <a:xfrm>
              <a:off x="3238" y="2810"/>
              <a:ext cx="205" cy="36"/>
            </a:xfrm>
            <a:custGeom>
              <a:avLst/>
              <a:gdLst/>
              <a:ahLst/>
              <a:cxnLst>
                <a:cxn ang="0">
                  <a:pos x="24" y="17"/>
                </a:cxn>
                <a:cxn ang="0">
                  <a:pos x="327" y="13"/>
                </a:cxn>
                <a:cxn ang="0">
                  <a:pos x="393" y="0"/>
                </a:cxn>
                <a:cxn ang="0">
                  <a:pos x="410" y="10"/>
                </a:cxn>
                <a:cxn ang="0">
                  <a:pos x="403" y="27"/>
                </a:cxn>
                <a:cxn ang="0">
                  <a:pos x="370" y="48"/>
                </a:cxn>
                <a:cxn ang="0">
                  <a:pos x="336" y="69"/>
                </a:cxn>
                <a:cxn ang="0">
                  <a:pos x="180" y="72"/>
                </a:cxn>
                <a:cxn ang="0">
                  <a:pos x="24" y="67"/>
                </a:cxn>
                <a:cxn ang="0">
                  <a:pos x="0" y="42"/>
                </a:cxn>
                <a:cxn ang="0">
                  <a:pos x="5" y="25"/>
                </a:cxn>
                <a:cxn ang="0">
                  <a:pos x="24" y="17"/>
                </a:cxn>
                <a:cxn ang="0">
                  <a:pos x="24" y="17"/>
                </a:cxn>
                <a:cxn ang="0">
                  <a:pos x="24" y="17"/>
                </a:cxn>
              </a:cxnLst>
              <a:rect l="0" t="0" r="r" b="b"/>
              <a:pathLst>
                <a:path w="410" h="72">
                  <a:moveTo>
                    <a:pt x="24" y="17"/>
                  </a:moveTo>
                  <a:lnTo>
                    <a:pt x="327" y="13"/>
                  </a:lnTo>
                  <a:lnTo>
                    <a:pt x="393" y="0"/>
                  </a:lnTo>
                  <a:lnTo>
                    <a:pt x="410" y="10"/>
                  </a:lnTo>
                  <a:lnTo>
                    <a:pt x="403" y="27"/>
                  </a:lnTo>
                  <a:lnTo>
                    <a:pt x="370" y="48"/>
                  </a:lnTo>
                  <a:lnTo>
                    <a:pt x="336" y="69"/>
                  </a:lnTo>
                  <a:lnTo>
                    <a:pt x="180" y="72"/>
                  </a:lnTo>
                  <a:lnTo>
                    <a:pt x="24" y="67"/>
                  </a:lnTo>
                  <a:lnTo>
                    <a:pt x="0" y="42"/>
                  </a:lnTo>
                  <a:lnTo>
                    <a:pt x="5" y="25"/>
                  </a:lnTo>
                  <a:lnTo>
                    <a:pt x="24" y="17"/>
                  </a:lnTo>
                  <a:lnTo>
                    <a:pt x="24" y="17"/>
                  </a:lnTo>
                  <a:lnTo>
                    <a:pt x="24" y="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50" name="Freeform 139"/>
            <p:cNvSpPr>
              <a:spLocks/>
            </p:cNvSpPr>
            <p:nvPr/>
          </p:nvSpPr>
          <p:spPr bwMode="auto">
            <a:xfrm>
              <a:off x="2243" y="1080"/>
              <a:ext cx="1092" cy="298"/>
            </a:xfrm>
            <a:custGeom>
              <a:avLst/>
              <a:gdLst/>
              <a:ahLst/>
              <a:cxnLst>
                <a:cxn ang="0">
                  <a:pos x="4" y="570"/>
                </a:cxn>
                <a:cxn ang="0">
                  <a:pos x="82" y="515"/>
                </a:cxn>
                <a:cxn ang="0">
                  <a:pos x="156" y="467"/>
                </a:cxn>
                <a:cxn ang="0">
                  <a:pos x="299" y="393"/>
                </a:cxn>
                <a:cxn ang="0">
                  <a:pos x="451" y="334"/>
                </a:cxn>
                <a:cxn ang="0">
                  <a:pos x="628" y="283"/>
                </a:cxn>
                <a:cxn ang="0">
                  <a:pos x="747" y="249"/>
                </a:cxn>
                <a:cxn ang="0">
                  <a:pos x="850" y="214"/>
                </a:cxn>
                <a:cxn ang="0">
                  <a:pos x="955" y="182"/>
                </a:cxn>
                <a:cxn ang="0">
                  <a:pos x="1074" y="155"/>
                </a:cxn>
                <a:cxn ang="0">
                  <a:pos x="1246" y="114"/>
                </a:cxn>
                <a:cxn ang="0">
                  <a:pos x="1420" y="64"/>
                </a:cxn>
                <a:cxn ang="0">
                  <a:pos x="1616" y="26"/>
                </a:cxn>
                <a:cxn ang="0">
                  <a:pos x="1791" y="7"/>
                </a:cxn>
                <a:cxn ang="0">
                  <a:pos x="2169" y="0"/>
                </a:cxn>
                <a:cxn ang="0">
                  <a:pos x="2185" y="15"/>
                </a:cxn>
                <a:cxn ang="0">
                  <a:pos x="2169" y="30"/>
                </a:cxn>
                <a:cxn ang="0">
                  <a:pos x="1801" y="59"/>
                </a:cxn>
                <a:cxn ang="0">
                  <a:pos x="1630" y="95"/>
                </a:cxn>
                <a:cxn ang="0">
                  <a:pos x="1438" y="140"/>
                </a:cxn>
                <a:cxn ang="0">
                  <a:pos x="1263" y="188"/>
                </a:cxn>
                <a:cxn ang="0">
                  <a:pos x="1088" y="228"/>
                </a:cxn>
                <a:cxn ang="0">
                  <a:pos x="867" y="287"/>
                </a:cxn>
                <a:cxn ang="0">
                  <a:pos x="765" y="319"/>
                </a:cxn>
                <a:cxn ang="0">
                  <a:pos x="645" y="353"/>
                </a:cxn>
                <a:cxn ang="0">
                  <a:pos x="470" y="397"/>
                </a:cxn>
                <a:cxn ang="0">
                  <a:pos x="318" y="441"/>
                </a:cxn>
                <a:cxn ang="0">
                  <a:pos x="171" y="501"/>
                </a:cxn>
                <a:cxn ang="0">
                  <a:pos x="99" y="543"/>
                </a:cxn>
                <a:cxn ang="0">
                  <a:pos x="21" y="595"/>
                </a:cxn>
                <a:cxn ang="0">
                  <a:pos x="0" y="591"/>
                </a:cxn>
                <a:cxn ang="0">
                  <a:pos x="4" y="570"/>
                </a:cxn>
                <a:cxn ang="0">
                  <a:pos x="4" y="570"/>
                </a:cxn>
              </a:cxnLst>
              <a:rect l="0" t="0" r="r" b="b"/>
              <a:pathLst>
                <a:path w="2185" h="595">
                  <a:moveTo>
                    <a:pt x="4" y="570"/>
                  </a:moveTo>
                  <a:lnTo>
                    <a:pt x="82" y="515"/>
                  </a:lnTo>
                  <a:lnTo>
                    <a:pt x="156" y="467"/>
                  </a:lnTo>
                  <a:lnTo>
                    <a:pt x="299" y="393"/>
                  </a:lnTo>
                  <a:lnTo>
                    <a:pt x="451" y="334"/>
                  </a:lnTo>
                  <a:lnTo>
                    <a:pt x="628" y="283"/>
                  </a:lnTo>
                  <a:lnTo>
                    <a:pt x="747" y="249"/>
                  </a:lnTo>
                  <a:lnTo>
                    <a:pt x="850" y="214"/>
                  </a:lnTo>
                  <a:lnTo>
                    <a:pt x="955" y="182"/>
                  </a:lnTo>
                  <a:lnTo>
                    <a:pt x="1074" y="155"/>
                  </a:lnTo>
                  <a:lnTo>
                    <a:pt x="1246" y="114"/>
                  </a:lnTo>
                  <a:lnTo>
                    <a:pt x="1420" y="64"/>
                  </a:lnTo>
                  <a:lnTo>
                    <a:pt x="1616" y="26"/>
                  </a:lnTo>
                  <a:lnTo>
                    <a:pt x="1791" y="7"/>
                  </a:lnTo>
                  <a:lnTo>
                    <a:pt x="2169" y="0"/>
                  </a:lnTo>
                  <a:lnTo>
                    <a:pt x="2185" y="15"/>
                  </a:lnTo>
                  <a:lnTo>
                    <a:pt x="2169" y="30"/>
                  </a:lnTo>
                  <a:lnTo>
                    <a:pt x="1801" y="59"/>
                  </a:lnTo>
                  <a:lnTo>
                    <a:pt x="1630" y="95"/>
                  </a:lnTo>
                  <a:lnTo>
                    <a:pt x="1438" y="140"/>
                  </a:lnTo>
                  <a:lnTo>
                    <a:pt x="1263" y="188"/>
                  </a:lnTo>
                  <a:lnTo>
                    <a:pt x="1088" y="228"/>
                  </a:lnTo>
                  <a:lnTo>
                    <a:pt x="867" y="287"/>
                  </a:lnTo>
                  <a:lnTo>
                    <a:pt x="765" y="319"/>
                  </a:lnTo>
                  <a:lnTo>
                    <a:pt x="645" y="353"/>
                  </a:lnTo>
                  <a:lnTo>
                    <a:pt x="470" y="397"/>
                  </a:lnTo>
                  <a:lnTo>
                    <a:pt x="318" y="441"/>
                  </a:lnTo>
                  <a:lnTo>
                    <a:pt x="171" y="501"/>
                  </a:lnTo>
                  <a:lnTo>
                    <a:pt x="99" y="543"/>
                  </a:lnTo>
                  <a:lnTo>
                    <a:pt x="21" y="595"/>
                  </a:lnTo>
                  <a:lnTo>
                    <a:pt x="0" y="591"/>
                  </a:lnTo>
                  <a:lnTo>
                    <a:pt x="4" y="570"/>
                  </a:lnTo>
                  <a:lnTo>
                    <a:pt x="4" y="57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51" name="Freeform 140"/>
            <p:cNvSpPr>
              <a:spLocks/>
            </p:cNvSpPr>
            <p:nvPr/>
          </p:nvSpPr>
          <p:spPr bwMode="auto">
            <a:xfrm>
              <a:off x="3372" y="1104"/>
              <a:ext cx="112" cy="169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91" y="69"/>
                </a:cxn>
                <a:cxn ang="0">
                  <a:pos x="144" y="133"/>
                </a:cxn>
                <a:cxn ang="0">
                  <a:pos x="224" y="291"/>
                </a:cxn>
                <a:cxn ang="0">
                  <a:pos x="222" y="321"/>
                </a:cxn>
                <a:cxn ang="0">
                  <a:pos x="201" y="338"/>
                </a:cxn>
                <a:cxn ang="0">
                  <a:pos x="173" y="338"/>
                </a:cxn>
                <a:cxn ang="0">
                  <a:pos x="154" y="316"/>
                </a:cxn>
                <a:cxn ang="0">
                  <a:pos x="123" y="232"/>
                </a:cxn>
                <a:cxn ang="0">
                  <a:pos x="97" y="158"/>
                </a:cxn>
                <a:cxn ang="0">
                  <a:pos x="59" y="89"/>
                </a:cxn>
                <a:cxn ang="0">
                  <a:pos x="34" y="55"/>
                </a:cxn>
                <a:cxn ang="0">
                  <a:pos x="4" y="21"/>
                </a:cxn>
                <a:cxn ang="0">
                  <a:pos x="0" y="10"/>
                </a:cxn>
                <a:cxn ang="0">
                  <a:pos x="4" y="0"/>
                </a:cxn>
                <a:cxn ang="0">
                  <a:pos x="25" y="0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224" h="338">
                  <a:moveTo>
                    <a:pt x="25" y="0"/>
                  </a:moveTo>
                  <a:lnTo>
                    <a:pt x="91" y="69"/>
                  </a:lnTo>
                  <a:lnTo>
                    <a:pt x="144" y="133"/>
                  </a:lnTo>
                  <a:lnTo>
                    <a:pt x="224" y="291"/>
                  </a:lnTo>
                  <a:lnTo>
                    <a:pt x="222" y="321"/>
                  </a:lnTo>
                  <a:lnTo>
                    <a:pt x="201" y="338"/>
                  </a:lnTo>
                  <a:lnTo>
                    <a:pt x="173" y="338"/>
                  </a:lnTo>
                  <a:lnTo>
                    <a:pt x="154" y="316"/>
                  </a:lnTo>
                  <a:lnTo>
                    <a:pt x="123" y="232"/>
                  </a:lnTo>
                  <a:lnTo>
                    <a:pt x="97" y="158"/>
                  </a:lnTo>
                  <a:lnTo>
                    <a:pt x="59" y="89"/>
                  </a:lnTo>
                  <a:lnTo>
                    <a:pt x="34" y="55"/>
                  </a:lnTo>
                  <a:lnTo>
                    <a:pt x="4" y="21"/>
                  </a:lnTo>
                  <a:lnTo>
                    <a:pt x="0" y="10"/>
                  </a:lnTo>
                  <a:lnTo>
                    <a:pt x="4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52" name="Freeform 141"/>
            <p:cNvSpPr>
              <a:spLocks/>
            </p:cNvSpPr>
            <p:nvPr/>
          </p:nvSpPr>
          <p:spPr bwMode="auto">
            <a:xfrm>
              <a:off x="3298" y="1249"/>
              <a:ext cx="189" cy="991"/>
            </a:xfrm>
            <a:custGeom>
              <a:avLst/>
              <a:gdLst/>
              <a:ahLst/>
              <a:cxnLst>
                <a:cxn ang="0">
                  <a:pos x="378" y="36"/>
                </a:cxn>
                <a:cxn ang="0">
                  <a:pos x="319" y="492"/>
                </a:cxn>
                <a:cxn ang="0">
                  <a:pos x="292" y="637"/>
                </a:cxn>
                <a:cxn ang="0">
                  <a:pos x="264" y="779"/>
                </a:cxn>
                <a:cxn ang="0">
                  <a:pos x="239" y="897"/>
                </a:cxn>
                <a:cxn ang="0">
                  <a:pos x="218" y="1004"/>
                </a:cxn>
                <a:cxn ang="0">
                  <a:pos x="178" y="1199"/>
                </a:cxn>
                <a:cxn ang="0">
                  <a:pos x="117" y="1625"/>
                </a:cxn>
                <a:cxn ang="0">
                  <a:pos x="74" y="1947"/>
                </a:cxn>
                <a:cxn ang="0">
                  <a:pos x="60" y="1975"/>
                </a:cxn>
                <a:cxn ang="0">
                  <a:pos x="34" y="1983"/>
                </a:cxn>
                <a:cxn ang="0">
                  <a:pos x="0" y="1945"/>
                </a:cxn>
                <a:cxn ang="0">
                  <a:pos x="19" y="1781"/>
                </a:cxn>
                <a:cxn ang="0">
                  <a:pos x="45" y="1618"/>
                </a:cxn>
                <a:cxn ang="0">
                  <a:pos x="74" y="1390"/>
                </a:cxn>
                <a:cxn ang="0">
                  <a:pos x="110" y="1190"/>
                </a:cxn>
                <a:cxn ang="0">
                  <a:pos x="154" y="992"/>
                </a:cxn>
                <a:cxn ang="0">
                  <a:pos x="176" y="886"/>
                </a:cxn>
                <a:cxn ang="0">
                  <a:pos x="201" y="768"/>
                </a:cxn>
                <a:cxn ang="0">
                  <a:pos x="260" y="483"/>
                </a:cxn>
                <a:cxn ang="0">
                  <a:pos x="315" y="25"/>
                </a:cxn>
                <a:cxn ang="0">
                  <a:pos x="328" y="4"/>
                </a:cxn>
                <a:cxn ang="0">
                  <a:pos x="351" y="0"/>
                </a:cxn>
                <a:cxn ang="0">
                  <a:pos x="378" y="36"/>
                </a:cxn>
                <a:cxn ang="0">
                  <a:pos x="378" y="36"/>
                </a:cxn>
                <a:cxn ang="0">
                  <a:pos x="378" y="36"/>
                </a:cxn>
              </a:cxnLst>
              <a:rect l="0" t="0" r="r" b="b"/>
              <a:pathLst>
                <a:path w="378" h="1983">
                  <a:moveTo>
                    <a:pt x="378" y="36"/>
                  </a:moveTo>
                  <a:lnTo>
                    <a:pt x="319" y="492"/>
                  </a:lnTo>
                  <a:lnTo>
                    <a:pt x="292" y="637"/>
                  </a:lnTo>
                  <a:lnTo>
                    <a:pt x="264" y="779"/>
                  </a:lnTo>
                  <a:lnTo>
                    <a:pt x="239" y="897"/>
                  </a:lnTo>
                  <a:lnTo>
                    <a:pt x="218" y="1004"/>
                  </a:lnTo>
                  <a:lnTo>
                    <a:pt x="178" y="1199"/>
                  </a:lnTo>
                  <a:lnTo>
                    <a:pt x="117" y="1625"/>
                  </a:lnTo>
                  <a:lnTo>
                    <a:pt x="74" y="1947"/>
                  </a:lnTo>
                  <a:lnTo>
                    <a:pt x="60" y="1975"/>
                  </a:lnTo>
                  <a:lnTo>
                    <a:pt x="34" y="1983"/>
                  </a:lnTo>
                  <a:lnTo>
                    <a:pt x="0" y="1945"/>
                  </a:lnTo>
                  <a:lnTo>
                    <a:pt x="19" y="1781"/>
                  </a:lnTo>
                  <a:lnTo>
                    <a:pt x="45" y="1618"/>
                  </a:lnTo>
                  <a:lnTo>
                    <a:pt x="74" y="1390"/>
                  </a:lnTo>
                  <a:lnTo>
                    <a:pt x="110" y="1190"/>
                  </a:lnTo>
                  <a:lnTo>
                    <a:pt x="154" y="992"/>
                  </a:lnTo>
                  <a:lnTo>
                    <a:pt x="176" y="886"/>
                  </a:lnTo>
                  <a:lnTo>
                    <a:pt x="201" y="768"/>
                  </a:lnTo>
                  <a:lnTo>
                    <a:pt x="260" y="483"/>
                  </a:lnTo>
                  <a:lnTo>
                    <a:pt x="315" y="25"/>
                  </a:lnTo>
                  <a:lnTo>
                    <a:pt x="328" y="4"/>
                  </a:lnTo>
                  <a:lnTo>
                    <a:pt x="351" y="0"/>
                  </a:lnTo>
                  <a:lnTo>
                    <a:pt x="378" y="36"/>
                  </a:lnTo>
                  <a:lnTo>
                    <a:pt x="378" y="36"/>
                  </a:lnTo>
                  <a:lnTo>
                    <a:pt x="378" y="3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53" name="Freeform 142"/>
            <p:cNvSpPr>
              <a:spLocks/>
            </p:cNvSpPr>
            <p:nvPr/>
          </p:nvSpPr>
          <p:spPr bwMode="auto">
            <a:xfrm>
              <a:off x="3248" y="1169"/>
              <a:ext cx="122" cy="898"/>
            </a:xfrm>
            <a:custGeom>
              <a:avLst/>
              <a:gdLst/>
              <a:ahLst/>
              <a:cxnLst>
                <a:cxn ang="0">
                  <a:pos x="243" y="25"/>
                </a:cxn>
                <a:cxn ang="0">
                  <a:pos x="241" y="247"/>
                </a:cxn>
                <a:cxn ang="0">
                  <a:pos x="232" y="333"/>
                </a:cxn>
                <a:cxn ang="0">
                  <a:pos x="216" y="609"/>
                </a:cxn>
                <a:cxn ang="0">
                  <a:pos x="203" y="884"/>
                </a:cxn>
                <a:cxn ang="0">
                  <a:pos x="169" y="1120"/>
                </a:cxn>
                <a:cxn ang="0">
                  <a:pos x="129" y="1358"/>
                </a:cxn>
                <a:cxn ang="0">
                  <a:pos x="104" y="1472"/>
                </a:cxn>
                <a:cxn ang="0">
                  <a:pos x="78" y="1570"/>
                </a:cxn>
                <a:cxn ang="0">
                  <a:pos x="28" y="1783"/>
                </a:cxn>
                <a:cxn ang="0">
                  <a:pos x="11" y="1797"/>
                </a:cxn>
                <a:cxn ang="0">
                  <a:pos x="0" y="1778"/>
                </a:cxn>
                <a:cxn ang="0">
                  <a:pos x="53" y="1344"/>
                </a:cxn>
                <a:cxn ang="0">
                  <a:pos x="127" y="879"/>
                </a:cxn>
                <a:cxn ang="0">
                  <a:pos x="146" y="605"/>
                </a:cxn>
                <a:cxn ang="0">
                  <a:pos x="163" y="329"/>
                </a:cxn>
                <a:cxn ang="0">
                  <a:pos x="169" y="247"/>
                </a:cxn>
                <a:cxn ang="0">
                  <a:pos x="194" y="27"/>
                </a:cxn>
                <a:cxn ang="0">
                  <a:pos x="199" y="8"/>
                </a:cxn>
                <a:cxn ang="0">
                  <a:pos x="216" y="0"/>
                </a:cxn>
                <a:cxn ang="0">
                  <a:pos x="243" y="25"/>
                </a:cxn>
                <a:cxn ang="0">
                  <a:pos x="243" y="25"/>
                </a:cxn>
                <a:cxn ang="0">
                  <a:pos x="243" y="25"/>
                </a:cxn>
              </a:cxnLst>
              <a:rect l="0" t="0" r="r" b="b"/>
              <a:pathLst>
                <a:path w="243" h="1797">
                  <a:moveTo>
                    <a:pt x="243" y="25"/>
                  </a:moveTo>
                  <a:lnTo>
                    <a:pt x="241" y="247"/>
                  </a:lnTo>
                  <a:lnTo>
                    <a:pt x="232" y="333"/>
                  </a:lnTo>
                  <a:lnTo>
                    <a:pt x="216" y="609"/>
                  </a:lnTo>
                  <a:lnTo>
                    <a:pt x="203" y="884"/>
                  </a:lnTo>
                  <a:lnTo>
                    <a:pt x="169" y="1120"/>
                  </a:lnTo>
                  <a:lnTo>
                    <a:pt x="129" y="1358"/>
                  </a:lnTo>
                  <a:lnTo>
                    <a:pt x="104" y="1472"/>
                  </a:lnTo>
                  <a:lnTo>
                    <a:pt x="78" y="1570"/>
                  </a:lnTo>
                  <a:lnTo>
                    <a:pt x="28" y="1783"/>
                  </a:lnTo>
                  <a:lnTo>
                    <a:pt x="11" y="1797"/>
                  </a:lnTo>
                  <a:lnTo>
                    <a:pt x="0" y="1778"/>
                  </a:lnTo>
                  <a:lnTo>
                    <a:pt x="53" y="1344"/>
                  </a:lnTo>
                  <a:lnTo>
                    <a:pt x="127" y="879"/>
                  </a:lnTo>
                  <a:lnTo>
                    <a:pt x="146" y="605"/>
                  </a:lnTo>
                  <a:lnTo>
                    <a:pt x="163" y="329"/>
                  </a:lnTo>
                  <a:lnTo>
                    <a:pt x="169" y="247"/>
                  </a:lnTo>
                  <a:lnTo>
                    <a:pt x="194" y="27"/>
                  </a:lnTo>
                  <a:lnTo>
                    <a:pt x="199" y="8"/>
                  </a:lnTo>
                  <a:lnTo>
                    <a:pt x="216" y="0"/>
                  </a:lnTo>
                  <a:lnTo>
                    <a:pt x="243" y="25"/>
                  </a:lnTo>
                  <a:lnTo>
                    <a:pt x="243" y="25"/>
                  </a:lnTo>
                  <a:lnTo>
                    <a:pt x="243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54" name="Freeform 143"/>
            <p:cNvSpPr>
              <a:spLocks/>
            </p:cNvSpPr>
            <p:nvPr/>
          </p:nvSpPr>
          <p:spPr bwMode="auto">
            <a:xfrm>
              <a:off x="2242" y="1402"/>
              <a:ext cx="210" cy="837"/>
            </a:xfrm>
            <a:custGeom>
              <a:avLst/>
              <a:gdLst/>
              <a:ahLst/>
              <a:cxnLst>
                <a:cxn ang="0">
                  <a:pos x="31" y="13"/>
                </a:cxn>
                <a:cxn ang="0">
                  <a:pos x="56" y="234"/>
                </a:cxn>
                <a:cxn ang="0">
                  <a:pos x="75" y="331"/>
                </a:cxn>
                <a:cxn ang="0">
                  <a:pos x="97" y="424"/>
                </a:cxn>
                <a:cxn ang="0">
                  <a:pos x="126" y="517"/>
                </a:cxn>
                <a:cxn ang="0">
                  <a:pos x="156" y="614"/>
                </a:cxn>
                <a:cxn ang="0">
                  <a:pos x="189" y="715"/>
                </a:cxn>
                <a:cxn ang="0">
                  <a:pos x="225" y="825"/>
                </a:cxn>
                <a:cxn ang="0">
                  <a:pos x="333" y="1281"/>
                </a:cxn>
                <a:cxn ang="0">
                  <a:pos x="417" y="1616"/>
                </a:cxn>
                <a:cxn ang="0">
                  <a:pos x="421" y="1639"/>
                </a:cxn>
                <a:cxn ang="0">
                  <a:pos x="407" y="1673"/>
                </a:cxn>
                <a:cxn ang="0">
                  <a:pos x="375" y="1661"/>
                </a:cxn>
                <a:cxn ang="0">
                  <a:pos x="354" y="1635"/>
                </a:cxn>
                <a:cxn ang="0">
                  <a:pos x="339" y="1543"/>
                </a:cxn>
                <a:cxn ang="0">
                  <a:pos x="320" y="1464"/>
                </a:cxn>
                <a:cxn ang="0">
                  <a:pos x="299" y="1386"/>
                </a:cxn>
                <a:cxn ang="0">
                  <a:pos x="272" y="1298"/>
                </a:cxn>
                <a:cxn ang="0">
                  <a:pos x="179" y="840"/>
                </a:cxn>
                <a:cxn ang="0">
                  <a:pos x="143" y="728"/>
                </a:cxn>
                <a:cxn ang="0">
                  <a:pos x="113" y="623"/>
                </a:cxn>
                <a:cxn ang="0">
                  <a:pos x="61" y="433"/>
                </a:cxn>
                <a:cxn ang="0">
                  <a:pos x="0" y="15"/>
                </a:cxn>
                <a:cxn ang="0">
                  <a:pos x="14" y="0"/>
                </a:cxn>
                <a:cxn ang="0">
                  <a:pos x="31" y="13"/>
                </a:cxn>
                <a:cxn ang="0">
                  <a:pos x="31" y="13"/>
                </a:cxn>
                <a:cxn ang="0">
                  <a:pos x="31" y="13"/>
                </a:cxn>
              </a:cxnLst>
              <a:rect l="0" t="0" r="r" b="b"/>
              <a:pathLst>
                <a:path w="421" h="1673">
                  <a:moveTo>
                    <a:pt x="31" y="13"/>
                  </a:moveTo>
                  <a:lnTo>
                    <a:pt x="56" y="234"/>
                  </a:lnTo>
                  <a:lnTo>
                    <a:pt x="75" y="331"/>
                  </a:lnTo>
                  <a:lnTo>
                    <a:pt x="97" y="424"/>
                  </a:lnTo>
                  <a:lnTo>
                    <a:pt x="126" y="517"/>
                  </a:lnTo>
                  <a:lnTo>
                    <a:pt x="156" y="614"/>
                  </a:lnTo>
                  <a:lnTo>
                    <a:pt x="189" y="715"/>
                  </a:lnTo>
                  <a:lnTo>
                    <a:pt x="225" y="825"/>
                  </a:lnTo>
                  <a:lnTo>
                    <a:pt x="333" y="1281"/>
                  </a:lnTo>
                  <a:lnTo>
                    <a:pt x="417" y="1616"/>
                  </a:lnTo>
                  <a:lnTo>
                    <a:pt x="421" y="1639"/>
                  </a:lnTo>
                  <a:lnTo>
                    <a:pt x="407" y="1673"/>
                  </a:lnTo>
                  <a:lnTo>
                    <a:pt x="375" y="1661"/>
                  </a:lnTo>
                  <a:lnTo>
                    <a:pt x="354" y="1635"/>
                  </a:lnTo>
                  <a:lnTo>
                    <a:pt x="339" y="1543"/>
                  </a:lnTo>
                  <a:lnTo>
                    <a:pt x="320" y="1464"/>
                  </a:lnTo>
                  <a:lnTo>
                    <a:pt x="299" y="1386"/>
                  </a:lnTo>
                  <a:lnTo>
                    <a:pt x="272" y="1298"/>
                  </a:lnTo>
                  <a:lnTo>
                    <a:pt x="179" y="840"/>
                  </a:lnTo>
                  <a:lnTo>
                    <a:pt x="143" y="728"/>
                  </a:lnTo>
                  <a:lnTo>
                    <a:pt x="113" y="623"/>
                  </a:lnTo>
                  <a:lnTo>
                    <a:pt x="61" y="433"/>
                  </a:lnTo>
                  <a:lnTo>
                    <a:pt x="0" y="15"/>
                  </a:lnTo>
                  <a:lnTo>
                    <a:pt x="14" y="0"/>
                  </a:lnTo>
                  <a:lnTo>
                    <a:pt x="31" y="13"/>
                  </a:lnTo>
                  <a:lnTo>
                    <a:pt x="31" y="13"/>
                  </a:lnTo>
                  <a:lnTo>
                    <a:pt x="31" y="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55" name="Freeform 144"/>
            <p:cNvSpPr>
              <a:spLocks/>
            </p:cNvSpPr>
            <p:nvPr/>
          </p:nvSpPr>
          <p:spPr bwMode="auto">
            <a:xfrm>
              <a:off x="2473" y="2244"/>
              <a:ext cx="687" cy="43"/>
            </a:xfrm>
            <a:custGeom>
              <a:avLst/>
              <a:gdLst/>
              <a:ahLst/>
              <a:cxnLst>
                <a:cxn ang="0">
                  <a:pos x="18" y="10"/>
                </a:cxn>
                <a:cxn ang="0">
                  <a:pos x="198" y="15"/>
                </a:cxn>
                <a:cxn ang="0">
                  <a:pos x="381" y="0"/>
                </a:cxn>
                <a:cxn ang="0">
                  <a:pos x="1337" y="12"/>
                </a:cxn>
                <a:cxn ang="0">
                  <a:pos x="1365" y="23"/>
                </a:cxn>
                <a:cxn ang="0">
                  <a:pos x="1375" y="50"/>
                </a:cxn>
                <a:cxn ang="0">
                  <a:pos x="1365" y="76"/>
                </a:cxn>
                <a:cxn ang="0">
                  <a:pos x="1337" y="88"/>
                </a:cxn>
                <a:cxn ang="0">
                  <a:pos x="860" y="76"/>
                </a:cxn>
                <a:cxn ang="0">
                  <a:pos x="381" y="65"/>
                </a:cxn>
                <a:cxn ang="0">
                  <a:pos x="194" y="63"/>
                </a:cxn>
                <a:cxn ang="0">
                  <a:pos x="12" y="40"/>
                </a:cxn>
                <a:cxn ang="0">
                  <a:pos x="0" y="21"/>
                </a:cxn>
                <a:cxn ang="0">
                  <a:pos x="18" y="10"/>
                </a:cxn>
                <a:cxn ang="0">
                  <a:pos x="18" y="10"/>
                </a:cxn>
                <a:cxn ang="0">
                  <a:pos x="18" y="10"/>
                </a:cxn>
              </a:cxnLst>
              <a:rect l="0" t="0" r="r" b="b"/>
              <a:pathLst>
                <a:path w="1375" h="88">
                  <a:moveTo>
                    <a:pt x="18" y="10"/>
                  </a:moveTo>
                  <a:lnTo>
                    <a:pt x="198" y="15"/>
                  </a:lnTo>
                  <a:lnTo>
                    <a:pt x="381" y="0"/>
                  </a:lnTo>
                  <a:lnTo>
                    <a:pt x="1337" y="12"/>
                  </a:lnTo>
                  <a:lnTo>
                    <a:pt x="1365" y="23"/>
                  </a:lnTo>
                  <a:lnTo>
                    <a:pt x="1375" y="50"/>
                  </a:lnTo>
                  <a:lnTo>
                    <a:pt x="1365" y="76"/>
                  </a:lnTo>
                  <a:lnTo>
                    <a:pt x="1337" y="88"/>
                  </a:lnTo>
                  <a:lnTo>
                    <a:pt x="860" y="76"/>
                  </a:lnTo>
                  <a:lnTo>
                    <a:pt x="381" y="65"/>
                  </a:lnTo>
                  <a:lnTo>
                    <a:pt x="194" y="63"/>
                  </a:lnTo>
                  <a:lnTo>
                    <a:pt x="12" y="40"/>
                  </a:lnTo>
                  <a:lnTo>
                    <a:pt x="0" y="2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8" y="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56" name="Freeform 145"/>
            <p:cNvSpPr>
              <a:spLocks/>
            </p:cNvSpPr>
            <p:nvPr/>
          </p:nvSpPr>
          <p:spPr bwMode="auto">
            <a:xfrm>
              <a:off x="3174" y="2246"/>
              <a:ext cx="130" cy="47"/>
            </a:xfrm>
            <a:custGeom>
              <a:avLst/>
              <a:gdLst/>
              <a:ahLst/>
              <a:cxnLst>
                <a:cxn ang="0">
                  <a:pos x="27" y="40"/>
                </a:cxn>
                <a:cxn ang="0">
                  <a:pos x="103" y="25"/>
                </a:cxn>
                <a:cxn ang="0">
                  <a:pos x="242" y="0"/>
                </a:cxn>
                <a:cxn ang="0">
                  <a:pos x="261" y="8"/>
                </a:cxn>
                <a:cxn ang="0">
                  <a:pos x="251" y="29"/>
                </a:cxn>
                <a:cxn ang="0">
                  <a:pos x="185" y="59"/>
                </a:cxn>
                <a:cxn ang="0">
                  <a:pos x="120" y="91"/>
                </a:cxn>
                <a:cxn ang="0">
                  <a:pos x="27" y="95"/>
                </a:cxn>
                <a:cxn ang="0">
                  <a:pos x="0" y="68"/>
                </a:cxn>
                <a:cxn ang="0">
                  <a:pos x="6" y="49"/>
                </a:cxn>
                <a:cxn ang="0">
                  <a:pos x="27" y="40"/>
                </a:cxn>
                <a:cxn ang="0">
                  <a:pos x="27" y="40"/>
                </a:cxn>
                <a:cxn ang="0">
                  <a:pos x="27" y="40"/>
                </a:cxn>
              </a:cxnLst>
              <a:rect l="0" t="0" r="r" b="b"/>
              <a:pathLst>
                <a:path w="261" h="95">
                  <a:moveTo>
                    <a:pt x="27" y="40"/>
                  </a:moveTo>
                  <a:lnTo>
                    <a:pt x="103" y="25"/>
                  </a:lnTo>
                  <a:lnTo>
                    <a:pt x="242" y="0"/>
                  </a:lnTo>
                  <a:lnTo>
                    <a:pt x="261" y="8"/>
                  </a:lnTo>
                  <a:lnTo>
                    <a:pt x="251" y="29"/>
                  </a:lnTo>
                  <a:lnTo>
                    <a:pt x="185" y="59"/>
                  </a:lnTo>
                  <a:lnTo>
                    <a:pt x="120" y="91"/>
                  </a:lnTo>
                  <a:lnTo>
                    <a:pt x="27" y="95"/>
                  </a:lnTo>
                  <a:lnTo>
                    <a:pt x="0" y="68"/>
                  </a:lnTo>
                  <a:lnTo>
                    <a:pt x="6" y="49"/>
                  </a:lnTo>
                  <a:lnTo>
                    <a:pt x="27" y="40"/>
                  </a:lnTo>
                  <a:lnTo>
                    <a:pt x="27" y="40"/>
                  </a:lnTo>
                  <a:lnTo>
                    <a:pt x="27" y="4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57" name="Freeform 146"/>
            <p:cNvSpPr>
              <a:spLocks/>
            </p:cNvSpPr>
            <p:nvPr/>
          </p:nvSpPr>
          <p:spPr bwMode="auto">
            <a:xfrm>
              <a:off x="2542" y="2255"/>
              <a:ext cx="105" cy="142"/>
            </a:xfrm>
            <a:custGeom>
              <a:avLst/>
              <a:gdLst/>
              <a:ahLst/>
              <a:cxnLst>
                <a:cxn ang="0">
                  <a:pos x="169" y="19"/>
                </a:cxn>
                <a:cxn ang="0">
                  <a:pos x="209" y="99"/>
                </a:cxn>
                <a:cxn ang="0">
                  <a:pos x="207" y="124"/>
                </a:cxn>
                <a:cxn ang="0">
                  <a:pos x="175" y="184"/>
                </a:cxn>
                <a:cxn ang="0">
                  <a:pos x="133" y="226"/>
                </a:cxn>
                <a:cxn ang="0">
                  <a:pos x="80" y="257"/>
                </a:cxn>
                <a:cxn ang="0">
                  <a:pos x="21" y="283"/>
                </a:cxn>
                <a:cxn ang="0">
                  <a:pos x="0" y="276"/>
                </a:cxn>
                <a:cxn ang="0">
                  <a:pos x="8" y="257"/>
                </a:cxn>
                <a:cxn ang="0">
                  <a:pos x="84" y="198"/>
                </a:cxn>
                <a:cxn ang="0">
                  <a:pos x="129" y="110"/>
                </a:cxn>
                <a:cxn ang="0">
                  <a:pos x="103" y="48"/>
                </a:cxn>
                <a:cxn ang="0">
                  <a:pos x="103" y="19"/>
                </a:cxn>
                <a:cxn ang="0">
                  <a:pos x="122" y="0"/>
                </a:cxn>
                <a:cxn ang="0">
                  <a:pos x="169" y="19"/>
                </a:cxn>
                <a:cxn ang="0">
                  <a:pos x="169" y="19"/>
                </a:cxn>
                <a:cxn ang="0">
                  <a:pos x="169" y="19"/>
                </a:cxn>
              </a:cxnLst>
              <a:rect l="0" t="0" r="r" b="b"/>
              <a:pathLst>
                <a:path w="209" h="283">
                  <a:moveTo>
                    <a:pt x="169" y="19"/>
                  </a:moveTo>
                  <a:lnTo>
                    <a:pt x="209" y="99"/>
                  </a:lnTo>
                  <a:lnTo>
                    <a:pt x="207" y="124"/>
                  </a:lnTo>
                  <a:lnTo>
                    <a:pt x="175" y="184"/>
                  </a:lnTo>
                  <a:lnTo>
                    <a:pt x="133" y="226"/>
                  </a:lnTo>
                  <a:lnTo>
                    <a:pt x="80" y="257"/>
                  </a:lnTo>
                  <a:lnTo>
                    <a:pt x="21" y="283"/>
                  </a:lnTo>
                  <a:lnTo>
                    <a:pt x="0" y="276"/>
                  </a:lnTo>
                  <a:lnTo>
                    <a:pt x="8" y="257"/>
                  </a:lnTo>
                  <a:lnTo>
                    <a:pt x="84" y="198"/>
                  </a:lnTo>
                  <a:lnTo>
                    <a:pt x="129" y="110"/>
                  </a:lnTo>
                  <a:lnTo>
                    <a:pt x="103" y="48"/>
                  </a:lnTo>
                  <a:lnTo>
                    <a:pt x="103" y="19"/>
                  </a:lnTo>
                  <a:lnTo>
                    <a:pt x="122" y="0"/>
                  </a:lnTo>
                  <a:lnTo>
                    <a:pt x="169" y="19"/>
                  </a:lnTo>
                  <a:lnTo>
                    <a:pt x="169" y="19"/>
                  </a:lnTo>
                  <a:lnTo>
                    <a:pt x="169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58" name="Freeform 147"/>
            <p:cNvSpPr>
              <a:spLocks/>
            </p:cNvSpPr>
            <p:nvPr/>
          </p:nvSpPr>
          <p:spPr bwMode="auto">
            <a:xfrm>
              <a:off x="2482" y="2385"/>
              <a:ext cx="51" cy="65"/>
            </a:xfrm>
            <a:custGeom>
              <a:avLst/>
              <a:gdLst/>
              <a:ahLst/>
              <a:cxnLst>
                <a:cxn ang="0">
                  <a:pos x="29" y="122"/>
                </a:cxn>
                <a:cxn ang="0">
                  <a:pos x="0" y="80"/>
                </a:cxn>
                <a:cxn ang="0">
                  <a:pos x="4" y="57"/>
                </a:cxn>
                <a:cxn ang="0">
                  <a:pos x="38" y="25"/>
                </a:cxn>
                <a:cxn ang="0">
                  <a:pos x="78" y="0"/>
                </a:cxn>
                <a:cxn ang="0">
                  <a:pos x="101" y="6"/>
                </a:cxn>
                <a:cxn ang="0">
                  <a:pos x="95" y="29"/>
                </a:cxn>
                <a:cxn ang="0">
                  <a:pos x="54" y="76"/>
                </a:cxn>
                <a:cxn ang="0">
                  <a:pos x="61" y="105"/>
                </a:cxn>
                <a:cxn ang="0">
                  <a:pos x="54" y="130"/>
                </a:cxn>
                <a:cxn ang="0">
                  <a:pos x="29" y="122"/>
                </a:cxn>
                <a:cxn ang="0">
                  <a:pos x="29" y="122"/>
                </a:cxn>
                <a:cxn ang="0">
                  <a:pos x="29" y="122"/>
                </a:cxn>
              </a:cxnLst>
              <a:rect l="0" t="0" r="r" b="b"/>
              <a:pathLst>
                <a:path w="101" h="130">
                  <a:moveTo>
                    <a:pt x="29" y="122"/>
                  </a:moveTo>
                  <a:lnTo>
                    <a:pt x="0" y="80"/>
                  </a:lnTo>
                  <a:lnTo>
                    <a:pt x="4" y="57"/>
                  </a:lnTo>
                  <a:lnTo>
                    <a:pt x="38" y="25"/>
                  </a:lnTo>
                  <a:lnTo>
                    <a:pt x="78" y="0"/>
                  </a:lnTo>
                  <a:lnTo>
                    <a:pt x="101" y="6"/>
                  </a:lnTo>
                  <a:lnTo>
                    <a:pt x="95" y="29"/>
                  </a:lnTo>
                  <a:lnTo>
                    <a:pt x="54" y="76"/>
                  </a:lnTo>
                  <a:lnTo>
                    <a:pt x="61" y="105"/>
                  </a:lnTo>
                  <a:lnTo>
                    <a:pt x="54" y="130"/>
                  </a:lnTo>
                  <a:lnTo>
                    <a:pt x="29" y="122"/>
                  </a:lnTo>
                  <a:lnTo>
                    <a:pt x="29" y="122"/>
                  </a:lnTo>
                  <a:lnTo>
                    <a:pt x="29" y="12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59" name="Freeform 148"/>
            <p:cNvSpPr>
              <a:spLocks/>
            </p:cNvSpPr>
            <p:nvPr/>
          </p:nvSpPr>
          <p:spPr bwMode="auto">
            <a:xfrm>
              <a:off x="3055" y="2252"/>
              <a:ext cx="152" cy="93"/>
            </a:xfrm>
            <a:custGeom>
              <a:avLst/>
              <a:gdLst/>
              <a:ahLst/>
              <a:cxnLst>
                <a:cxn ang="0">
                  <a:pos x="66" y="29"/>
                </a:cxn>
                <a:cxn ang="0">
                  <a:pos x="76" y="63"/>
                </a:cxn>
                <a:cxn ang="0">
                  <a:pos x="95" y="88"/>
                </a:cxn>
                <a:cxn ang="0">
                  <a:pos x="121" y="107"/>
                </a:cxn>
                <a:cxn ang="0">
                  <a:pos x="152" y="124"/>
                </a:cxn>
                <a:cxn ang="0">
                  <a:pos x="287" y="128"/>
                </a:cxn>
                <a:cxn ang="0">
                  <a:pos x="304" y="141"/>
                </a:cxn>
                <a:cxn ang="0">
                  <a:pos x="293" y="156"/>
                </a:cxn>
                <a:cxn ang="0">
                  <a:pos x="215" y="175"/>
                </a:cxn>
                <a:cxn ang="0">
                  <a:pos x="139" y="187"/>
                </a:cxn>
                <a:cxn ang="0">
                  <a:pos x="47" y="130"/>
                </a:cxn>
                <a:cxn ang="0">
                  <a:pos x="0" y="36"/>
                </a:cxn>
                <a:cxn ang="0">
                  <a:pos x="7" y="10"/>
                </a:cxn>
                <a:cxn ang="0">
                  <a:pos x="30" y="0"/>
                </a:cxn>
                <a:cxn ang="0">
                  <a:pos x="66" y="29"/>
                </a:cxn>
                <a:cxn ang="0">
                  <a:pos x="66" y="29"/>
                </a:cxn>
                <a:cxn ang="0">
                  <a:pos x="66" y="29"/>
                </a:cxn>
              </a:cxnLst>
              <a:rect l="0" t="0" r="r" b="b"/>
              <a:pathLst>
                <a:path w="304" h="187">
                  <a:moveTo>
                    <a:pt x="66" y="29"/>
                  </a:moveTo>
                  <a:lnTo>
                    <a:pt x="76" y="63"/>
                  </a:lnTo>
                  <a:lnTo>
                    <a:pt x="95" y="88"/>
                  </a:lnTo>
                  <a:lnTo>
                    <a:pt x="121" y="107"/>
                  </a:lnTo>
                  <a:lnTo>
                    <a:pt x="152" y="124"/>
                  </a:lnTo>
                  <a:lnTo>
                    <a:pt x="287" y="128"/>
                  </a:lnTo>
                  <a:lnTo>
                    <a:pt x="304" y="141"/>
                  </a:lnTo>
                  <a:lnTo>
                    <a:pt x="293" y="156"/>
                  </a:lnTo>
                  <a:lnTo>
                    <a:pt x="215" y="175"/>
                  </a:lnTo>
                  <a:lnTo>
                    <a:pt x="139" y="187"/>
                  </a:lnTo>
                  <a:lnTo>
                    <a:pt x="47" y="130"/>
                  </a:lnTo>
                  <a:lnTo>
                    <a:pt x="0" y="36"/>
                  </a:lnTo>
                  <a:lnTo>
                    <a:pt x="7" y="10"/>
                  </a:lnTo>
                  <a:lnTo>
                    <a:pt x="30" y="0"/>
                  </a:lnTo>
                  <a:lnTo>
                    <a:pt x="66" y="29"/>
                  </a:lnTo>
                  <a:lnTo>
                    <a:pt x="66" y="29"/>
                  </a:lnTo>
                  <a:lnTo>
                    <a:pt x="66" y="2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60" name="Freeform 149"/>
            <p:cNvSpPr>
              <a:spLocks/>
            </p:cNvSpPr>
            <p:nvPr/>
          </p:nvSpPr>
          <p:spPr bwMode="auto">
            <a:xfrm>
              <a:off x="3228" y="2321"/>
              <a:ext cx="25" cy="83"/>
            </a:xfrm>
            <a:custGeom>
              <a:avLst/>
              <a:gdLst/>
              <a:ahLst/>
              <a:cxnLst>
                <a:cxn ang="0">
                  <a:pos x="43" y="17"/>
                </a:cxn>
                <a:cxn ang="0">
                  <a:pos x="49" y="71"/>
                </a:cxn>
                <a:cxn ang="0">
                  <a:pos x="40" y="152"/>
                </a:cxn>
                <a:cxn ang="0">
                  <a:pos x="24" y="167"/>
                </a:cxn>
                <a:cxn ang="0">
                  <a:pos x="9" y="152"/>
                </a:cxn>
                <a:cxn ang="0">
                  <a:pos x="0" y="71"/>
                </a:cxn>
                <a:cxn ang="0">
                  <a:pos x="5" y="17"/>
                </a:cxn>
                <a:cxn ang="0">
                  <a:pos x="24" y="0"/>
                </a:cxn>
                <a:cxn ang="0">
                  <a:pos x="43" y="17"/>
                </a:cxn>
                <a:cxn ang="0">
                  <a:pos x="43" y="17"/>
                </a:cxn>
                <a:cxn ang="0">
                  <a:pos x="43" y="17"/>
                </a:cxn>
              </a:cxnLst>
              <a:rect l="0" t="0" r="r" b="b"/>
              <a:pathLst>
                <a:path w="49" h="167">
                  <a:moveTo>
                    <a:pt x="43" y="17"/>
                  </a:moveTo>
                  <a:lnTo>
                    <a:pt x="49" y="71"/>
                  </a:lnTo>
                  <a:lnTo>
                    <a:pt x="40" y="152"/>
                  </a:lnTo>
                  <a:lnTo>
                    <a:pt x="24" y="167"/>
                  </a:lnTo>
                  <a:lnTo>
                    <a:pt x="9" y="152"/>
                  </a:lnTo>
                  <a:lnTo>
                    <a:pt x="0" y="71"/>
                  </a:lnTo>
                  <a:lnTo>
                    <a:pt x="5" y="17"/>
                  </a:lnTo>
                  <a:lnTo>
                    <a:pt x="24" y="0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61" name="Freeform 150"/>
            <p:cNvSpPr>
              <a:spLocks/>
            </p:cNvSpPr>
            <p:nvPr/>
          </p:nvSpPr>
          <p:spPr bwMode="auto">
            <a:xfrm>
              <a:off x="2529" y="2148"/>
              <a:ext cx="33" cy="70"/>
            </a:xfrm>
            <a:custGeom>
              <a:avLst/>
              <a:gdLst/>
              <a:ahLst/>
              <a:cxnLst>
                <a:cxn ang="0">
                  <a:pos x="51" y="27"/>
                </a:cxn>
                <a:cxn ang="0">
                  <a:pos x="66" y="122"/>
                </a:cxn>
                <a:cxn ang="0">
                  <a:pos x="57" y="141"/>
                </a:cxn>
                <a:cxn ang="0">
                  <a:pos x="38" y="133"/>
                </a:cxn>
                <a:cxn ang="0">
                  <a:pos x="0" y="31"/>
                </a:cxn>
                <a:cxn ang="0">
                  <a:pos x="5" y="8"/>
                </a:cxn>
                <a:cxn ang="0">
                  <a:pos x="20" y="0"/>
                </a:cxn>
                <a:cxn ang="0">
                  <a:pos x="51" y="27"/>
                </a:cxn>
                <a:cxn ang="0">
                  <a:pos x="51" y="27"/>
                </a:cxn>
                <a:cxn ang="0">
                  <a:pos x="51" y="27"/>
                </a:cxn>
              </a:cxnLst>
              <a:rect l="0" t="0" r="r" b="b"/>
              <a:pathLst>
                <a:path w="66" h="141">
                  <a:moveTo>
                    <a:pt x="51" y="27"/>
                  </a:moveTo>
                  <a:lnTo>
                    <a:pt x="66" y="122"/>
                  </a:lnTo>
                  <a:lnTo>
                    <a:pt x="57" y="141"/>
                  </a:lnTo>
                  <a:lnTo>
                    <a:pt x="38" y="133"/>
                  </a:lnTo>
                  <a:lnTo>
                    <a:pt x="0" y="31"/>
                  </a:lnTo>
                  <a:lnTo>
                    <a:pt x="5" y="8"/>
                  </a:lnTo>
                  <a:lnTo>
                    <a:pt x="20" y="0"/>
                  </a:lnTo>
                  <a:lnTo>
                    <a:pt x="51" y="27"/>
                  </a:lnTo>
                  <a:lnTo>
                    <a:pt x="51" y="27"/>
                  </a:lnTo>
                  <a:lnTo>
                    <a:pt x="51" y="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62" name="Freeform 151"/>
            <p:cNvSpPr>
              <a:spLocks/>
            </p:cNvSpPr>
            <p:nvPr/>
          </p:nvSpPr>
          <p:spPr bwMode="auto">
            <a:xfrm>
              <a:off x="2532" y="2105"/>
              <a:ext cx="606" cy="60"/>
            </a:xfrm>
            <a:custGeom>
              <a:avLst/>
              <a:gdLst/>
              <a:ahLst/>
              <a:cxnLst>
                <a:cxn ang="0">
                  <a:pos x="2" y="87"/>
                </a:cxn>
                <a:cxn ang="0">
                  <a:pos x="122" y="74"/>
                </a:cxn>
                <a:cxn ang="0">
                  <a:pos x="616" y="19"/>
                </a:cxn>
                <a:cxn ang="0">
                  <a:pos x="909" y="0"/>
                </a:cxn>
                <a:cxn ang="0">
                  <a:pos x="1200" y="5"/>
                </a:cxn>
                <a:cxn ang="0">
                  <a:pos x="1213" y="21"/>
                </a:cxn>
                <a:cxn ang="0">
                  <a:pos x="1200" y="36"/>
                </a:cxn>
                <a:cxn ang="0">
                  <a:pos x="593" y="70"/>
                </a:cxn>
                <a:cxn ang="0">
                  <a:pos x="124" y="114"/>
                </a:cxn>
                <a:cxn ang="0">
                  <a:pos x="25" y="119"/>
                </a:cxn>
                <a:cxn ang="0">
                  <a:pos x="0" y="106"/>
                </a:cxn>
                <a:cxn ang="0">
                  <a:pos x="2" y="87"/>
                </a:cxn>
                <a:cxn ang="0">
                  <a:pos x="2" y="87"/>
                </a:cxn>
                <a:cxn ang="0">
                  <a:pos x="2" y="87"/>
                </a:cxn>
              </a:cxnLst>
              <a:rect l="0" t="0" r="r" b="b"/>
              <a:pathLst>
                <a:path w="1213" h="119">
                  <a:moveTo>
                    <a:pt x="2" y="87"/>
                  </a:moveTo>
                  <a:lnTo>
                    <a:pt x="122" y="74"/>
                  </a:lnTo>
                  <a:lnTo>
                    <a:pt x="616" y="19"/>
                  </a:lnTo>
                  <a:lnTo>
                    <a:pt x="909" y="0"/>
                  </a:lnTo>
                  <a:lnTo>
                    <a:pt x="1200" y="5"/>
                  </a:lnTo>
                  <a:lnTo>
                    <a:pt x="1213" y="21"/>
                  </a:lnTo>
                  <a:lnTo>
                    <a:pt x="1200" y="36"/>
                  </a:lnTo>
                  <a:lnTo>
                    <a:pt x="593" y="70"/>
                  </a:lnTo>
                  <a:lnTo>
                    <a:pt x="124" y="114"/>
                  </a:lnTo>
                  <a:lnTo>
                    <a:pt x="25" y="119"/>
                  </a:lnTo>
                  <a:lnTo>
                    <a:pt x="0" y="106"/>
                  </a:lnTo>
                  <a:lnTo>
                    <a:pt x="2" y="87"/>
                  </a:lnTo>
                  <a:lnTo>
                    <a:pt x="2" y="87"/>
                  </a:lnTo>
                  <a:lnTo>
                    <a:pt x="2" y="8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63" name="Freeform 152"/>
            <p:cNvSpPr>
              <a:spLocks/>
            </p:cNvSpPr>
            <p:nvPr/>
          </p:nvSpPr>
          <p:spPr bwMode="auto">
            <a:xfrm>
              <a:off x="3121" y="2108"/>
              <a:ext cx="24" cy="80"/>
            </a:xfrm>
            <a:custGeom>
              <a:avLst/>
              <a:gdLst/>
              <a:ahLst/>
              <a:cxnLst>
                <a:cxn ang="0">
                  <a:pos x="47" y="25"/>
                </a:cxn>
                <a:cxn ang="0">
                  <a:pos x="38" y="147"/>
                </a:cxn>
                <a:cxn ang="0">
                  <a:pos x="23" y="160"/>
                </a:cxn>
                <a:cxn ang="0">
                  <a:pos x="8" y="147"/>
                </a:cxn>
                <a:cxn ang="0">
                  <a:pos x="0" y="25"/>
                </a:cxn>
                <a:cxn ang="0">
                  <a:pos x="8" y="6"/>
                </a:cxn>
                <a:cxn ang="0">
                  <a:pos x="23" y="0"/>
                </a:cxn>
                <a:cxn ang="0">
                  <a:pos x="47" y="25"/>
                </a:cxn>
                <a:cxn ang="0">
                  <a:pos x="47" y="25"/>
                </a:cxn>
                <a:cxn ang="0">
                  <a:pos x="47" y="25"/>
                </a:cxn>
              </a:cxnLst>
              <a:rect l="0" t="0" r="r" b="b"/>
              <a:pathLst>
                <a:path w="47" h="160">
                  <a:moveTo>
                    <a:pt x="47" y="25"/>
                  </a:moveTo>
                  <a:lnTo>
                    <a:pt x="38" y="147"/>
                  </a:lnTo>
                  <a:lnTo>
                    <a:pt x="23" y="160"/>
                  </a:lnTo>
                  <a:lnTo>
                    <a:pt x="8" y="147"/>
                  </a:lnTo>
                  <a:lnTo>
                    <a:pt x="0" y="25"/>
                  </a:lnTo>
                  <a:lnTo>
                    <a:pt x="8" y="6"/>
                  </a:lnTo>
                  <a:lnTo>
                    <a:pt x="23" y="0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2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64" name="Freeform 153"/>
            <p:cNvSpPr>
              <a:spLocks/>
            </p:cNvSpPr>
            <p:nvPr/>
          </p:nvSpPr>
          <p:spPr bwMode="auto">
            <a:xfrm>
              <a:off x="2996" y="2139"/>
              <a:ext cx="23" cy="61"/>
            </a:xfrm>
            <a:custGeom>
              <a:avLst/>
              <a:gdLst/>
              <a:ahLst/>
              <a:cxnLst>
                <a:cxn ang="0">
                  <a:pos x="46" y="23"/>
                </a:cxn>
                <a:cxn ang="0">
                  <a:pos x="38" y="108"/>
                </a:cxn>
                <a:cxn ang="0">
                  <a:pos x="23" y="122"/>
                </a:cxn>
                <a:cxn ang="0">
                  <a:pos x="9" y="105"/>
                </a:cxn>
                <a:cxn ang="0">
                  <a:pos x="0" y="23"/>
                </a:cxn>
                <a:cxn ang="0">
                  <a:pos x="7" y="6"/>
                </a:cxn>
                <a:cxn ang="0">
                  <a:pos x="23" y="0"/>
                </a:cxn>
                <a:cxn ang="0">
                  <a:pos x="46" y="23"/>
                </a:cxn>
                <a:cxn ang="0">
                  <a:pos x="46" y="23"/>
                </a:cxn>
                <a:cxn ang="0">
                  <a:pos x="46" y="23"/>
                </a:cxn>
              </a:cxnLst>
              <a:rect l="0" t="0" r="r" b="b"/>
              <a:pathLst>
                <a:path w="46" h="122">
                  <a:moveTo>
                    <a:pt x="46" y="23"/>
                  </a:moveTo>
                  <a:lnTo>
                    <a:pt x="38" y="108"/>
                  </a:lnTo>
                  <a:lnTo>
                    <a:pt x="23" y="122"/>
                  </a:lnTo>
                  <a:lnTo>
                    <a:pt x="9" y="105"/>
                  </a:lnTo>
                  <a:lnTo>
                    <a:pt x="0" y="23"/>
                  </a:lnTo>
                  <a:lnTo>
                    <a:pt x="7" y="6"/>
                  </a:lnTo>
                  <a:lnTo>
                    <a:pt x="23" y="0"/>
                  </a:lnTo>
                  <a:lnTo>
                    <a:pt x="46" y="23"/>
                  </a:lnTo>
                  <a:lnTo>
                    <a:pt x="46" y="23"/>
                  </a:lnTo>
                  <a:lnTo>
                    <a:pt x="46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65" name="Freeform 154"/>
            <p:cNvSpPr>
              <a:spLocks/>
            </p:cNvSpPr>
            <p:nvPr/>
          </p:nvSpPr>
          <p:spPr bwMode="auto">
            <a:xfrm>
              <a:off x="2882" y="2138"/>
              <a:ext cx="29" cy="61"/>
            </a:xfrm>
            <a:custGeom>
              <a:avLst/>
              <a:gdLst/>
              <a:ahLst/>
              <a:cxnLst>
                <a:cxn ang="0">
                  <a:pos x="57" y="17"/>
                </a:cxn>
                <a:cxn ang="0">
                  <a:pos x="47" y="97"/>
                </a:cxn>
                <a:cxn ang="0">
                  <a:pos x="32" y="122"/>
                </a:cxn>
                <a:cxn ang="0">
                  <a:pos x="17" y="103"/>
                </a:cxn>
                <a:cxn ang="0">
                  <a:pos x="0" y="15"/>
                </a:cxn>
                <a:cxn ang="0">
                  <a:pos x="9" y="2"/>
                </a:cxn>
                <a:cxn ang="0">
                  <a:pos x="28" y="0"/>
                </a:cxn>
                <a:cxn ang="0">
                  <a:pos x="57" y="17"/>
                </a:cxn>
                <a:cxn ang="0">
                  <a:pos x="57" y="17"/>
                </a:cxn>
                <a:cxn ang="0">
                  <a:pos x="57" y="17"/>
                </a:cxn>
              </a:cxnLst>
              <a:rect l="0" t="0" r="r" b="b"/>
              <a:pathLst>
                <a:path w="57" h="122">
                  <a:moveTo>
                    <a:pt x="57" y="17"/>
                  </a:moveTo>
                  <a:lnTo>
                    <a:pt x="47" y="97"/>
                  </a:lnTo>
                  <a:lnTo>
                    <a:pt x="32" y="122"/>
                  </a:lnTo>
                  <a:lnTo>
                    <a:pt x="17" y="103"/>
                  </a:lnTo>
                  <a:lnTo>
                    <a:pt x="0" y="15"/>
                  </a:lnTo>
                  <a:lnTo>
                    <a:pt x="9" y="2"/>
                  </a:lnTo>
                  <a:lnTo>
                    <a:pt x="28" y="0"/>
                  </a:lnTo>
                  <a:lnTo>
                    <a:pt x="57" y="17"/>
                  </a:lnTo>
                  <a:lnTo>
                    <a:pt x="57" y="17"/>
                  </a:lnTo>
                  <a:lnTo>
                    <a:pt x="57" y="1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66" name="Freeform 155"/>
            <p:cNvSpPr>
              <a:spLocks/>
            </p:cNvSpPr>
            <p:nvPr/>
          </p:nvSpPr>
          <p:spPr bwMode="auto">
            <a:xfrm>
              <a:off x="2751" y="2134"/>
              <a:ext cx="27" cy="64"/>
            </a:xfrm>
            <a:custGeom>
              <a:avLst/>
              <a:gdLst/>
              <a:ahLst/>
              <a:cxnLst>
                <a:cxn ang="0">
                  <a:pos x="54" y="24"/>
                </a:cxn>
                <a:cxn ang="0">
                  <a:pos x="48" y="104"/>
                </a:cxn>
                <a:cxn ang="0">
                  <a:pos x="31" y="127"/>
                </a:cxn>
                <a:cxn ang="0">
                  <a:pos x="12" y="108"/>
                </a:cxn>
                <a:cxn ang="0">
                  <a:pos x="0" y="24"/>
                </a:cxn>
                <a:cxn ang="0">
                  <a:pos x="8" y="7"/>
                </a:cxn>
                <a:cxn ang="0">
                  <a:pos x="27" y="0"/>
                </a:cxn>
                <a:cxn ang="0">
                  <a:pos x="54" y="24"/>
                </a:cxn>
                <a:cxn ang="0">
                  <a:pos x="54" y="24"/>
                </a:cxn>
                <a:cxn ang="0">
                  <a:pos x="54" y="24"/>
                </a:cxn>
              </a:cxnLst>
              <a:rect l="0" t="0" r="r" b="b"/>
              <a:pathLst>
                <a:path w="54" h="127">
                  <a:moveTo>
                    <a:pt x="54" y="24"/>
                  </a:moveTo>
                  <a:lnTo>
                    <a:pt x="48" y="104"/>
                  </a:lnTo>
                  <a:lnTo>
                    <a:pt x="31" y="127"/>
                  </a:lnTo>
                  <a:lnTo>
                    <a:pt x="12" y="108"/>
                  </a:lnTo>
                  <a:lnTo>
                    <a:pt x="0" y="24"/>
                  </a:lnTo>
                  <a:lnTo>
                    <a:pt x="8" y="7"/>
                  </a:lnTo>
                  <a:lnTo>
                    <a:pt x="27" y="0"/>
                  </a:lnTo>
                  <a:lnTo>
                    <a:pt x="54" y="24"/>
                  </a:lnTo>
                  <a:lnTo>
                    <a:pt x="54" y="24"/>
                  </a:lnTo>
                  <a:lnTo>
                    <a:pt x="54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67" name="Freeform 156"/>
            <p:cNvSpPr>
              <a:spLocks/>
            </p:cNvSpPr>
            <p:nvPr/>
          </p:nvSpPr>
          <p:spPr bwMode="auto">
            <a:xfrm>
              <a:off x="2637" y="2141"/>
              <a:ext cx="29" cy="68"/>
            </a:xfrm>
            <a:custGeom>
              <a:avLst/>
              <a:gdLst/>
              <a:ahLst/>
              <a:cxnLst>
                <a:cxn ang="0">
                  <a:pos x="57" y="21"/>
                </a:cxn>
                <a:cxn ang="0">
                  <a:pos x="54" y="59"/>
                </a:cxn>
                <a:cxn ang="0">
                  <a:pos x="54" y="122"/>
                </a:cxn>
                <a:cxn ang="0">
                  <a:pos x="38" y="137"/>
                </a:cxn>
                <a:cxn ang="0">
                  <a:pos x="23" y="122"/>
                </a:cxn>
                <a:cxn ang="0">
                  <a:pos x="8" y="63"/>
                </a:cxn>
                <a:cxn ang="0">
                  <a:pos x="0" y="19"/>
                </a:cxn>
                <a:cxn ang="0">
                  <a:pos x="8" y="4"/>
                </a:cxn>
                <a:cxn ang="0">
                  <a:pos x="29" y="0"/>
                </a:cxn>
                <a:cxn ang="0">
                  <a:pos x="57" y="21"/>
                </a:cxn>
                <a:cxn ang="0">
                  <a:pos x="57" y="21"/>
                </a:cxn>
                <a:cxn ang="0">
                  <a:pos x="57" y="21"/>
                </a:cxn>
              </a:cxnLst>
              <a:rect l="0" t="0" r="r" b="b"/>
              <a:pathLst>
                <a:path w="57" h="137">
                  <a:moveTo>
                    <a:pt x="57" y="21"/>
                  </a:moveTo>
                  <a:lnTo>
                    <a:pt x="54" y="59"/>
                  </a:lnTo>
                  <a:lnTo>
                    <a:pt x="54" y="122"/>
                  </a:lnTo>
                  <a:lnTo>
                    <a:pt x="38" y="137"/>
                  </a:lnTo>
                  <a:lnTo>
                    <a:pt x="23" y="122"/>
                  </a:lnTo>
                  <a:lnTo>
                    <a:pt x="8" y="63"/>
                  </a:lnTo>
                  <a:lnTo>
                    <a:pt x="0" y="19"/>
                  </a:lnTo>
                  <a:lnTo>
                    <a:pt x="8" y="4"/>
                  </a:lnTo>
                  <a:lnTo>
                    <a:pt x="29" y="0"/>
                  </a:lnTo>
                  <a:lnTo>
                    <a:pt x="57" y="21"/>
                  </a:lnTo>
                  <a:lnTo>
                    <a:pt x="57" y="21"/>
                  </a:lnTo>
                  <a:lnTo>
                    <a:pt x="57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68" name="Freeform 157"/>
            <p:cNvSpPr>
              <a:spLocks/>
            </p:cNvSpPr>
            <p:nvPr/>
          </p:nvSpPr>
          <p:spPr bwMode="auto">
            <a:xfrm>
              <a:off x="2971" y="1289"/>
              <a:ext cx="218" cy="93"/>
            </a:xfrm>
            <a:custGeom>
              <a:avLst/>
              <a:gdLst/>
              <a:ahLst/>
              <a:cxnLst>
                <a:cxn ang="0">
                  <a:pos x="17" y="0"/>
                </a:cxn>
                <a:cxn ang="0">
                  <a:pos x="245" y="9"/>
                </a:cxn>
                <a:cxn ang="0">
                  <a:pos x="342" y="44"/>
                </a:cxn>
                <a:cxn ang="0">
                  <a:pos x="420" y="116"/>
                </a:cxn>
                <a:cxn ang="0">
                  <a:pos x="431" y="139"/>
                </a:cxn>
                <a:cxn ang="0">
                  <a:pos x="437" y="165"/>
                </a:cxn>
                <a:cxn ang="0">
                  <a:pos x="422" y="184"/>
                </a:cxn>
                <a:cxn ang="0">
                  <a:pos x="376" y="173"/>
                </a:cxn>
                <a:cxn ang="0">
                  <a:pos x="361" y="154"/>
                </a:cxn>
                <a:cxn ang="0">
                  <a:pos x="330" y="116"/>
                </a:cxn>
                <a:cxn ang="0">
                  <a:pos x="294" y="85"/>
                </a:cxn>
                <a:cxn ang="0">
                  <a:pos x="254" y="64"/>
                </a:cxn>
                <a:cxn ang="0">
                  <a:pos x="212" y="49"/>
                </a:cxn>
                <a:cxn ang="0">
                  <a:pos x="17" y="30"/>
                </a:cxn>
                <a:cxn ang="0">
                  <a:pos x="0" y="15"/>
                </a:cxn>
                <a:cxn ang="0">
                  <a:pos x="17" y="0"/>
                </a:cxn>
                <a:cxn ang="0">
                  <a:pos x="17" y="0"/>
                </a:cxn>
                <a:cxn ang="0">
                  <a:pos x="17" y="0"/>
                </a:cxn>
              </a:cxnLst>
              <a:rect l="0" t="0" r="r" b="b"/>
              <a:pathLst>
                <a:path w="437" h="184">
                  <a:moveTo>
                    <a:pt x="17" y="0"/>
                  </a:moveTo>
                  <a:lnTo>
                    <a:pt x="245" y="9"/>
                  </a:lnTo>
                  <a:lnTo>
                    <a:pt x="342" y="44"/>
                  </a:lnTo>
                  <a:lnTo>
                    <a:pt x="420" y="116"/>
                  </a:lnTo>
                  <a:lnTo>
                    <a:pt x="431" y="139"/>
                  </a:lnTo>
                  <a:lnTo>
                    <a:pt x="437" y="165"/>
                  </a:lnTo>
                  <a:lnTo>
                    <a:pt x="422" y="184"/>
                  </a:lnTo>
                  <a:lnTo>
                    <a:pt x="376" y="173"/>
                  </a:lnTo>
                  <a:lnTo>
                    <a:pt x="361" y="154"/>
                  </a:lnTo>
                  <a:lnTo>
                    <a:pt x="330" y="116"/>
                  </a:lnTo>
                  <a:lnTo>
                    <a:pt x="294" y="85"/>
                  </a:lnTo>
                  <a:lnTo>
                    <a:pt x="254" y="64"/>
                  </a:lnTo>
                  <a:lnTo>
                    <a:pt x="212" y="49"/>
                  </a:lnTo>
                  <a:lnTo>
                    <a:pt x="17" y="30"/>
                  </a:lnTo>
                  <a:lnTo>
                    <a:pt x="0" y="15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69" name="Freeform 158"/>
            <p:cNvSpPr>
              <a:spLocks/>
            </p:cNvSpPr>
            <p:nvPr/>
          </p:nvSpPr>
          <p:spPr bwMode="auto">
            <a:xfrm>
              <a:off x="2364" y="1575"/>
              <a:ext cx="175" cy="496"/>
            </a:xfrm>
            <a:custGeom>
              <a:avLst/>
              <a:gdLst/>
              <a:ahLst/>
              <a:cxnLst>
                <a:cxn ang="0">
                  <a:pos x="66" y="30"/>
                </a:cxn>
                <a:cxn ang="0">
                  <a:pos x="80" y="152"/>
                </a:cxn>
                <a:cxn ang="0">
                  <a:pos x="100" y="276"/>
                </a:cxn>
                <a:cxn ang="0">
                  <a:pos x="140" y="367"/>
                </a:cxn>
                <a:cxn ang="0">
                  <a:pos x="235" y="605"/>
                </a:cxn>
                <a:cxn ang="0">
                  <a:pos x="289" y="762"/>
                </a:cxn>
                <a:cxn ang="0">
                  <a:pos x="349" y="943"/>
                </a:cxn>
                <a:cxn ang="0">
                  <a:pos x="348" y="975"/>
                </a:cxn>
                <a:cxn ang="0">
                  <a:pos x="323" y="992"/>
                </a:cxn>
                <a:cxn ang="0">
                  <a:pos x="294" y="992"/>
                </a:cxn>
                <a:cxn ang="0">
                  <a:pos x="273" y="968"/>
                </a:cxn>
                <a:cxn ang="0">
                  <a:pos x="218" y="785"/>
                </a:cxn>
                <a:cxn ang="0">
                  <a:pos x="180" y="622"/>
                </a:cxn>
                <a:cxn ang="0">
                  <a:pos x="70" y="283"/>
                </a:cxn>
                <a:cxn ang="0">
                  <a:pos x="30" y="158"/>
                </a:cxn>
                <a:cxn ang="0">
                  <a:pos x="0" y="32"/>
                </a:cxn>
                <a:cxn ang="0">
                  <a:pos x="9" y="8"/>
                </a:cxn>
                <a:cxn ang="0">
                  <a:pos x="32" y="0"/>
                </a:cxn>
                <a:cxn ang="0">
                  <a:pos x="66" y="30"/>
                </a:cxn>
                <a:cxn ang="0">
                  <a:pos x="66" y="30"/>
                </a:cxn>
              </a:cxnLst>
              <a:rect l="0" t="0" r="r" b="b"/>
              <a:pathLst>
                <a:path w="349" h="992">
                  <a:moveTo>
                    <a:pt x="66" y="30"/>
                  </a:moveTo>
                  <a:lnTo>
                    <a:pt x="80" y="152"/>
                  </a:lnTo>
                  <a:lnTo>
                    <a:pt x="100" y="276"/>
                  </a:lnTo>
                  <a:lnTo>
                    <a:pt x="140" y="367"/>
                  </a:lnTo>
                  <a:lnTo>
                    <a:pt x="235" y="605"/>
                  </a:lnTo>
                  <a:lnTo>
                    <a:pt x="289" y="762"/>
                  </a:lnTo>
                  <a:lnTo>
                    <a:pt x="349" y="943"/>
                  </a:lnTo>
                  <a:lnTo>
                    <a:pt x="348" y="975"/>
                  </a:lnTo>
                  <a:lnTo>
                    <a:pt x="323" y="992"/>
                  </a:lnTo>
                  <a:lnTo>
                    <a:pt x="294" y="992"/>
                  </a:lnTo>
                  <a:lnTo>
                    <a:pt x="273" y="968"/>
                  </a:lnTo>
                  <a:lnTo>
                    <a:pt x="218" y="785"/>
                  </a:lnTo>
                  <a:lnTo>
                    <a:pt x="180" y="622"/>
                  </a:lnTo>
                  <a:lnTo>
                    <a:pt x="70" y="283"/>
                  </a:lnTo>
                  <a:lnTo>
                    <a:pt x="30" y="158"/>
                  </a:lnTo>
                  <a:lnTo>
                    <a:pt x="0" y="32"/>
                  </a:lnTo>
                  <a:lnTo>
                    <a:pt x="9" y="8"/>
                  </a:lnTo>
                  <a:lnTo>
                    <a:pt x="32" y="0"/>
                  </a:lnTo>
                  <a:lnTo>
                    <a:pt x="66" y="30"/>
                  </a:lnTo>
                  <a:lnTo>
                    <a:pt x="66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70" name="Freeform 159"/>
            <p:cNvSpPr>
              <a:spLocks/>
            </p:cNvSpPr>
            <p:nvPr/>
          </p:nvSpPr>
          <p:spPr bwMode="auto">
            <a:xfrm>
              <a:off x="2537" y="1998"/>
              <a:ext cx="624" cy="92"/>
            </a:xfrm>
            <a:custGeom>
              <a:avLst/>
              <a:gdLst/>
              <a:ahLst/>
              <a:cxnLst>
                <a:cxn ang="0">
                  <a:pos x="38" y="133"/>
                </a:cxn>
                <a:cxn ang="0">
                  <a:pos x="264" y="102"/>
                </a:cxn>
                <a:cxn ang="0">
                  <a:pos x="477" y="83"/>
                </a:cxn>
                <a:cxn ang="0">
                  <a:pos x="842" y="34"/>
                </a:cxn>
                <a:cxn ang="0">
                  <a:pos x="1013" y="11"/>
                </a:cxn>
                <a:cxn ang="0">
                  <a:pos x="1207" y="0"/>
                </a:cxn>
                <a:cxn ang="0">
                  <a:pos x="1237" y="13"/>
                </a:cxn>
                <a:cxn ang="0">
                  <a:pos x="1247" y="38"/>
                </a:cxn>
                <a:cxn ang="0">
                  <a:pos x="1237" y="64"/>
                </a:cxn>
                <a:cxn ang="0">
                  <a:pos x="1207" y="76"/>
                </a:cxn>
                <a:cxn ang="0">
                  <a:pos x="846" y="104"/>
                </a:cxn>
                <a:cxn ang="0">
                  <a:pos x="676" y="129"/>
                </a:cxn>
                <a:cxn ang="0">
                  <a:pos x="483" y="148"/>
                </a:cxn>
                <a:cxn ang="0">
                  <a:pos x="0" y="182"/>
                </a:cxn>
                <a:cxn ang="0">
                  <a:pos x="3" y="161"/>
                </a:cxn>
                <a:cxn ang="0">
                  <a:pos x="38" y="133"/>
                </a:cxn>
                <a:cxn ang="0">
                  <a:pos x="38" y="133"/>
                </a:cxn>
                <a:cxn ang="0">
                  <a:pos x="38" y="133"/>
                </a:cxn>
              </a:cxnLst>
              <a:rect l="0" t="0" r="r" b="b"/>
              <a:pathLst>
                <a:path w="1247" h="182">
                  <a:moveTo>
                    <a:pt x="38" y="133"/>
                  </a:moveTo>
                  <a:lnTo>
                    <a:pt x="264" y="102"/>
                  </a:lnTo>
                  <a:lnTo>
                    <a:pt x="477" y="83"/>
                  </a:lnTo>
                  <a:lnTo>
                    <a:pt x="842" y="34"/>
                  </a:lnTo>
                  <a:lnTo>
                    <a:pt x="1013" y="11"/>
                  </a:lnTo>
                  <a:lnTo>
                    <a:pt x="1207" y="0"/>
                  </a:lnTo>
                  <a:lnTo>
                    <a:pt x="1237" y="13"/>
                  </a:lnTo>
                  <a:lnTo>
                    <a:pt x="1247" y="38"/>
                  </a:lnTo>
                  <a:lnTo>
                    <a:pt x="1237" y="64"/>
                  </a:lnTo>
                  <a:lnTo>
                    <a:pt x="1207" y="76"/>
                  </a:lnTo>
                  <a:lnTo>
                    <a:pt x="846" y="104"/>
                  </a:lnTo>
                  <a:lnTo>
                    <a:pt x="676" y="129"/>
                  </a:lnTo>
                  <a:lnTo>
                    <a:pt x="483" y="148"/>
                  </a:lnTo>
                  <a:lnTo>
                    <a:pt x="0" y="182"/>
                  </a:lnTo>
                  <a:lnTo>
                    <a:pt x="3" y="161"/>
                  </a:lnTo>
                  <a:lnTo>
                    <a:pt x="38" y="133"/>
                  </a:lnTo>
                  <a:lnTo>
                    <a:pt x="38" y="133"/>
                  </a:lnTo>
                  <a:lnTo>
                    <a:pt x="38" y="13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71" name="Freeform 160"/>
            <p:cNvSpPr>
              <a:spLocks/>
            </p:cNvSpPr>
            <p:nvPr/>
          </p:nvSpPr>
          <p:spPr bwMode="auto">
            <a:xfrm>
              <a:off x="3120" y="1265"/>
              <a:ext cx="129" cy="772"/>
            </a:xfrm>
            <a:custGeom>
              <a:avLst/>
              <a:gdLst/>
              <a:ahLst/>
              <a:cxnLst>
                <a:cxn ang="0">
                  <a:pos x="243" y="21"/>
                </a:cxn>
                <a:cxn ang="0">
                  <a:pos x="259" y="166"/>
                </a:cxn>
                <a:cxn ang="0">
                  <a:pos x="247" y="398"/>
                </a:cxn>
                <a:cxn ang="0">
                  <a:pos x="219" y="597"/>
                </a:cxn>
                <a:cxn ang="0">
                  <a:pos x="181" y="797"/>
                </a:cxn>
                <a:cxn ang="0">
                  <a:pos x="139" y="1031"/>
                </a:cxn>
                <a:cxn ang="0">
                  <a:pos x="108" y="1278"/>
                </a:cxn>
                <a:cxn ang="0">
                  <a:pos x="97" y="1396"/>
                </a:cxn>
                <a:cxn ang="0">
                  <a:pos x="76" y="1513"/>
                </a:cxn>
                <a:cxn ang="0">
                  <a:pos x="61" y="1540"/>
                </a:cxn>
                <a:cxn ang="0">
                  <a:pos x="32" y="1546"/>
                </a:cxn>
                <a:cxn ang="0">
                  <a:pos x="0" y="1502"/>
                </a:cxn>
                <a:cxn ang="0">
                  <a:pos x="27" y="1274"/>
                </a:cxn>
                <a:cxn ang="0">
                  <a:pos x="61" y="1017"/>
                </a:cxn>
                <a:cxn ang="0">
                  <a:pos x="84" y="896"/>
                </a:cxn>
                <a:cxn ang="0">
                  <a:pos x="106" y="785"/>
                </a:cxn>
                <a:cxn ang="0">
                  <a:pos x="152" y="584"/>
                </a:cxn>
                <a:cxn ang="0">
                  <a:pos x="202" y="151"/>
                </a:cxn>
                <a:cxn ang="0">
                  <a:pos x="184" y="65"/>
                </a:cxn>
                <a:cxn ang="0">
                  <a:pos x="194" y="31"/>
                </a:cxn>
                <a:cxn ang="0">
                  <a:pos x="215" y="6"/>
                </a:cxn>
                <a:cxn ang="0">
                  <a:pos x="234" y="0"/>
                </a:cxn>
                <a:cxn ang="0">
                  <a:pos x="243" y="21"/>
                </a:cxn>
                <a:cxn ang="0">
                  <a:pos x="243" y="21"/>
                </a:cxn>
                <a:cxn ang="0">
                  <a:pos x="243" y="21"/>
                </a:cxn>
              </a:cxnLst>
              <a:rect l="0" t="0" r="r" b="b"/>
              <a:pathLst>
                <a:path w="259" h="1546">
                  <a:moveTo>
                    <a:pt x="243" y="21"/>
                  </a:moveTo>
                  <a:lnTo>
                    <a:pt x="259" y="166"/>
                  </a:lnTo>
                  <a:lnTo>
                    <a:pt x="247" y="398"/>
                  </a:lnTo>
                  <a:lnTo>
                    <a:pt x="219" y="597"/>
                  </a:lnTo>
                  <a:lnTo>
                    <a:pt x="181" y="797"/>
                  </a:lnTo>
                  <a:lnTo>
                    <a:pt x="139" y="1031"/>
                  </a:lnTo>
                  <a:lnTo>
                    <a:pt x="108" y="1278"/>
                  </a:lnTo>
                  <a:lnTo>
                    <a:pt x="97" y="1396"/>
                  </a:lnTo>
                  <a:lnTo>
                    <a:pt x="76" y="1513"/>
                  </a:lnTo>
                  <a:lnTo>
                    <a:pt x="61" y="1540"/>
                  </a:lnTo>
                  <a:lnTo>
                    <a:pt x="32" y="1546"/>
                  </a:lnTo>
                  <a:lnTo>
                    <a:pt x="0" y="1502"/>
                  </a:lnTo>
                  <a:lnTo>
                    <a:pt x="27" y="1274"/>
                  </a:lnTo>
                  <a:lnTo>
                    <a:pt x="61" y="1017"/>
                  </a:lnTo>
                  <a:lnTo>
                    <a:pt x="84" y="896"/>
                  </a:lnTo>
                  <a:lnTo>
                    <a:pt x="106" y="785"/>
                  </a:lnTo>
                  <a:lnTo>
                    <a:pt x="152" y="584"/>
                  </a:lnTo>
                  <a:lnTo>
                    <a:pt x="202" y="151"/>
                  </a:lnTo>
                  <a:lnTo>
                    <a:pt x="184" y="65"/>
                  </a:lnTo>
                  <a:lnTo>
                    <a:pt x="194" y="31"/>
                  </a:lnTo>
                  <a:lnTo>
                    <a:pt x="215" y="6"/>
                  </a:lnTo>
                  <a:lnTo>
                    <a:pt x="234" y="0"/>
                  </a:lnTo>
                  <a:lnTo>
                    <a:pt x="243" y="21"/>
                  </a:lnTo>
                  <a:lnTo>
                    <a:pt x="243" y="21"/>
                  </a:lnTo>
                  <a:lnTo>
                    <a:pt x="243" y="2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72" name="Freeform 161"/>
            <p:cNvSpPr>
              <a:spLocks/>
            </p:cNvSpPr>
            <p:nvPr/>
          </p:nvSpPr>
          <p:spPr bwMode="auto">
            <a:xfrm>
              <a:off x="1960" y="2605"/>
              <a:ext cx="220" cy="252"/>
            </a:xfrm>
            <a:custGeom>
              <a:avLst/>
              <a:gdLst/>
              <a:ahLst/>
              <a:cxnLst>
                <a:cxn ang="0">
                  <a:pos x="439" y="20"/>
                </a:cxn>
                <a:cxn ang="0">
                  <a:pos x="325" y="134"/>
                </a:cxn>
                <a:cxn ang="0">
                  <a:pos x="235" y="245"/>
                </a:cxn>
                <a:cxn ang="0">
                  <a:pos x="150" y="361"/>
                </a:cxn>
                <a:cxn ang="0">
                  <a:pos x="55" y="490"/>
                </a:cxn>
                <a:cxn ang="0">
                  <a:pos x="30" y="503"/>
                </a:cxn>
                <a:cxn ang="0">
                  <a:pos x="5" y="496"/>
                </a:cxn>
                <a:cxn ang="0">
                  <a:pos x="0" y="446"/>
                </a:cxn>
                <a:cxn ang="0">
                  <a:pos x="100" y="321"/>
                </a:cxn>
                <a:cxn ang="0">
                  <a:pos x="197" y="214"/>
                </a:cxn>
                <a:cxn ang="0">
                  <a:pos x="300" y="112"/>
                </a:cxn>
                <a:cxn ang="0">
                  <a:pos x="418" y="0"/>
                </a:cxn>
                <a:cxn ang="0">
                  <a:pos x="439" y="0"/>
                </a:cxn>
                <a:cxn ang="0">
                  <a:pos x="439" y="20"/>
                </a:cxn>
                <a:cxn ang="0">
                  <a:pos x="439" y="20"/>
                </a:cxn>
              </a:cxnLst>
              <a:rect l="0" t="0" r="r" b="b"/>
              <a:pathLst>
                <a:path w="439" h="503">
                  <a:moveTo>
                    <a:pt x="439" y="20"/>
                  </a:moveTo>
                  <a:lnTo>
                    <a:pt x="325" y="134"/>
                  </a:lnTo>
                  <a:lnTo>
                    <a:pt x="235" y="245"/>
                  </a:lnTo>
                  <a:lnTo>
                    <a:pt x="150" y="361"/>
                  </a:lnTo>
                  <a:lnTo>
                    <a:pt x="55" y="490"/>
                  </a:lnTo>
                  <a:lnTo>
                    <a:pt x="30" y="503"/>
                  </a:lnTo>
                  <a:lnTo>
                    <a:pt x="5" y="496"/>
                  </a:lnTo>
                  <a:lnTo>
                    <a:pt x="0" y="446"/>
                  </a:lnTo>
                  <a:lnTo>
                    <a:pt x="100" y="321"/>
                  </a:lnTo>
                  <a:lnTo>
                    <a:pt x="197" y="214"/>
                  </a:lnTo>
                  <a:lnTo>
                    <a:pt x="300" y="112"/>
                  </a:lnTo>
                  <a:lnTo>
                    <a:pt x="418" y="0"/>
                  </a:lnTo>
                  <a:lnTo>
                    <a:pt x="439" y="0"/>
                  </a:lnTo>
                  <a:lnTo>
                    <a:pt x="439" y="20"/>
                  </a:lnTo>
                  <a:lnTo>
                    <a:pt x="439" y="2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73" name="Freeform 162"/>
            <p:cNvSpPr>
              <a:spLocks/>
            </p:cNvSpPr>
            <p:nvPr/>
          </p:nvSpPr>
          <p:spPr bwMode="auto">
            <a:xfrm>
              <a:off x="1950" y="2840"/>
              <a:ext cx="64" cy="89"/>
            </a:xfrm>
            <a:custGeom>
              <a:avLst/>
              <a:gdLst/>
              <a:ahLst/>
              <a:cxnLst>
                <a:cxn ang="0">
                  <a:pos x="64" y="15"/>
                </a:cxn>
                <a:cxn ang="0">
                  <a:pos x="123" y="135"/>
                </a:cxn>
                <a:cxn ang="0">
                  <a:pos x="127" y="162"/>
                </a:cxn>
                <a:cxn ang="0">
                  <a:pos x="112" y="179"/>
                </a:cxn>
                <a:cxn ang="0">
                  <a:pos x="68" y="167"/>
                </a:cxn>
                <a:cxn ang="0">
                  <a:pos x="2" y="48"/>
                </a:cxn>
                <a:cxn ang="0">
                  <a:pos x="0" y="19"/>
                </a:cxn>
                <a:cxn ang="0">
                  <a:pos x="17" y="0"/>
                </a:cxn>
                <a:cxn ang="0">
                  <a:pos x="64" y="15"/>
                </a:cxn>
                <a:cxn ang="0">
                  <a:pos x="64" y="15"/>
                </a:cxn>
                <a:cxn ang="0">
                  <a:pos x="64" y="15"/>
                </a:cxn>
              </a:cxnLst>
              <a:rect l="0" t="0" r="r" b="b"/>
              <a:pathLst>
                <a:path w="127" h="179">
                  <a:moveTo>
                    <a:pt x="64" y="15"/>
                  </a:moveTo>
                  <a:lnTo>
                    <a:pt x="123" y="135"/>
                  </a:lnTo>
                  <a:lnTo>
                    <a:pt x="127" y="162"/>
                  </a:lnTo>
                  <a:lnTo>
                    <a:pt x="112" y="179"/>
                  </a:lnTo>
                  <a:lnTo>
                    <a:pt x="68" y="167"/>
                  </a:lnTo>
                  <a:lnTo>
                    <a:pt x="2" y="48"/>
                  </a:lnTo>
                  <a:lnTo>
                    <a:pt x="0" y="19"/>
                  </a:lnTo>
                  <a:lnTo>
                    <a:pt x="17" y="0"/>
                  </a:lnTo>
                  <a:lnTo>
                    <a:pt x="64" y="15"/>
                  </a:lnTo>
                  <a:lnTo>
                    <a:pt x="64" y="15"/>
                  </a:lnTo>
                  <a:lnTo>
                    <a:pt x="64" y="1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74" name="Freeform 163"/>
            <p:cNvSpPr>
              <a:spLocks/>
            </p:cNvSpPr>
            <p:nvPr/>
          </p:nvSpPr>
          <p:spPr bwMode="auto">
            <a:xfrm>
              <a:off x="2363" y="1257"/>
              <a:ext cx="853" cy="234"/>
            </a:xfrm>
            <a:custGeom>
              <a:avLst/>
              <a:gdLst/>
              <a:ahLst/>
              <a:cxnLst>
                <a:cxn ang="0">
                  <a:pos x="1692" y="31"/>
                </a:cxn>
                <a:cxn ang="0">
                  <a:pos x="1483" y="61"/>
                </a:cxn>
                <a:cxn ang="0">
                  <a:pos x="1300" y="86"/>
                </a:cxn>
                <a:cxn ang="0">
                  <a:pos x="912" y="145"/>
                </a:cxn>
                <a:cxn ang="0">
                  <a:pos x="705" y="198"/>
                </a:cxn>
                <a:cxn ang="0">
                  <a:pos x="504" y="261"/>
                </a:cxn>
                <a:cxn ang="0">
                  <a:pos x="374" y="295"/>
                </a:cxn>
                <a:cxn ang="0">
                  <a:pos x="262" y="329"/>
                </a:cxn>
                <a:cxn ang="0">
                  <a:pos x="159" y="378"/>
                </a:cxn>
                <a:cxn ang="0">
                  <a:pos x="57" y="456"/>
                </a:cxn>
                <a:cxn ang="0">
                  <a:pos x="32" y="468"/>
                </a:cxn>
                <a:cxn ang="0">
                  <a:pos x="9" y="456"/>
                </a:cxn>
                <a:cxn ang="0">
                  <a:pos x="0" y="435"/>
                </a:cxn>
                <a:cxn ang="0">
                  <a:pos x="9" y="411"/>
                </a:cxn>
                <a:cxn ang="0">
                  <a:pos x="64" y="363"/>
                </a:cxn>
                <a:cxn ang="0">
                  <a:pos x="118" y="325"/>
                </a:cxn>
                <a:cxn ang="0">
                  <a:pos x="228" y="272"/>
                </a:cxn>
                <a:cxn ang="0">
                  <a:pos x="348" y="234"/>
                </a:cxn>
                <a:cxn ang="0">
                  <a:pos x="485" y="198"/>
                </a:cxn>
                <a:cxn ang="0">
                  <a:pos x="690" y="135"/>
                </a:cxn>
                <a:cxn ang="0">
                  <a:pos x="899" y="84"/>
                </a:cxn>
                <a:cxn ang="0">
                  <a:pos x="1283" y="21"/>
                </a:cxn>
                <a:cxn ang="0">
                  <a:pos x="1467" y="6"/>
                </a:cxn>
                <a:cxn ang="0">
                  <a:pos x="1686" y="0"/>
                </a:cxn>
                <a:cxn ang="0">
                  <a:pos x="1705" y="13"/>
                </a:cxn>
                <a:cxn ang="0">
                  <a:pos x="1692" y="31"/>
                </a:cxn>
                <a:cxn ang="0">
                  <a:pos x="1692" y="31"/>
                </a:cxn>
              </a:cxnLst>
              <a:rect l="0" t="0" r="r" b="b"/>
              <a:pathLst>
                <a:path w="1705" h="468">
                  <a:moveTo>
                    <a:pt x="1692" y="31"/>
                  </a:moveTo>
                  <a:lnTo>
                    <a:pt x="1483" y="61"/>
                  </a:lnTo>
                  <a:lnTo>
                    <a:pt x="1300" y="86"/>
                  </a:lnTo>
                  <a:lnTo>
                    <a:pt x="912" y="145"/>
                  </a:lnTo>
                  <a:lnTo>
                    <a:pt x="705" y="198"/>
                  </a:lnTo>
                  <a:lnTo>
                    <a:pt x="504" y="261"/>
                  </a:lnTo>
                  <a:lnTo>
                    <a:pt x="374" y="295"/>
                  </a:lnTo>
                  <a:lnTo>
                    <a:pt x="262" y="329"/>
                  </a:lnTo>
                  <a:lnTo>
                    <a:pt x="159" y="378"/>
                  </a:lnTo>
                  <a:lnTo>
                    <a:pt x="57" y="456"/>
                  </a:lnTo>
                  <a:lnTo>
                    <a:pt x="32" y="468"/>
                  </a:lnTo>
                  <a:lnTo>
                    <a:pt x="9" y="456"/>
                  </a:lnTo>
                  <a:lnTo>
                    <a:pt x="0" y="435"/>
                  </a:lnTo>
                  <a:lnTo>
                    <a:pt x="9" y="411"/>
                  </a:lnTo>
                  <a:lnTo>
                    <a:pt x="64" y="363"/>
                  </a:lnTo>
                  <a:lnTo>
                    <a:pt x="118" y="325"/>
                  </a:lnTo>
                  <a:lnTo>
                    <a:pt x="228" y="272"/>
                  </a:lnTo>
                  <a:lnTo>
                    <a:pt x="348" y="234"/>
                  </a:lnTo>
                  <a:lnTo>
                    <a:pt x="485" y="198"/>
                  </a:lnTo>
                  <a:lnTo>
                    <a:pt x="690" y="135"/>
                  </a:lnTo>
                  <a:lnTo>
                    <a:pt x="899" y="84"/>
                  </a:lnTo>
                  <a:lnTo>
                    <a:pt x="1283" y="21"/>
                  </a:lnTo>
                  <a:lnTo>
                    <a:pt x="1467" y="6"/>
                  </a:lnTo>
                  <a:lnTo>
                    <a:pt x="1686" y="0"/>
                  </a:lnTo>
                  <a:lnTo>
                    <a:pt x="1705" y="13"/>
                  </a:lnTo>
                  <a:lnTo>
                    <a:pt x="1692" y="31"/>
                  </a:lnTo>
                  <a:lnTo>
                    <a:pt x="1692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75" name="Freeform 164"/>
            <p:cNvSpPr>
              <a:spLocks/>
            </p:cNvSpPr>
            <p:nvPr/>
          </p:nvSpPr>
          <p:spPr bwMode="auto">
            <a:xfrm>
              <a:off x="2419" y="1326"/>
              <a:ext cx="348" cy="390"/>
            </a:xfrm>
            <a:custGeom>
              <a:avLst/>
              <a:gdLst/>
              <a:ahLst/>
              <a:cxnLst>
                <a:cxn ang="0">
                  <a:pos x="46" y="770"/>
                </a:cxn>
                <a:cxn ang="0">
                  <a:pos x="0" y="460"/>
                </a:cxn>
                <a:cxn ang="0">
                  <a:pos x="8" y="392"/>
                </a:cxn>
                <a:cxn ang="0">
                  <a:pos x="29" y="323"/>
                </a:cxn>
                <a:cxn ang="0">
                  <a:pos x="63" y="260"/>
                </a:cxn>
                <a:cxn ang="0">
                  <a:pos x="112" y="198"/>
                </a:cxn>
                <a:cxn ang="0">
                  <a:pos x="213" y="139"/>
                </a:cxn>
                <a:cxn ang="0">
                  <a:pos x="333" y="93"/>
                </a:cxn>
                <a:cxn ang="0">
                  <a:pos x="441" y="61"/>
                </a:cxn>
                <a:cxn ang="0">
                  <a:pos x="551" y="32"/>
                </a:cxn>
                <a:cxn ang="0">
                  <a:pos x="679" y="0"/>
                </a:cxn>
                <a:cxn ang="0">
                  <a:pos x="698" y="10"/>
                </a:cxn>
                <a:cxn ang="0">
                  <a:pos x="688" y="29"/>
                </a:cxn>
                <a:cxn ang="0">
                  <a:pos x="565" y="68"/>
                </a:cxn>
                <a:cxn ang="0">
                  <a:pos x="462" y="110"/>
                </a:cxn>
                <a:cxn ang="0">
                  <a:pos x="359" y="156"/>
                </a:cxn>
                <a:cxn ang="0">
                  <a:pos x="243" y="207"/>
                </a:cxn>
                <a:cxn ang="0">
                  <a:pos x="165" y="253"/>
                </a:cxn>
                <a:cxn ang="0">
                  <a:pos x="118" y="310"/>
                </a:cxn>
                <a:cxn ang="0">
                  <a:pos x="84" y="367"/>
                </a:cxn>
                <a:cxn ang="0">
                  <a:pos x="49" y="489"/>
                </a:cxn>
                <a:cxn ang="0">
                  <a:pos x="51" y="618"/>
                </a:cxn>
                <a:cxn ang="0">
                  <a:pos x="76" y="762"/>
                </a:cxn>
                <a:cxn ang="0">
                  <a:pos x="65" y="781"/>
                </a:cxn>
                <a:cxn ang="0">
                  <a:pos x="46" y="770"/>
                </a:cxn>
                <a:cxn ang="0">
                  <a:pos x="46" y="770"/>
                </a:cxn>
              </a:cxnLst>
              <a:rect l="0" t="0" r="r" b="b"/>
              <a:pathLst>
                <a:path w="698" h="781">
                  <a:moveTo>
                    <a:pt x="46" y="770"/>
                  </a:moveTo>
                  <a:lnTo>
                    <a:pt x="0" y="460"/>
                  </a:lnTo>
                  <a:lnTo>
                    <a:pt x="8" y="392"/>
                  </a:lnTo>
                  <a:lnTo>
                    <a:pt x="29" y="323"/>
                  </a:lnTo>
                  <a:lnTo>
                    <a:pt x="63" y="260"/>
                  </a:lnTo>
                  <a:lnTo>
                    <a:pt x="112" y="198"/>
                  </a:lnTo>
                  <a:lnTo>
                    <a:pt x="213" y="139"/>
                  </a:lnTo>
                  <a:lnTo>
                    <a:pt x="333" y="93"/>
                  </a:lnTo>
                  <a:lnTo>
                    <a:pt x="441" y="61"/>
                  </a:lnTo>
                  <a:lnTo>
                    <a:pt x="551" y="32"/>
                  </a:lnTo>
                  <a:lnTo>
                    <a:pt x="679" y="0"/>
                  </a:lnTo>
                  <a:lnTo>
                    <a:pt x="698" y="10"/>
                  </a:lnTo>
                  <a:lnTo>
                    <a:pt x="688" y="29"/>
                  </a:lnTo>
                  <a:lnTo>
                    <a:pt x="565" y="68"/>
                  </a:lnTo>
                  <a:lnTo>
                    <a:pt x="462" y="110"/>
                  </a:lnTo>
                  <a:lnTo>
                    <a:pt x="359" y="156"/>
                  </a:lnTo>
                  <a:lnTo>
                    <a:pt x="243" y="207"/>
                  </a:lnTo>
                  <a:lnTo>
                    <a:pt x="165" y="253"/>
                  </a:lnTo>
                  <a:lnTo>
                    <a:pt x="118" y="310"/>
                  </a:lnTo>
                  <a:lnTo>
                    <a:pt x="84" y="367"/>
                  </a:lnTo>
                  <a:lnTo>
                    <a:pt x="49" y="489"/>
                  </a:lnTo>
                  <a:lnTo>
                    <a:pt x="51" y="618"/>
                  </a:lnTo>
                  <a:lnTo>
                    <a:pt x="76" y="762"/>
                  </a:lnTo>
                  <a:lnTo>
                    <a:pt x="65" y="781"/>
                  </a:lnTo>
                  <a:lnTo>
                    <a:pt x="46" y="770"/>
                  </a:lnTo>
                  <a:lnTo>
                    <a:pt x="46" y="77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76" name="Freeform 165"/>
            <p:cNvSpPr>
              <a:spLocks/>
            </p:cNvSpPr>
            <p:nvPr/>
          </p:nvSpPr>
          <p:spPr bwMode="auto">
            <a:xfrm>
              <a:off x="2259" y="2457"/>
              <a:ext cx="31" cy="131"/>
            </a:xfrm>
            <a:custGeom>
              <a:avLst/>
              <a:gdLst/>
              <a:ahLst/>
              <a:cxnLst>
                <a:cxn ang="0">
                  <a:pos x="43" y="86"/>
                </a:cxn>
                <a:cxn ang="0">
                  <a:pos x="43" y="139"/>
                </a:cxn>
                <a:cxn ang="0">
                  <a:pos x="62" y="262"/>
                </a:cxn>
                <a:cxn ang="0">
                  <a:pos x="2" y="262"/>
                </a:cxn>
                <a:cxn ang="0">
                  <a:pos x="0" y="10"/>
                </a:cxn>
                <a:cxn ang="0">
                  <a:pos x="40" y="0"/>
                </a:cxn>
                <a:cxn ang="0">
                  <a:pos x="53" y="25"/>
                </a:cxn>
                <a:cxn ang="0">
                  <a:pos x="43" y="86"/>
                </a:cxn>
                <a:cxn ang="0">
                  <a:pos x="43" y="86"/>
                </a:cxn>
              </a:cxnLst>
              <a:rect l="0" t="0" r="r" b="b"/>
              <a:pathLst>
                <a:path w="62" h="262">
                  <a:moveTo>
                    <a:pt x="43" y="86"/>
                  </a:moveTo>
                  <a:lnTo>
                    <a:pt x="43" y="139"/>
                  </a:lnTo>
                  <a:lnTo>
                    <a:pt x="62" y="262"/>
                  </a:lnTo>
                  <a:lnTo>
                    <a:pt x="2" y="262"/>
                  </a:lnTo>
                  <a:lnTo>
                    <a:pt x="0" y="10"/>
                  </a:lnTo>
                  <a:lnTo>
                    <a:pt x="40" y="0"/>
                  </a:lnTo>
                  <a:lnTo>
                    <a:pt x="53" y="25"/>
                  </a:lnTo>
                  <a:lnTo>
                    <a:pt x="43" y="86"/>
                  </a:lnTo>
                  <a:lnTo>
                    <a:pt x="43" y="8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/>
            <a:sp3d prstMaterial="softEdge">
              <a:bevelT w="127000" prst="artDeco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</p:grpSp>
      <p:grpSp>
        <p:nvGrpSpPr>
          <p:cNvPr id="6159" name="Group 166"/>
          <p:cNvGrpSpPr>
            <a:grpSpLocks/>
          </p:cNvGrpSpPr>
          <p:nvPr/>
        </p:nvGrpSpPr>
        <p:grpSpPr bwMode="auto">
          <a:xfrm flipH="1">
            <a:off x="9133847" y="740443"/>
            <a:ext cx="682625" cy="1108075"/>
            <a:chOff x="3328" y="2400"/>
            <a:chExt cx="526" cy="794"/>
          </a:xfrm>
        </p:grpSpPr>
        <p:sp>
          <p:nvSpPr>
            <p:cNvPr id="6177" name="Freeform 167"/>
            <p:cNvSpPr>
              <a:spLocks/>
            </p:cNvSpPr>
            <p:nvPr/>
          </p:nvSpPr>
          <p:spPr bwMode="auto">
            <a:xfrm>
              <a:off x="3328" y="2474"/>
              <a:ext cx="149" cy="251"/>
            </a:xfrm>
            <a:custGeom>
              <a:avLst/>
              <a:gdLst>
                <a:gd name="T0" fmla="*/ 37 w 600"/>
                <a:gd name="T1" fmla="*/ 57 h 753"/>
                <a:gd name="T2" fmla="*/ 36 w 600"/>
                <a:gd name="T3" fmla="*/ 54 h 753"/>
                <a:gd name="T4" fmla="*/ 32 w 600"/>
                <a:gd name="T5" fmla="*/ 54 h 753"/>
                <a:gd name="T6" fmla="*/ 26 w 600"/>
                <a:gd name="T7" fmla="*/ 58 h 753"/>
                <a:gd name="T8" fmla="*/ 20 w 600"/>
                <a:gd name="T9" fmla="*/ 68 h 753"/>
                <a:gd name="T10" fmla="*/ 12 w 600"/>
                <a:gd name="T11" fmla="*/ 72 h 753"/>
                <a:gd name="T12" fmla="*/ 7 w 600"/>
                <a:gd name="T13" fmla="*/ 72 h 753"/>
                <a:gd name="T14" fmla="*/ 5 w 600"/>
                <a:gd name="T15" fmla="*/ 68 h 753"/>
                <a:gd name="T16" fmla="*/ 6 w 600"/>
                <a:gd name="T17" fmla="*/ 64 h 753"/>
                <a:gd name="T18" fmla="*/ 9 w 600"/>
                <a:gd name="T19" fmla="*/ 56 h 753"/>
                <a:gd name="T20" fmla="*/ 14 w 600"/>
                <a:gd name="T21" fmla="*/ 46 h 753"/>
                <a:gd name="T22" fmla="*/ 22 w 600"/>
                <a:gd name="T23" fmla="*/ 39 h 753"/>
                <a:gd name="T24" fmla="*/ 29 w 600"/>
                <a:gd name="T25" fmla="*/ 33 h 753"/>
                <a:gd name="T26" fmla="*/ 34 w 600"/>
                <a:gd name="T27" fmla="*/ 34 h 753"/>
                <a:gd name="T28" fmla="*/ 37 w 600"/>
                <a:gd name="T29" fmla="*/ 36 h 753"/>
                <a:gd name="T30" fmla="*/ 37 w 600"/>
                <a:gd name="T31" fmla="*/ 32 h 753"/>
                <a:gd name="T32" fmla="*/ 33 w 600"/>
                <a:gd name="T33" fmla="*/ 28 h 753"/>
                <a:gd name="T34" fmla="*/ 31 w 600"/>
                <a:gd name="T35" fmla="*/ 25 h 753"/>
                <a:gd name="T36" fmla="*/ 29 w 600"/>
                <a:gd name="T37" fmla="*/ 19 h 753"/>
                <a:gd name="T38" fmla="*/ 29 w 600"/>
                <a:gd name="T39" fmla="*/ 12 h 753"/>
                <a:gd name="T40" fmla="*/ 28 w 600"/>
                <a:gd name="T41" fmla="*/ 2 h 753"/>
                <a:gd name="T42" fmla="*/ 25 w 600"/>
                <a:gd name="T43" fmla="*/ 0 h 753"/>
                <a:gd name="T44" fmla="*/ 24 w 600"/>
                <a:gd name="T45" fmla="*/ 1 h 753"/>
                <a:gd name="T46" fmla="*/ 22 w 600"/>
                <a:gd name="T47" fmla="*/ 7 h 753"/>
                <a:gd name="T48" fmla="*/ 23 w 600"/>
                <a:gd name="T49" fmla="*/ 16 h 753"/>
                <a:gd name="T50" fmla="*/ 26 w 600"/>
                <a:gd name="T51" fmla="*/ 21 h 753"/>
                <a:gd name="T52" fmla="*/ 29 w 600"/>
                <a:gd name="T53" fmla="*/ 27 h 753"/>
                <a:gd name="T54" fmla="*/ 24 w 600"/>
                <a:gd name="T55" fmla="*/ 30 h 753"/>
                <a:gd name="T56" fmla="*/ 19 w 600"/>
                <a:gd name="T57" fmla="*/ 34 h 753"/>
                <a:gd name="T58" fmla="*/ 13 w 600"/>
                <a:gd name="T59" fmla="*/ 39 h 753"/>
                <a:gd name="T60" fmla="*/ 8 w 600"/>
                <a:gd name="T61" fmla="*/ 46 h 753"/>
                <a:gd name="T62" fmla="*/ 3 w 600"/>
                <a:gd name="T63" fmla="*/ 56 h 753"/>
                <a:gd name="T64" fmla="*/ 0 w 600"/>
                <a:gd name="T65" fmla="*/ 64 h 753"/>
                <a:gd name="T66" fmla="*/ 0 w 600"/>
                <a:gd name="T67" fmla="*/ 69 h 753"/>
                <a:gd name="T68" fmla="*/ 1 w 600"/>
                <a:gd name="T69" fmla="*/ 75 h 753"/>
                <a:gd name="T70" fmla="*/ 2 w 600"/>
                <a:gd name="T71" fmla="*/ 81 h 753"/>
                <a:gd name="T72" fmla="*/ 7 w 600"/>
                <a:gd name="T73" fmla="*/ 84 h 753"/>
                <a:gd name="T74" fmla="*/ 15 w 600"/>
                <a:gd name="T75" fmla="*/ 80 h 753"/>
                <a:gd name="T76" fmla="*/ 24 w 600"/>
                <a:gd name="T77" fmla="*/ 73 h 753"/>
                <a:gd name="T78" fmla="*/ 31 w 600"/>
                <a:gd name="T79" fmla="*/ 68 h 753"/>
                <a:gd name="T80" fmla="*/ 34 w 600"/>
                <a:gd name="T81" fmla="*/ 64 h 753"/>
                <a:gd name="T82" fmla="*/ 37 w 600"/>
                <a:gd name="T83" fmla="*/ 57 h 75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600"/>
                <a:gd name="T127" fmla="*/ 0 h 753"/>
                <a:gd name="T128" fmla="*/ 600 w 600"/>
                <a:gd name="T129" fmla="*/ 753 h 75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600" h="753">
                  <a:moveTo>
                    <a:pt x="595" y="515"/>
                  </a:moveTo>
                  <a:lnTo>
                    <a:pt x="576" y="483"/>
                  </a:lnTo>
                  <a:lnTo>
                    <a:pt x="514" y="483"/>
                  </a:lnTo>
                  <a:lnTo>
                    <a:pt x="423" y="525"/>
                  </a:lnTo>
                  <a:lnTo>
                    <a:pt x="325" y="608"/>
                  </a:lnTo>
                  <a:lnTo>
                    <a:pt x="203" y="645"/>
                  </a:lnTo>
                  <a:lnTo>
                    <a:pt x="118" y="645"/>
                  </a:lnTo>
                  <a:lnTo>
                    <a:pt x="88" y="613"/>
                  </a:lnTo>
                  <a:lnTo>
                    <a:pt x="91" y="580"/>
                  </a:lnTo>
                  <a:lnTo>
                    <a:pt x="139" y="505"/>
                  </a:lnTo>
                  <a:lnTo>
                    <a:pt x="234" y="418"/>
                  </a:lnTo>
                  <a:lnTo>
                    <a:pt x="355" y="349"/>
                  </a:lnTo>
                  <a:lnTo>
                    <a:pt x="474" y="298"/>
                  </a:lnTo>
                  <a:lnTo>
                    <a:pt x="544" y="310"/>
                  </a:lnTo>
                  <a:lnTo>
                    <a:pt x="600" y="327"/>
                  </a:lnTo>
                  <a:lnTo>
                    <a:pt x="600" y="288"/>
                  </a:lnTo>
                  <a:lnTo>
                    <a:pt x="528" y="256"/>
                  </a:lnTo>
                  <a:lnTo>
                    <a:pt x="504" y="224"/>
                  </a:lnTo>
                  <a:lnTo>
                    <a:pt x="477" y="173"/>
                  </a:lnTo>
                  <a:lnTo>
                    <a:pt x="467" y="107"/>
                  </a:lnTo>
                  <a:lnTo>
                    <a:pt x="454" y="17"/>
                  </a:lnTo>
                  <a:lnTo>
                    <a:pt x="406" y="0"/>
                  </a:lnTo>
                  <a:lnTo>
                    <a:pt x="382" y="11"/>
                  </a:lnTo>
                  <a:lnTo>
                    <a:pt x="355" y="65"/>
                  </a:lnTo>
                  <a:lnTo>
                    <a:pt x="372" y="141"/>
                  </a:lnTo>
                  <a:lnTo>
                    <a:pt x="417" y="190"/>
                  </a:lnTo>
                  <a:lnTo>
                    <a:pt x="467" y="244"/>
                  </a:lnTo>
                  <a:lnTo>
                    <a:pt x="396" y="273"/>
                  </a:lnTo>
                  <a:lnTo>
                    <a:pt x="315" y="307"/>
                  </a:lnTo>
                  <a:lnTo>
                    <a:pt x="210" y="349"/>
                  </a:lnTo>
                  <a:lnTo>
                    <a:pt x="129" y="414"/>
                  </a:lnTo>
                  <a:lnTo>
                    <a:pt x="58" y="501"/>
                  </a:lnTo>
                  <a:lnTo>
                    <a:pt x="7" y="576"/>
                  </a:lnTo>
                  <a:lnTo>
                    <a:pt x="0" y="623"/>
                  </a:lnTo>
                  <a:lnTo>
                    <a:pt x="16" y="677"/>
                  </a:lnTo>
                  <a:lnTo>
                    <a:pt x="40" y="728"/>
                  </a:lnTo>
                  <a:lnTo>
                    <a:pt x="108" y="753"/>
                  </a:lnTo>
                  <a:lnTo>
                    <a:pt x="244" y="720"/>
                  </a:lnTo>
                  <a:lnTo>
                    <a:pt x="396" y="656"/>
                  </a:lnTo>
                  <a:lnTo>
                    <a:pt x="495" y="613"/>
                  </a:lnTo>
                  <a:lnTo>
                    <a:pt x="544" y="576"/>
                  </a:lnTo>
                  <a:lnTo>
                    <a:pt x="595" y="5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78" name="Freeform 168"/>
            <p:cNvSpPr>
              <a:spLocks/>
            </p:cNvSpPr>
            <p:nvPr/>
          </p:nvSpPr>
          <p:spPr bwMode="auto">
            <a:xfrm>
              <a:off x="3440" y="2400"/>
              <a:ext cx="120" cy="190"/>
            </a:xfrm>
            <a:custGeom>
              <a:avLst/>
              <a:gdLst>
                <a:gd name="T0" fmla="*/ 21 w 478"/>
                <a:gd name="T1" fmla="*/ 19 h 569"/>
                <a:gd name="T2" fmla="*/ 19 w 478"/>
                <a:gd name="T3" fmla="*/ 12 h 569"/>
                <a:gd name="T4" fmla="*/ 17 w 478"/>
                <a:gd name="T5" fmla="*/ 6 h 569"/>
                <a:gd name="T6" fmla="*/ 13 w 478"/>
                <a:gd name="T7" fmla="*/ 2 h 569"/>
                <a:gd name="T8" fmla="*/ 9 w 478"/>
                <a:gd name="T9" fmla="*/ 0 h 569"/>
                <a:gd name="T10" fmla="*/ 3 w 478"/>
                <a:gd name="T11" fmla="*/ 2 h 569"/>
                <a:gd name="T12" fmla="*/ 0 w 478"/>
                <a:gd name="T13" fmla="*/ 8 h 569"/>
                <a:gd name="T14" fmla="*/ 0 w 478"/>
                <a:gd name="T15" fmla="*/ 18 h 569"/>
                <a:gd name="T16" fmla="*/ 2 w 478"/>
                <a:gd name="T17" fmla="*/ 30 h 569"/>
                <a:gd name="T18" fmla="*/ 4 w 478"/>
                <a:gd name="T19" fmla="*/ 37 h 569"/>
                <a:gd name="T20" fmla="*/ 3 w 478"/>
                <a:gd name="T21" fmla="*/ 38 h 569"/>
                <a:gd name="T22" fmla="*/ 3 w 478"/>
                <a:gd name="T23" fmla="*/ 41 h 569"/>
                <a:gd name="T24" fmla="*/ 4 w 478"/>
                <a:gd name="T25" fmla="*/ 45 h 569"/>
                <a:gd name="T26" fmla="*/ 6 w 478"/>
                <a:gd name="T27" fmla="*/ 45 h 569"/>
                <a:gd name="T28" fmla="*/ 7 w 478"/>
                <a:gd name="T29" fmla="*/ 47 h 569"/>
                <a:gd name="T30" fmla="*/ 9 w 478"/>
                <a:gd name="T31" fmla="*/ 52 h 569"/>
                <a:gd name="T32" fmla="*/ 12 w 478"/>
                <a:gd name="T33" fmla="*/ 57 h 569"/>
                <a:gd name="T34" fmla="*/ 15 w 478"/>
                <a:gd name="T35" fmla="*/ 62 h 569"/>
                <a:gd name="T36" fmla="*/ 19 w 478"/>
                <a:gd name="T37" fmla="*/ 63 h 569"/>
                <a:gd name="T38" fmla="*/ 25 w 478"/>
                <a:gd name="T39" fmla="*/ 58 h 569"/>
                <a:gd name="T40" fmla="*/ 26 w 478"/>
                <a:gd name="T41" fmla="*/ 53 h 569"/>
                <a:gd name="T42" fmla="*/ 26 w 478"/>
                <a:gd name="T43" fmla="*/ 43 h 569"/>
                <a:gd name="T44" fmla="*/ 25 w 478"/>
                <a:gd name="T45" fmla="*/ 32 h 569"/>
                <a:gd name="T46" fmla="*/ 23 w 478"/>
                <a:gd name="T47" fmla="*/ 25 h 569"/>
                <a:gd name="T48" fmla="*/ 30 w 478"/>
                <a:gd name="T49" fmla="*/ 25 h 569"/>
                <a:gd name="T50" fmla="*/ 30 w 478"/>
                <a:gd name="T51" fmla="*/ 22 h 569"/>
                <a:gd name="T52" fmla="*/ 21 w 478"/>
                <a:gd name="T53" fmla="*/ 19 h 56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78"/>
                <a:gd name="T82" fmla="*/ 0 h 569"/>
                <a:gd name="T83" fmla="*/ 478 w 478"/>
                <a:gd name="T84" fmla="*/ 569 h 569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78" h="569">
                  <a:moveTo>
                    <a:pt x="339" y="173"/>
                  </a:moveTo>
                  <a:lnTo>
                    <a:pt x="298" y="105"/>
                  </a:lnTo>
                  <a:lnTo>
                    <a:pt x="264" y="54"/>
                  </a:lnTo>
                  <a:lnTo>
                    <a:pt x="204" y="22"/>
                  </a:lnTo>
                  <a:lnTo>
                    <a:pt x="136" y="0"/>
                  </a:lnTo>
                  <a:lnTo>
                    <a:pt x="42" y="18"/>
                  </a:lnTo>
                  <a:lnTo>
                    <a:pt x="4" y="76"/>
                  </a:lnTo>
                  <a:lnTo>
                    <a:pt x="0" y="162"/>
                  </a:lnTo>
                  <a:lnTo>
                    <a:pt x="24" y="266"/>
                  </a:lnTo>
                  <a:lnTo>
                    <a:pt x="61" y="332"/>
                  </a:lnTo>
                  <a:lnTo>
                    <a:pt x="42" y="342"/>
                  </a:lnTo>
                  <a:lnTo>
                    <a:pt x="42" y="367"/>
                  </a:lnTo>
                  <a:lnTo>
                    <a:pt x="64" y="400"/>
                  </a:lnTo>
                  <a:lnTo>
                    <a:pt x="92" y="407"/>
                  </a:lnTo>
                  <a:lnTo>
                    <a:pt x="115" y="418"/>
                  </a:lnTo>
                  <a:lnTo>
                    <a:pt x="142" y="468"/>
                  </a:lnTo>
                  <a:lnTo>
                    <a:pt x="187" y="515"/>
                  </a:lnTo>
                  <a:lnTo>
                    <a:pt x="237" y="559"/>
                  </a:lnTo>
                  <a:lnTo>
                    <a:pt x="306" y="569"/>
                  </a:lnTo>
                  <a:lnTo>
                    <a:pt x="390" y="522"/>
                  </a:lnTo>
                  <a:lnTo>
                    <a:pt x="417" y="472"/>
                  </a:lnTo>
                  <a:lnTo>
                    <a:pt x="417" y="386"/>
                  </a:lnTo>
                  <a:lnTo>
                    <a:pt x="396" y="291"/>
                  </a:lnTo>
                  <a:lnTo>
                    <a:pt x="366" y="223"/>
                  </a:lnTo>
                  <a:lnTo>
                    <a:pt x="478" y="227"/>
                  </a:lnTo>
                  <a:lnTo>
                    <a:pt x="478" y="195"/>
                  </a:lnTo>
                  <a:lnTo>
                    <a:pt x="339" y="17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79" name="Freeform 169"/>
            <p:cNvSpPr>
              <a:spLocks/>
            </p:cNvSpPr>
            <p:nvPr/>
          </p:nvSpPr>
          <p:spPr bwMode="auto">
            <a:xfrm>
              <a:off x="3528" y="2596"/>
              <a:ext cx="205" cy="151"/>
            </a:xfrm>
            <a:custGeom>
              <a:avLst/>
              <a:gdLst>
                <a:gd name="T0" fmla="*/ 0 w 821"/>
                <a:gd name="T1" fmla="*/ 3 h 454"/>
                <a:gd name="T2" fmla="*/ 4 w 821"/>
                <a:gd name="T3" fmla="*/ 0 h 454"/>
                <a:gd name="T4" fmla="*/ 8 w 821"/>
                <a:gd name="T5" fmla="*/ 0 h 454"/>
                <a:gd name="T6" fmla="*/ 18 w 821"/>
                <a:gd name="T7" fmla="*/ 4 h 454"/>
                <a:gd name="T8" fmla="*/ 32 w 821"/>
                <a:gd name="T9" fmla="*/ 8 h 454"/>
                <a:gd name="T10" fmla="*/ 42 w 821"/>
                <a:gd name="T11" fmla="*/ 9 h 454"/>
                <a:gd name="T12" fmla="*/ 44 w 821"/>
                <a:gd name="T13" fmla="*/ 12 h 454"/>
                <a:gd name="T14" fmla="*/ 43 w 821"/>
                <a:gd name="T15" fmla="*/ 16 h 454"/>
                <a:gd name="T16" fmla="*/ 40 w 821"/>
                <a:gd name="T17" fmla="*/ 20 h 454"/>
                <a:gd name="T18" fmla="*/ 34 w 821"/>
                <a:gd name="T19" fmla="*/ 24 h 454"/>
                <a:gd name="T20" fmla="*/ 32 w 821"/>
                <a:gd name="T21" fmla="*/ 30 h 454"/>
                <a:gd name="T22" fmla="*/ 29 w 821"/>
                <a:gd name="T23" fmla="*/ 39 h 454"/>
                <a:gd name="T24" fmla="*/ 33 w 821"/>
                <a:gd name="T25" fmla="*/ 40 h 454"/>
                <a:gd name="T26" fmla="*/ 40 w 821"/>
                <a:gd name="T27" fmla="*/ 38 h 454"/>
                <a:gd name="T28" fmla="*/ 45 w 821"/>
                <a:gd name="T29" fmla="*/ 40 h 454"/>
                <a:gd name="T30" fmla="*/ 51 w 821"/>
                <a:gd name="T31" fmla="*/ 46 h 454"/>
                <a:gd name="T32" fmla="*/ 51 w 821"/>
                <a:gd name="T33" fmla="*/ 48 h 454"/>
                <a:gd name="T34" fmla="*/ 50 w 821"/>
                <a:gd name="T35" fmla="*/ 50 h 454"/>
                <a:gd name="T36" fmla="*/ 48 w 821"/>
                <a:gd name="T37" fmla="*/ 50 h 454"/>
                <a:gd name="T38" fmla="*/ 47 w 821"/>
                <a:gd name="T39" fmla="*/ 47 h 454"/>
                <a:gd name="T40" fmla="*/ 44 w 821"/>
                <a:gd name="T41" fmla="*/ 44 h 454"/>
                <a:gd name="T42" fmla="*/ 37 w 821"/>
                <a:gd name="T43" fmla="*/ 42 h 454"/>
                <a:gd name="T44" fmla="*/ 31 w 821"/>
                <a:gd name="T45" fmla="*/ 42 h 454"/>
                <a:gd name="T46" fmla="*/ 28 w 821"/>
                <a:gd name="T47" fmla="*/ 43 h 454"/>
                <a:gd name="T48" fmla="*/ 26 w 821"/>
                <a:gd name="T49" fmla="*/ 41 h 454"/>
                <a:gd name="T50" fmla="*/ 26 w 821"/>
                <a:gd name="T51" fmla="*/ 37 h 454"/>
                <a:gd name="T52" fmla="*/ 30 w 821"/>
                <a:gd name="T53" fmla="*/ 30 h 454"/>
                <a:gd name="T54" fmla="*/ 33 w 821"/>
                <a:gd name="T55" fmla="*/ 23 h 454"/>
                <a:gd name="T56" fmla="*/ 37 w 821"/>
                <a:gd name="T57" fmla="*/ 19 h 454"/>
                <a:gd name="T58" fmla="*/ 39 w 821"/>
                <a:gd name="T59" fmla="*/ 15 h 454"/>
                <a:gd name="T60" fmla="*/ 35 w 821"/>
                <a:gd name="T61" fmla="*/ 15 h 454"/>
                <a:gd name="T62" fmla="*/ 25 w 821"/>
                <a:gd name="T63" fmla="*/ 13 h 454"/>
                <a:gd name="T64" fmla="*/ 16 w 821"/>
                <a:gd name="T65" fmla="*/ 12 h 454"/>
                <a:gd name="T66" fmla="*/ 8 w 821"/>
                <a:gd name="T67" fmla="*/ 11 h 454"/>
                <a:gd name="T68" fmla="*/ 2 w 821"/>
                <a:gd name="T69" fmla="*/ 9 h 454"/>
                <a:gd name="T70" fmla="*/ 1 w 821"/>
                <a:gd name="T71" fmla="*/ 6 h 454"/>
                <a:gd name="T72" fmla="*/ 0 w 821"/>
                <a:gd name="T73" fmla="*/ 3 h 45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821"/>
                <a:gd name="T112" fmla="*/ 0 h 454"/>
                <a:gd name="T113" fmla="*/ 821 w 821"/>
                <a:gd name="T114" fmla="*/ 454 h 454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821" h="454">
                  <a:moveTo>
                    <a:pt x="0" y="26"/>
                  </a:moveTo>
                  <a:lnTo>
                    <a:pt x="61" y="0"/>
                  </a:lnTo>
                  <a:lnTo>
                    <a:pt x="129" y="0"/>
                  </a:lnTo>
                  <a:lnTo>
                    <a:pt x="283" y="33"/>
                  </a:lnTo>
                  <a:lnTo>
                    <a:pt x="517" y="68"/>
                  </a:lnTo>
                  <a:lnTo>
                    <a:pt x="670" y="80"/>
                  </a:lnTo>
                  <a:lnTo>
                    <a:pt x="707" y="112"/>
                  </a:lnTo>
                  <a:lnTo>
                    <a:pt x="696" y="144"/>
                  </a:lnTo>
                  <a:lnTo>
                    <a:pt x="638" y="177"/>
                  </a:lnTo>
                  <a:lnTo>
                    <a:pt x="554" y="217"/>
                  </a:lnTo>
                  <a:lnTo>
                    <a:pt x="507" y="275"/>
                  </a:lnTo>
                  <a:lnTo>
                    <a:pt x="466" y="349"/>
                  </a:lnTo>
                  <a:lnTo>
                    <a:pt x="535" y="358"/>
                  </a:lnTo>
                  <a:lnTo>
                    <a:pt x="635" y="346"/>
                  </a:lnTo>
                  <a:lnTo>
                    <a:pt x="727" y="361"/>
                  </a:lnTo>
                  <a:lnTo>
                    <a:pt x="821" y="415"/>
                  </a:lnTo>
                  <a:lnTo>
                    <a:pt x="821" y="436"/>
                  </a:lnTo>
                  <a:lnTo>
                    <a:pt x="801" y="447"/>
                  </a:lnTo>
                  <a:lnTo>
                    <a:pt x="777" y="454"/>
                  </a:lnTo>
                  <a:lnTo>
                    <a:pt x="747" y="422"/>
                  </a:lnTo>
                  <a:lnTo>
                    <a:pt x="700" y="400"/>
                  </a:lnTo>
                  <a:lnTo>
                    <a:pt x="595" y="378"/>
                  </a:lnTo>
                  <a:lnTo>
                    <a:pt x="503" y="378"/>
                  </a:lnTo>
                  <a:lnTo>
                    <a:pt x="457" y="390"/>
                  </a:lnTo>
                  <a:lnTo>
                    <a:pt x="426" y="371"/>
                  </a:lnTo>
                  <a:lnTo>
                    <a:pt x="426" y="336"/>
                  </a:lnTo>
                  <a:lnTo>
                    <a:pt x="476" y="275"/>
                  </a:lnTo>
                  <a:lnTo>
                    <a:pt x="527" y="209"/>
                  </a:lnTo>
                  <a:lnTo>
                    <a:pt x="589" y="173"/>
                  </a:lnTo>
                  <a:lnTo>
                    <a:pt x="629" y="131"/>
                  </a:lnTo>
                  <a:lnTo>
                    <a:pt x="557" y="134"/>
                  </a:lnTo>
                  <a:lnTo>
                    <a:pt x="402" y="119"/>
                  </a:lnTo>
                  <a:lnTo>
                    <a:pt x="261" y="112"/>
                  </a:lnTo>
                  <a:lnTo>
                    <a:pt x="138" y="102"/>
                  </a:lnTo>
                  <a:lnTo>
                    <a:pt x="41" y="80"/>
                  </a:lnTo>
                  <a:lnTo>
                    <a:pt x="17" y="58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80" name="Freeform 170"/>
            <p:cNvSpPr>
              <a:spLocks/>
            </p:cNvSpPr>
            <p:nvPr/>
          </p:nvSpPr>
          <p:spPr bwMode="auto">
            <a:xfrm>
              <a:off x="3467" y="2590"/>
              <a:ext cx="248" cy="288"/>
            </a:xfrm>
            <a:custGeom>
              <a:avLst/>
              <a:gdLst>
                <a:gd name="T0" fmla="*/ 18 w 992"/>
                <a:gd name="T1" fmla="*/ 3 h 862"/>
                <a:gd name="T2" fmla="*/ 12 w 992"/>
                <a:gd name="T3" fmla="*/ 0 h 862"/>
                <a:gd name="T4" fmla="*/ 6 w 992"/>
                <a:gd name="T5" fmla="*/ 1 h 862"/>
                <a:gd name="T6" fmla="*/ 1 w 992"/>
                <a:gd name="T7" fmla="*/ 5 h 862"/>
                <a:gd name="T8" fmla="*/ 0 w 992"/>
                <a:gd name="T9" fmla="*/ 14 h 862"/>
                <a:gd name="T10" fmla="*/ 2 w 992"/>
                <a:gd name="T11" fmla="*/ 31 h 862"/>
                <a:gd name="T12" fmla="*/ 8 w 992"/>
                <a:gd name="T13" fmla="*/ 43 h 862"/>
                <a:gd name="T14" fmla="*/ 15 w 992"/>
                <a:gd name="T15" fmla="*/ 54 h 862"/>
                <a:gd name="T16" fmla="*/ 29 w 992"/>
                <a:gd name="T17" fmla="*/ 61 h 862"/>
                <a:gd name="T18" fmla="*/ 38 w 992"/>
                <a:gd name="T19" fmla="*/ 71 h 862"/>
                <a:gd name="T20" fmla="*/ 41 w 992"/>
                <a:gd name="T21" fmla="*/ 77 h 862"/>
                <a:gd name="T22" fmla="*/ 42 w 992"/>
                <a:gd name="T23" fmla="*/ 79 h 862"/>
                <a:gd name="T24" fmla="*/ 47 w 992"/>
                <a:gd name="T25" fmla="*/ 91 h 862"/>
                <a:gd name="T26" fmla="*/ 48 w 992"/>
                <a:gd name="T27" fmla="*/ 91 h 862"/>
                <a:gd name="T28" fmla="*/ 56 w 992"/>
                <a:gd name="T29" fmla="*/ 96 h 862"/>
                <a:gd name="T30" fmla="*/ 59 w 992"/>
                <a:gd name="T31" fmla="*/ 96 h 862"/>
                <a:gd name="T32" fmla="*/ 61 w 992"/>
                <a:gd name="T33" fmla="*/ 91 h 862"/>
                <a:gd name="T34" fmla="*/ 62 w 992"/>
                <a:gd name="T35" fmla="*/ 85 h 862"/>
                <a:gd name="T36" fmla="*/ 62 w 992"/>
                <a:gd name="T37" fmla="*/ 73 h 862"/>
                <a:gd name="T38" fmla="*/ 59 w 992"/>
                <a:gd name="T39" fmla="*/ 64 h 862"/>
                <a:gd name="T40" fmla="*/ 55 w 992"/>
                <a:gd name="T41" fmla="*/ 55 h 862"/>
                <a:gd name="T42" fmla="*/ 47 w 992"/>
                <a:gd name="T43" fmla="*/ 48 h 862"/>
                <a:gd name="T44" fmla="*/ 40 w 992"/>
                <a:gd name="T45" fmla="*/ 43 h 862"/>
                <a:gd name="T46" fmla="*/ 33 w 992"/>
                <a:gd name="T47" fmla="*/ 36 h 862"/>
                <a:gd name="T48" fmla="*/ 27 w 992"/>
                <a:gd name="T49" fmla="*/ 27 h 862"/>
                <a:gd name="T50" fmla="*/ 26 w 992"/>
                <a:gd name="T51" fmla="*/ 19 h 862"/>
                <a:gd name="T52" fmla="*/ 22 w 992"/>
                <a:gd name="T53" fmla="*/ 13 h 862"/>
                <a:gd name="T54" fmla="*/ 19 w 992"/>
                <a:gd name="T55" fmla="*/ 7 h 862"/>
                <a:gd name="T56" fmla="*/ 18 w 992"/>
                <a:gd name="T57" fmla="*/ 3 h 86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992"/>
                <a:gd name="T88" fmla="*/ 0 h 862"/>
                <a:gd name="T89" fmla="*/ 992 w 992"/>
                <a:gd name="T90" fmla="*/ 862 h 862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992" h="862">
                  <a:moveTo>
                    <a:pt x="281" y="29"/>
                  </a:moveTo>
                  <a:lnTo>
                    <a:pt x="193" y="0"/>
                  </a:lnTo>
                  <a:lnTo>
                    <a:pt x="91" y="7"/>
                  </a:lnTo>
                  <a:lnTo>
                    <a:pt x="20" y="43"/>
                  </a:lnTo>
                  <a:lnTo>
                    <a:pt x="0" y="129"/>
                  </a:lnTo>
                  <a:lnTo>
                    <a:pt x="37" y="281"/>
                  </a:lnTo>
                  <a:lnTo>
                    <a:pt x="128" y="390"/>
                  </a:lnTo>
                  <a:lnTo>
                    <a:pt x="241" y="483"/>
                  </a:lnTo>
                  <a:lnTo>
                    <a:pt x="457" y="547"/>
                  </a:lnTo>
                  <a:lnTo>
                    <a:pt x="609" y="638"/>
                  </a:lnTo>
                  <a:lnTo>
                    <a:pt x="659" y="691"/>
                  </a:lnTo>
                  <a:lnTo>
                    <a:pt x="670" y="710"/>
                  </a:lnTo>
                  <a:lnTo>
                    <a:pt x="751" y="811"/>
                  </a:lnTo>
                  <a:lnTo>
                    <a:pt x="768" y="811"/>
                  </a:lnTo>
                  <a:lnTo>
                    <a:pt x="890" y="862"/>
                  </a:lnTo>
                  <a:lnTo>
                    <a:pt x="944" y="862"/>
                  </a:lnTo>
                  <a:lnTo>
                    <a:pt x="974" y="818"/>
                  </a:lnTo>
                  <a:lnTo>
                    <a:pt x="992" y="757"/>
                  </a:lnTo>
                  <a:lnTo>
                    <a:pt x="992" y="656"/>
                  </a:lnTo>
                  <a:lnTo>
                    <a:pt x="944" y="573"/>
                  </a:lnTo>
                  <a:lnTo>
                    <a:pt x="873" y="493"/>
                  </a:lnTo>
                  <a:lnTo>
                    <a:pt x="747" y="429"/>
                  </a:lnTo>
                  <a:lnTo>
                    <a:pt x="636" y="385"/>
                  </a:lnTo>
                  <a:lnTo>
                    <a:pt x="518" y="321"/>
                  </a:lnTo>
                  <a:lnTo>
                    <a:pt x="426" y="238"/>
                  </a:lnTo>
                  <a:lnTo>
                    <a:pt x="406" y="170"/>
                  </a:lnTo>
                  <a:lnTo>
                    <a:pt x="345" y="115"/>
                  </a:lnTo>
                  <a:lnTo>
                    <a:pt x="305" y="65"/>
                  </a:lnTo>
                  <a:lnTo>
                    <a:pt x="281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81" name="Freeform 171"/>
            <p:cNvSpPr>
              <a:spLocks/>
            </p:cNvSpPr>
            <p:nvPr/>
          </p:nvSpPr>
          <p:spPr bwMode="auto">
            <a:xfrm>
              <a:off x="3682" y="2826"/>
              <a:ext cx="172" cy="368"/>
            </a:xfrm>
            <a:custGeom>
              <a:avLst/>
              <a:gdLst>
                <a:gd name="T0" fmla="*/ 14 w 687"/>
                <a:gd name="T1" fmla="*/ 16 h 1102"/>
                <a:gd name="T2" fmla="*/ 9 w 687"/>
                <a:gd name="T3" fmla="*/ 6 h 1102"/>
                <a:gd name="T4" fmla="*/ 5 w 687"/>
                <a:gd name="T5" fmla="*/ 0 h 1102"/>
                <a:gd name="T6" fmla="*/ 0 w 687"/>
                <a:gd name="T7" fmla="*/ 4 h 1102"/>
                <a:gd name="T8" fmla="*/ 1 w 687"/>
                <a:gd name="T9" fmla="*/ 12 h 1102"/>
                <a:gd name="T10" fmla="*/ 3 w 687"/>
                <a:gd name="T11" fmla="*/ 19 h 1102"/>
                <a:gd name="T12" fmla="*/ 12 w 687"/>
                <a:gd name="T13" fmla="*/ 31 h 1102"/>
                <a:gd name="T14" fmla="*/ 17 w 687"/>
                <a:gd name="T15" fmla="*/ 39 h 1102"/>
                <a:gd name="T16" fmla="*/ 20 w 687"/>
                <a:gd name="T17" fmla="*/ 47 h 1102"/>
                <a:gd name="T18" fmla="*/ 22 w 687"/>
                <a:gd name="T19" fmla="*/ 53 h 1102"/>
                <a:gd name="T20" fmla="*/ 22 w 687"/>
                <a:gd name="T21" fmla="*/ 60 h 1102"/>
                <a:gd name="T22" fmla="*/ 20 w 687"/>
                <a:gd name="T23" fmla="*/ 71 h 1102"/>
                <a:gd name="T24" fmla="*/ 18 w 687"/>
                <a:gd name="T25" fmla="*/ 81 h 1102"/>
                <a:gd name="T26" fmla="*/ 16 w 687"/>
                <a:gd name="T27" fmla="*/ 88 h 1102"/>
                <a:gd name="T28" fmla="*/ 15 w 687"/>
                <a:gd name="T29" fmla="*/ 95 h 1102"/>
                <a:gd name="T30" fmla="*/ 15 w 687"/>
                <a:gd name="T31" fmla="*/ 103 h 1102"/>
                <a:gd name="T32" fmla="*/ 15 w 687"/>
                <a:gd name="T33" fmla="*/ 109 h 1102"/>
                <a:gd name="T34" fmla="*/ 16 w 687"/>
                <a:gd name="T35" fmla="*/ 112 h 1102"/>
                <a:gd name="T36" fmla="*/ 19 w 687"/>
                <a:gd name="T37" fmla="*/ 112 h 1102"/>
                <a:gd name="T38" fmla="*/ 25 w 687"/>
                <a:gd name="T39" fmla="*/ 115 h 1102"/>
                <a:gd name="T40" fmla="*/ 30 w 687"/>
                <a:gd name="T41" fmla="*/ 115 h 1102"/>
                <a:gd name="T42" fmla="*/ 36 w 687"/>
                <a:gd name="T43" fmla="*/ 119 h 1102"/>
                <a:gd name="T44" fmla="*/ 40 w 687"/>
                <a:gd name="T45" fmla="*/ 123 h 1102"/>
                <a:gd name="T46" fmla="*/ 42 w 687"/>
                <a:gd name="T47" fmla="*/ 118 h 1102"/>
                <a:gd name="T48" fmla="*/ 43 w 687"/>
                <a:gd name="T49" fmla="*/ 114 h 1102"/>
                <a:gd name="T50" fmla="*/ 42 w 687"/>
                <a:gd name="T51" fmla="*/ 111 h 1102"/>
                <a:gd name="T52" fmla="*/ 38 w 687"/>
                <a:gd name="T53" fmla="*/ 110 h 1102"/>
                <a:gd name="T54" fmla="*/ 30 w 687"/>
                <a:gd name="T55" fmla="*/ 109 h 1102"/>
                <a:gd name="T56" fmla="*/ 24 w 687"/>
                <a:gd name="T57" fmla="*/ 109 h 1102"/>
                <a:gd name="T58" fmla="*/ 20 w 687"/>
                <a:gd name="T59" fmla="*/ 109 h 1102"/>
                <a:gd name="T60" fmla="*/ 18 w 687"/>
                <a:gd name="T61" fmla="*/ 106 h 1102"/>
                <a:gd name="T62" fmla="*/ 18 w 687"/>
                <a:gd name="T63" fmla="*/ 99 h 1102"/>
                <a:gd name="T64" fmla="*/ 21 w 687"/>
                <a:gd name="T65" fmla="*/ 86 h 1102"/>
                <a:gd name="T66" fmla="*/ 23 w 687"/>
                <a:gd name="T67" fmla="*/ 78 h 1102"/>
                <a:gd name="T68" fmla="*/ 25 w 687"/>
                <a:gd name="T69" fmla="*/ 65 h 1102"/>
                <a:gd name="T70" fmla="*/ 26 w 687"/>
                <a:gd name="T71" fmla="*/ 56 h 1102"/>
                <a:gd name="T72" fmla="*/ 27 w 687"/>
                <a:gd name="T73" fmla="*/ 48 h 1102"/>
                <a:gd name="T74" fmla="*/ 25 w 687"/>
                <a:gd name="T75" fmla="*/ 40 h 1102"/>
                <a:gd name="T76" fmla="*/ 22 w 687"/>
                <a:gd name="T77" fmla="*/ 30 h 1102"/>
                <a:gd name="T78" fmla="*/ 17 w 687"/>
                <a:gd name="T79" fmla="*/ 21 h 1102"/>
                <a:gd name="T80" fmla="*/ 14 w 687"/>
                <a:gd name="T81" fmla="*/ 16 h 110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687"/>
                <a:gd name="T124" fmla="*/ 0 h 1102"/>
                <a:gd name="T125" fmla="*/ 687 w 687"/>
                <a:gd name="T126" fmla="*/ 1102 h 110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687" h="1102">
                  <a:moveTo>
                    <a:pt x="220" y="144"/>
                  </a:moveTo>
                  <a:lnTo>
                    <a:pt x="142" y="53"/>
                  </a:lnTo>
                  <a:lnTo>
                    <a:pt x="81" y="0"/>
                  </a:lnTo>
                  <a:lnTo>
                    <a:pt x="0" y="32"/>
                  </a:lnTo>
                  <a:lnTo>
                    <a:pt x="6" y="107"/>
                  </a:lnTo>
                  <a:lnTo>
                    <a:pt x="51" y="172"/>
                  </a:lnTo>
                  <a:lnTo>
                    <a:pt x="183" y="279"/>
                  </a:lnTo>
                  <a:lnTo>
                    <a:pt x="264" y="349"/>
                  </a:lnTo>
                  <a:lnTo>
                    <a:pt x="321" y="425"/>
                  </a:lnTo>
                  <a:lnTo>
                    <a:pt x="342" y="474"/>
                  </a:lnTo>
                  <a:lnTo>
                    <a:pt x="352" y="543"/>
                  </a:lnTo>
                  <a:lnTo>
                    <a:pt x="324" y="637"/>
                  </a:lnTo>
                  <a:lnTo>
                    <a:pt x="284" y="726"/>
                  </a:lnTo>
                  <a:lnTo>
                    <a:pt x="261" y="792"/>
                  </a:lnTo>
                  <a:lnTo>
                    <a:pt x="243" y="853"/>
                  </a:lnTo>
                  <a:lnTo>
                    <a:pt x="240" y="918"/>
                  </a:lnTo>
                  <a:lnTo>
                    <a:pt x="240" y="975"/>
                  </a:lnTo>
                  <a:lnTo>
                    <a:pt x="261" y="1007"/>
                  </a:lnTo>
                  <a:lnTo>
                    <a:pt x="305" y="1007"/>
                  </a:lnTo>
                  <a:lnTo>
                    <a:pt x="393" y="1026"/>
                  </a:lnTo>
                  <a:lnTo>
                    <a:pt x="484" y="1029"/>
                  </a:lnTo>
                  <a:lnTo>
                    <a:pt x="579" y="1068"/>
                  </a:lnTo>
                  <a:lnTo>
                    <a:pt x="630" y="1102"/>
                  </a:lnTo>
                  <a:lnTo>
                    <a:pt x="670" y="1058"/>
                  </a:lnTo>
                  <a:lnTo>
                    <a:pt x="687" y="1019"/>
                  </a:lnTo>
                  <a:lnTo>
                    <a:pt x="670" y="997"/>
                  </a:lnTo>
                  <a:lnTo>
                    <a:pt x="609" y="982"/>
                  </a:lnTo>
                  <a:lnTo>
                    <a:pt x="484" y="972"/>
                  </a:lnTo>
                  <a:lnTo>
                    <a:pt x="386" y="972"/>
                  </a:lnTo>
                  <a:lnTo>
                    <a:pt x="315" y="972"/>
                  </a:lnTo>
                  <a:lnTo>
                    <a:pt x="291" y="953"/>
                  </a:lnTo>
                  <a:lnTo>
                    <a:pt x="284" y="885"/>
                  </a:lnTo>
                  <a:lnTo>
                    <a:pt x="332" y="770"/>
                  </a:lnTo>
                  <a:lnTo>
                    <a:pt x="366" y="701"/>
                  </a:lnTo>
                  <a:lnTo>
                    <a:pt x="402" y="582"/>
                  </a:lnTo>
                  <a:lnTo>
                    <a:pt x="416" y="506"/>
                  </a:lnTo>
                  <a:lnTo>
                    <a:pt x="423" y="435"/>
                  </a:lnTo>
                  <a:lnTo>
                    <a:pt x="396" y="359"/>
                  </a:lnTo>
                  <a:lnTo>
                    <a:pt x="342" y="273"/>
                  </a:lnTo>
                  <a:lnTo>
                    <a:pt x="264" y="193"/>
                  </a:lnTo>
                  <a:lnTo>
                    <a:pt x="220" y="1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82" name="Freeform 172"/>
            <p:cNvSpPr>
              <a:spLocks/>
            </p:cNvSpPr>
            <p:nvPr/>
          </p:nvSpPr>
          <p:spPr bwMode="auto">
            <a:xfrm>
              <a:off x="3608" y="2837"/>
              <a:ext cx="89" cy="335"/>
            </a:xfrm>
            <a:custGeom>
              <a:avLst/>
              <a:gdLst>
                <a:gd name="T0" fmla="*/ 5 w 356"/>
                <a:gd name="T1" fmla="*/ 19 h 1005"/>
                <a:gd name="T2" fmla="*/ 7 w 356"/>
                <a:gd name="T3" fmla="*/ 10 h 1005"/>
                <a:gd name="T4" fmla="*/ 11 w 356"/>
                <a:gd name="T5" fmla="*/ 3 h 1005"/>
                <a:gd name="T6" fmla="*/ 14 w 356"/>
                <a:gd name="T7" fmla="*/ 0 h 1005"/>
                <a:gd name="T8" fmla="*/ 19 w 356"/>
                <a:gd name="T9" fmla="*/ 0 h 1005"/>
                <a:gd name="T10" fmla="*/ 21 w 356"/>
                <a:gd name="T11" fmla="*/ 4 h 1005"/>
                <a:gd name="T12" fmla="*/ 20 w 356"/>
                <a:gd name="T13" fmla="*/ 10 h 1005"/>
                <a:gd name="T14" fmla="*/ 18 w 356"/>
                <a:gd name="T15" fmla="*/ 13 h 1005"/>
                <a:gd name="T16" fmla="*/ 13 w 356"/>
                <a:gd name="T17" fmla="*/ 18 h 1005"/>
                <a:gd name="T18" fmla="*/ 10 w 356"/>
                <a:gd name="T19" fmla="*/ 26 h 1005"/>
                <a:gd name="T20" fmla="*/ 10 w 356"/>
                <a:gd name="T21" fmla="*/ 34 h 1005"/>
                <a:gd name="T22" fmla="*/ 11 w 356"/>
                <a:gd name="T23" fmla="*/ 43 h 1005"/>
                <a:gd name="T24" fmla="*/ 14 w 356"/>
                <a:gd name="T25" fmla="*/ 58 h 1005"/>
                <a:gd name="T26" fmla="*/ 17 w 356"/>
                <a:gd name="T27" fmla="*/ 70 h 1005"/>
                <a:gd name="T28" fmla="*/ 20 w 356"/>
                <a:gd name="T29" fmla="*/ 81 h 1005"/>
                <a:gd name="T30" fmla="*/ 21 w 356"/>
                <a:gd name="T31" fmla="*/ 89 h 1005"/>
                <a:gd name="T32" fmla="*/ 22 w 356"/>
                <a:gd name="T33" fmla="*/ 96 h 1005"/>
                <a:gd name="T34" fmla="*/ 22 w 356"/>
                <a:gd name="T35" fmla="*/ 104 h 1005"/>
                <a:gd name="T36" fmla="*/ 19 w 356"/>
                <a:gd name="T37" fmla="*/ 106 h 1005"/>
                <a:gd name="T38" fmla="*/ 14 w 356"/>
                <a:gd name="T39" fmla="*/ 106 h 1005"/>
                <a:gd name="T40" fmla="*/ 10 w 356"/>
                <a:gd name="T41" fmla="*/ 108 h 1005"/>
                <a:gd name="T42" fmla="*/ 6 w 356"/>
                <a:gd name="T43" fmla="*/ 111 h 1005"/>
                <a:gd name="T44" fmla="*/ 4 w 356"/>
                <a:gd name="T45" fmla="*/ 112 h 1005"/>
                <a:gd name="T46" fmla="*/ 1 w 356"/>
                <a:gd name="T47" fmla="*/ 109 h 1005"/>
                <a:gd name="T48" fmla="*/ 0 w 356"/>
                <a:gd name="T49" fmla="*/ 104 h 1005"/>
                <a:gd name="T50" fmla="*/ 2 w 356"/>
                <a:gd name="T51" fmla="*/ 102 h 1005"/>
                <a:gd name="T52" fmla="*/ 7 w 356"/>
                <a:gd name="T53" fmla="*/ 101 h 1005"/>
                <a:gd name="T54" fmla="*/ 11 w 356"/>
                <a:gd name="T55" fmla="*/ 100 h 1005"/>
                <a:gd name="T56" fmla="*/ 16 w 356"/>
                <a:gd name="T57" fmla="*/ 100 h 1005"/>
                <a:gd name="T58" fmla="*/ 19 w 356"/>
                <a:gd name="T59" fmla="*/ 100 h 1005"/>
                <a:gd name="T60" fmla="*/ 19 w 356"/>
                <a:gd name="T61" fmla="*/ 96 h 1005"/>
                <a:gd name="T62" fmla="*/ 18 w 356"/>
                <a:gd name="T63" fmla="*/ 93 h 1005"/>
                <a:gd name="T64" fmla="*/ 16 w 356"/>
                <a:gd name="T65" fmla="*/ 81 h 1005"/>
                <a:gd name="T66" fmla="*/ 13 w 356"/>
                <a:gd name="T67" fmla="*/ 70 h 1005"/>
                <a:gd name="T68" fmla="*/ 11 w 356"/>
                <a:gd name="T69" fmla="*/ 62 h 1005"/>
                <a:gd name="T70" fmla="*/ 8 w 356"/>
                <a:gd name="T71" fmla="*/ 52 h 1005"/>
                <a:gd name="T72" fmla="*/ 6 w 356"/>
                <a:gd name="T73" fmla="*/ 45 h 1005"/>
                <a:gd name="T74" fmla="*/ 5 w 356"/>
                <a:gd name="T75" fmla="*/ 36 h 1005"/>
                <a:gd name="T76" fmla="*/ 4 w 356"/>
                <a:gd name="T77" fmla="*/ 28 h 1005"/>
                <a:gd name="T78" fmla="*/ 5 w 356"/>
                <a:gd name="T79" fmla="*/ 19 h 100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56"/>
                <a:gd name="T121" fmla="*/ 0 h 1005"/>
                <a:gd name="T122" fmla="*/ 356 w 356"/>
                <a:gd name="T123" fmla="*/ 1005 h 100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56" h="1005">
                  <a:moveTo>
                    <a:pt x="81" y="173"/>
                  </a:moveTo>
                  <a:lnTo>
                    <a:pt x="116" y="90"/>
                  </a:lnTo>
                  <a:lnTo>
                    <a:pt x="177" y="25"/>
                  </a:lnTo>
                  <a:lnTo>
                    <a:pt x="234" y="0"/>
                  </a:lnTo>
                  <a:lnTo>
                    <a:pt x="299" y="0"/>
                  </a:lnTo>
                  <a:lnTo>
                    <a:pt x="329" y="32"/>
                  </a:lnTo>
                  <a:lnTo>
                    <a:pt x="319" y="90"/>
                  </a:lnTo>
                  <a:lnTo>
                    <a:pt x="288" y="119"/>
                  </a:lnTo>
                  <a:lnTo>
                    <a:pt x="204" y="162"/>
                  </a:lnTo>
                  <a:lnTo>
                    <a:pt x="156" y="238"/>
                  </a:lnTo>
                  <a:lnTo>
                    <a:pt x="156" y="303"/>
                  </a:lnTo>
                  <a:lnTo>
                    <a:pt x="167" y="389"/>
                  </a:lnTo>
                  <a:lnTo>
                    <a:pt x="228" y="523"/>
                  </a:lnTo>
                  <a:lnTo>
                    <a:pt x="275" y="631"/>
                  </a:lnTo>
                  <a:lnTo>
                    <a:pt x="315" y="728"/>
                  </a:lnTo>
                  <a:lnTo>
                    <a:pt x="339" y="804"/>
                  </a:lnTo>
                  <a:lnTo>
                    <a:pt x="356" y="868"/>
                  </a:lnTo>
                  <a:lnTo>
                    <a:pt x="356" y="933"/>
                  </a:lnTo>
                  <a:lnTo>
                    <a:pt x="305" y="951"/>
                  </a:lnTo>
                  <a:lnTo>
                    <a:pt x="234" y="955"/>
                  </a:lnTo>
                  <a:lnTo>
                    <a:pt x="156" y="973"/>
                  </a:lnTo>
                  <a:lnTo>
                    <a:pt x="92" y="995"/>
                  </a:lnTo>
                  <a:lnTo>
                    <a:pt x="61" y="1005"/>
                  </a:lnTo>
                  <a:lnTo>
                    <a:pt x="14" y="977"/>
                  </a:lnTo>
                  <a:lnTo>
                    <a:pt x="0" y="933"/>
                  </a:lnTo>
                  <a:lnTo>
                    <a:pt x="31" y="919"/>
                  </a:lnTo>
                  <a:lnTo>
                    <a:pt x="116" y="909"/>
                  </a:lnTo>
                  <a:lnTo>
                    <a:pt x="186" y="901"/>
                  </a:lnTo>
                  <a:lnTo>
                    <a:pt x="258" y="901"/>
                  </a:lnTo>
                  <a:lnTo>
                    <a:pt x="299" y="901"/>
                  </a:lnTo>
                  <a:lnTo>
                    <a:pt x="299" y="868"/>
                  </a:lnTo>
                  <a:lnTo>
                    <a:pt x="288" y="836"/>
                  </a:lnTo>
                  <a:lnTo>
                    <a:pt x="258" y="728"/>
                  </a:lnTo>
                  <a:lnTo>
                    <a:pt x="204" y="631"/>
                  </a:lnTo>
                  <a:lnTo>
                    <a:pt x="167" y="555"/>
                  </a:lnTo>
                  <a:lnTo>
                    <a:pt x="132" y="469"/>
                  </a:lnTo>
                  <a:lnTo>
                    <a:pt x="95" y="404"/>
                  </a:lnTo>
                  <a:lnTo>
                    <a:pt x="75" y="325"/>
                  </a:lnTo>
                  <a:lnTo>
                    <a:pt x="65" y="249"/>
                  </a:lnTo>
                  <a:lnTo>
                    <a:pt x="81" y="17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184" name="AutoShape 173"/>
          <p:cNvSpPr>
            <a:spLocks noChangeArrowheads="1"/>
          </p:cNvSpPr>
          <p:nvPr/>
        </p:nvSpPr>
        <p:spPr bwMode="auto">
          <a:xfrm rot="18900000" flipH="1">
            <a:off x="6133507" y="3853751"/>
            <a:ext cx="685800" cy="685800"/>
          </a:xfrm>
          <a:prstGeom prst="leftArrow">
            <a:avLst>
              <a:gd name="adj1" fmla="val 42593"/>
              <a:gd name="adj2" fmla="val 34028"/>
            </a:avLst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GB" dirty="0"/>
          </a:p>
        </p:txBody>
      </p:sp>
      <p:sp>
        <p:nvSpPr>
          <p:cNvPr id="6166" name="Text Box 175"/>
          <p:cNvSpPr txBox="1">
            <a:spLocks noChangeArrowheads="1"/>
          </p:cNvSpPr>
          <p:nvPr/>
        </p:nvSpPr>
        <p:spPr bwMode="auto">
          <a:xfrm>
            <a:off x="9620900" y="5306013"/>
            <a:ext cx="130997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GB" sz="2000" b="1" dirty="0">
                <a:solidFill>
                  <a:srgbClr val="002142"/>
                </a:solidFill>
                <a:latin typeface="Montserrat" panose="00000500000000000000" pitchFamily="2" charset="0"/>
              </a:rPr>
              <a:t>Other</a:t>
            </a:r>
            <a:br>
              <a:rPr lang="en-GB" sz="2000" b="1" dirty="0">
                <a:solidFill>
                  <a:srgbClr val="002142"/>
                </a:solidFill>
                <a:latin typeface="Montserrat" panose="00000500000000000000" pitchFamily="2" charset="0"/>
              </a:rPr>
            </a:br>
            <a:r>
              <a:rPr lang="en-GB" sz="2000" b="1" dirty="0">
                <a:solidFill>
                  <a:srgbClr val="002142"/>
                </a:solidFill>
                <a:latin typeface="Montserrat" panose="00000500000000000000" pitchFamily="2" charset="0"/>
              </a:rPr>
              <a:t>material</a:t>
            </a:r>
          </a:p>
        </p:txBody>
      </p:sp>
      <p:grpSp>
        <p:nvGrpSpPr>
          <p:cNvPr id="12" name="Group 176"/>
          <p:cNvGrpSpPr>
            <a:grpSpLocks/>
          </p:cNvGrpSpPr>
          <p:nvPr/>
        </p:nvGrpSpPr>
        <p:grpSpPr bwMode="auto">
          <a:xfrm>
            <a:off x="8978726" y="4913293"/>
            <a:ext cx="990600" cy="990600"/>
            <a:chOff x="1392" y="3024"/>
            <a:chExt cx="989" cy="896"/>
          </a:xfrm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188" name="Freeform 177"/>
            <p:cNvSpPr>
              <a:spLocks/>
            </p:cNvSpPr>
            <p:nvPr/>
          </p:nvSpPr>
          <p:spPr bwMode="auto">
            <a:xfrm>
              <a:off x="1667" y="3481"/>
              <a:ext cx="330" cy="320"/>
            </a:xfrm>
            <a:custGeom>
              <a:avLst/>
              <a:gdLst/>
              <a:ahLst/>
              <a:cxnLst>
                <a:cxn ang="0">
                  <a:pos x="482" y="0"/>
                </a:cxn>
                <a:cxn ang="0">
                  <a:pos x="508" y="57"/>
                </a:cxn>
                <a:cxn ang="0">
                  <a:pos x="456" y="144"/>
                </a:cxn>
                <a:cxn ang="0">
                  <a:pos x="389" y="247"/>
                </a:cxn>
                <a:cxn ang="0">
                  <a:pos x="321" y="361"/>
                </a:cxn>
                <a:cxn ang="0">
                  <a:pos x="259" y="433"/>
                </a:cxn>
                <a:cxn ang="0">
                  <a:pos x="176" y="531"/>
                </a:cxn>
                <a:cxn ang="0">
                  <a:pos x="124" y="577"/>
                </a:cxn>
                <a:cxn ang="0">
                  <a:pos x="73" y="556"/>
                </a:cxn>
                <a:cxn ang="0">
                  <a:pos x="16" y="495"/>
                </a:cxn>
                <a:cxn ang="0">
                  <a:pos x="0" y="453"/>
                </a:cxn>
                <a:cxn ang="0">
                  <a:pos x="47" y="345"/>
                </a:cxn>
                <a:cxn ang="0">
                  <a:pos x="119" y="232"/>
                </a:cxn>
                <a:cxn ang="0">
                  <a:pos x="192" y="139"/>
                </a:cxn>
                <a:cxn ang="0">
                  <a:pos x="290" y="67"/>
                </a:cxn>
                <a:cxn ang="0">
                  <a:pos x="389" y="26"/>
                </a:cxn>
                <a:cxn ang="0">
                  <a:pos x="482" y="0"/>
                </a:cxn>
              </a:cxnLst>
              <a:rect l="0" t="0" r="r" b="b"/>
              <a:pathLst>
                <a:path w="508" h="577">
                  <a:moveTo>
                    <a:pt x="482" y="0"/>
                  </a:moveTo>
                  <a:lnTo>
                    <a:pt x="508" y="57"/>
                  </a:lnTo>
                  <a:lnTo>
                    <a:pt x="456" y="144"/>
                  </a:lnTo>
                  <a:lnTo>
                    <a:pt x="389" y="247"/>
                  </a:lnTo>
                  <a:lnTo>
                    <a:pt x="321" y="361"/>
                  </a:lnTo>
                  <a:lnTo>
                    <a:pt x="259" y="433"/>
                  </a:lnTo>
                  <a:lnTo>
                    <a:pt x="176" y="531"/>
                  </a:lnTo>
                  <a:lnTo>
                    <a:pt x="124" y="577"/>
                  </a:lnTo>
                  <a:lnTo>
                    <a:pt x="73" y="556"/>
                  </a:lnTo>
                  <a:lnTo>
                    <a:pt x="16" y="495"/>
                  </a:lnTo>
                  <a:lnTo>
                    <a:pt x="0" y="453"/>
                  </a:lnTo>
                  <a:lnTo>
                    <a:pt x="47" y="345"/>
                  </a:lnTo>
                  <a:lnTo>
                    <a:pt x="119" y="232"/>
                  </a:lnTo>
                  <a:lnTo>
                    <a:pt x="192" y="139"/>
                  </a:lnTo>
                  <a:lnTo>
                    <a:pt x="290" y="67"/>
                  </a:lnTo>
                  <a:lnTo>
                    <a:pt x="389" y="26"/>
                  </a:lnTo>
                  <a:lnTo>
                    <a:pt x="482" y="0"/>
                  </a:lnTo>
                  <a:close/>
                </a:path>
              </a:pathLst>
            </a:custGeom>
            <a:solidFill>
              <a:srgbClr val="AD6900"/>
            </a:solidFill>
            <a:ln w="9525">
              <a:noFill/>
              <a:round/>
              <a:headEnd/>
              <a:tailEnd/>
            </a:ln>
            <a:effectLst/>
            <a:sp3d>
              <a:bevelT w="139700" h="139700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89" name="Freeform 178"/>
            <p:cNvSpPr>
              <a:spLocks/>
            </p:cNvSpPr>
            <p:nvPr/>
          </p:nvSpPr>
          <p:spPr bwMode="auto">
            <a:xfrm>
              <a:off x="1982" y="3072"/>
              <a:ext cx="396" cy="439"/>
            </a:xfrm>
            <a:custGeom>
              <a:avLst/>
              <a:gdLst/>
              <a:ahLst/>
              <a:cxnLst>
                <a:cxn ang="0">
                  <a:pos x="454" y="0"/>
                </a:cxn>
                <a:cxn ang="0">
                  <a:pos x="588" y="72"/>
                </a:cxn>
                <a:cxn ang="0">
                  <a:pos x="609" y="201"/>
                </a:cxn>
                <a:cxn ang="0">
                  <a:pos x="594" y="365"/>
                </a:cxn>
                <a:cxn ang="0">
                  <a:pos x="552" y="483"/>
                </a:cxn>
                <a:cxn ang="0">
                  <a:pos x="511" y="581"/>
                </a:cxn>
                <a:cxn ang="0">
                  <a:pos x="434" y="648"/>
                </a:cxn>
                <a:cxn ang="0">
                  <a:pos x="361" y="705"/>
                </a:cxn>
                <a:cxn ang="0">
                  <a:pos x="258" y="741"/>
                </a:cxn>
                <a:cxn ang="0">
                  <a:pos x="93" y="735"/>
                </a:cxn>
                <a:cxn ang="0">
                  <a:pos x="46" y="792"/>
                </a:cxn>
                <a:cxn ang="0">
                  <a:pos x="0" y="735"/>
                </a:cxn>
                <a:cxn ang="0">
                  <a:pos x="52" y="669"/>
                </a:cxn>
                <a:cxn ang="0">
                  <a:pos x="201" y="648"/>
                </a:cxn>
                <a:cxn ang="0">
                  <a:pos x="325" y="576"/>
                </a:cxn>
                <a:cxn ang="0">
                  <a:pos x="403" y="483"/>
                </a:cxn>
                <a:cxn ang="0">
                  <a:pos x="470" y="360"/>
                </a:cxn>
                <a:cxn ang="0">
                  <a:pos x="490" y="252"/>
                </a:cxn>
                <a:cxn ang="0">
                  <a:pos x="495" y="129"/>
                </a:cxn>
                <a:cxn ang="0">
                  <a:pos x="470" y="51"/>
                </a:cxn>
                <a:cxn ang="0">
                  <a:pos x="454" y="0"/>
                </a:cxn>
              </a:cxnLst>
              <a:rect l="0" t="0" r="r" b="b"/>
              <a:pathLst>
                <a:path w="609" h="792">
                  <a:moveTo>
                    <a:pt x="454" y="0"/>
                  </a:moveTo>
                  <a:lnTo>
                    <a:pt x="588" y="72"/>
                  </a:lnTo>
                  <a:lnTo>
                    <a:pt x="609" y="201"/>
                  </a:lnTo>
                  <a:lnTo>
                    <a:pt x="594" y="365"/>
                  </a:lnTo>
                  <a:lnTo>
                    <a:pt x="552" y="483"/>
                  </a:lnTo>
                  <a:lnTo>
                    <a:pt x="511" y="581"/>
                  </a:lnTo>
                  <a:lnTo>
                    <a:pt x="434" y="648"/>
                  </a:lnTo>
                  <a:lnTo>
                    <a:pt x="361" y="705"/>
                  </a:lnTo>
                  <a:lnTo>
                    <a:pt x="258" y="741"/>
                  </a:lnTo>
                  <a:lnTo>
                    <a:pt x="93" y="735"/>
                  </a:lnTo>
                  <a:lnTo>
                    <a:pt x="46" y="792"/>
                  </a:lnTo>
                  <a:lnTo>
                    <a:pt x="0" y="735"/>
                  </a:lnTo>
                  <a:lnTo>
                    <a:pt x="52" y="669"/>
                  </a:lnTo>
                  <a:lnTo>
                    <a:pt x="201" y="648"/>
                  </a:lnTo>
                  <a:lnTo>
                    <a:pt x="325" y="576"/>
                  </a:lnTo>
                  <a:lnTo>
                    <a:pt x="403" y="483"/>
                  </a:lnTo>
                  <a:lnTo>
                    <a:pt x="470" y="360"/>
                  </a:lnTo>
                  <a:lnTo>
                    <a:pt x="490" y="252"/>
                  </a:lnTo>
                  <a:lnTo>
                    <a:pt x="495" y="129"/>
                  </a:lnTo>
                  <a:lnTo>
                    <a:pt x="470" y="51"/>
                  </a:lnTo>
                  <a:lnTo>
                    <a:pt x="454" y="0"/>
                  </a:lnTo>
                  <a:close/>
                </a:path>
              </a:pathLst>
            </a:custGeom>
            <a:solidFill>
              <a:srgbClr val="CECECE"/>
            </a:solidFill>
            <a:ln w="9525">
              <a:noFill/>
              <a:round/>
              <a:headEnd/>
              <a:tailEnd/>
            </a:ln>
            <a:effectLst/>
            <a:sp3d>
              <a:bevelT w="139700" h="139700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90" name="Freeform 179"/>
            <p:cNvSpPr>
              <a:spLocks/>
            </p:cNvSpPr>
            <p:nvPr/>
          </p:nvSpPr>
          <p:spPr bwMode="auto">
            <a:xfrm>
              <a:off x="2048" y="3052"/>
              <a:ext cx="333" cy="439"/>
            </a:xfrm>
            <a:custGeom>
              <a:avLst/>
              <a:gdLst/>
              <a:ahLst/>
              <a:cxnLst>
                <a:cxn ang="0">
                  <a:pos x="62" y="755"/>
                </a:cxn>
                <a:cxn ang="0">
                  <a:pos x="150" y="755"/>
                </a:cxn>
                <a:cxn ang="0">
                  <a:pos x="243" y="719"/>
                </a:cxn>
                <a:cxn ang="0">
                  <a:pos x="310" y="673"/>
                </a:cxn>
                <a:cxn ang="0">
                  <a:pos x="378" y="606"/>
                </a:cxn>
                <a:cxn ang="0">
                  <a:pos x="429" y="519"/>
                </a:cxn>
                <a:cxn ang="0">
                  <a:pos x="460" y="426"/>
                </a:cxn>
                <a:cxn ang="0">
                  <a:pos x="481" y="339"/>
                </a:cxn>
                <a:cxn ang="0">
                  <a:pos x="486" y="257"/>
                </a:cxn>
                <a:cxn ang="0">
                  <a:pos x="481" y="185"/>
                </a:cxn>
                <a:cxn ang="0">
                  <a:pos x="476" y="128"/>
                </a:cxn>
                <a:cxn ang="0">
                  <a:pos x="440" y="98"/>
                </a:cxn>
                <a:cxn ang="0">
                  <a:pos x="393" y="67"/>
                </a:cxn>
                <a:cxn ang="0">
                  <a:pos x="372" y="62"/>
                </a:cxn>
                <a:cxn ang="0">
                  <a:pos x="341" y="26"/>
                </a:cxn>
                <a:cxn ang="0">
                  <a:pos x="347" y="0"/>
                </a:cxn>
                <a:cxn ang="0">
                  <a:pos x="383" y="26"/>
                </a:cxn>
                <a:cxn ang="0">
                  <a:pos x="496" y="108"/>
                </a:cxn>
                <a:cxn ang="0">
                  <a:pos x="512" y="164"/>
                </a:cxn>
                <a:cxn ang="0">
                  <a:pos x="512" y="241"/>
                </a:cxn>
                <a:cxn ang="0">
                  <a:pos x="512" y="318"/>
                </a:cxn>
                <a:cxn ang="0">
                  <a:pos x="507" y="406"/>
                </a:cxn>
                <a:cxn ang="0">
                  <a:pos x="481" y="478"/>
                </a:cxn>
                <a:cxn ang="0">
                  <a:pos x="460" y="544"/>
                </a:cxn>
                <a:cxn ang="0">
                  <a:pos x="429" y="601"/>
                </a:cxn>
                <a:cxn ang="0">
                  <a:pos x="393" y="647"/>
                </a:cxn>
                <a:cxn ang="0">
                  <a:pos x="352" y="693"/>
                </a:cxn>
                <a:cxn ang="0">
                  <a:pos x="290" y="729"/>
                </a:cxn>
                <a:cxn ang="0">
                  <a:pos x="217" y="765"/>
                </a:cxn>
                <a:cxn ang="0">
                  <a:pos x="150" y="786"/>
                </a:cxn>
                <a:cxn ang="0">
                  <a:pos x="52" y="791"/>
                </a:cxn>
                <a:cxn ang="0">
                  <a:pos x="0" y="765"/>
                </a:cxn>
                <a:cxn ang="0">
                  <a:pos x="62" y="755"/>
                </a:cxn>
              </a:cxnLst>
              <a:rect l="0" t="0" r="r" b="b"/>
              <a:pathLst>
                <a:path w="512" h="791">
                  <a:moveTo>
                    <a:pt x="62" y="755"/>
                  </a:moveTo>
                  <a:lnTo>
                    <a:pt x="150" y="755"/>
                  </a:lnTo>
                  <a:lnTo>
                    <a:pt x="243" y="719"/>
                  </a:lnTo>
                  <a:lnTo>
                    <a:pt x="310" y="673"/>
                  </a:lnTo>
                  <a:lnTo>
                    <a:pt x="378" y="606"/>
                  </a:lnTo>
                  <a:lnTo>
                    <a:pt x="429" y="519"/>
                  </a:lnTo>
                  <a:lnTo>
                    <a:pt x="460" y="426"/>
                  </a:lnTo>
                  <a:lnTo>
                    <a:pt x="481" y="339"/>
                  </a:lnTo>
                  <a:lnTo>
                    <a:pt x="486" y="257"/>
                  </a:lnTo>
                  <a:lnTo>
                    <a:pt x="481" y="185"/>
                  </a:lnTo>
                  <a:lnTo>
                    <a:pt x="476" y="128"/>
                  </a:lnTo>
                  <a:lnTo>
                    <a:pt x="440" y="98"/>
                  </a:lnTo>
                  <a:lnTo>
                    <a:pt x="393" y="67"/>
                  </a:lnTo>
                  <a:lnTo>
                    <a:pt x="372" y="62"/>
                  </a:lnTo>
                  <a:lnTo>
                    <a:pt x="341" y="26"/>
                  </a:lnTo>
                  <a:lnTo>
                    <a:pt x="347" y="0"/>
                  </a:lnTo>
                  <a:lnTo>
                    <a:pt x="383" y="26"/>
                  </a:lnTo>
                  <a:lnTo>
                    <a:pt x="496" y="108"/>
                  </a:lnTo>
                  <a:lnTo>
                    <a:pt x="512" y="164"/>
                  </a:lnTo>
                  <a:lnTo>
                    <a:pt x="512" y="241"/>
                  </a:lnTo>
                  <a:lnTo>
                    <a:pt x="512" y="318"/>
                  </a:lnTo>
                  <a:lnTo>
                    <a:pt x="507" y="406"/>
                  </a:lnTo>
                  <a:lnTo>
                    <a:pt x="481" y="478"/>
                  </a:lnTo>
                  <a:lnTo>
                    <a:pt x="460" y="544"/>
                  </a:lnTo>
                  <a:lnTo>
                    <a:pt x="429" y="601"/>
                  </a:lnTo>
                  <a:lnTo>
                    <a:pt x="393" y="647"/>
                  </a:lnTo>
                  <a:lnTo>
                    <a:pt x="352" y="693"/>
                  </a:lnTo>
                  <a:lnTo>
                    <a:pt x="290" y="729"/>
                  </a:lnTo>
                  <a:lnTo>
                    <a:pt x="217" y="765"/>
                  </a:lnTo>
                  <a:lnTo>
                    <a:pt x="150" y="786"/>
                  </a:lnTo>
                  <a:lnTo>
                    <a:pt x="52" y="791"/>
                  </a:lnTo>
                  <a:lnTo>
                    <a:pt x="0" y="765"/>
                  </a:lnTo>
                  <a:lnTo>
                    <a:pt x="62" y="75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91" name="Freeform 180"/>
            <p:cNvSpPr>
              <a:spLocks/>
            </p:cNvSpPr>
            <p:nvPr/>
          </p:nvSpPr>
          <p:spPr bwMode="auto">
            <a:xfrm>
              <a:off x="1959" y="3050"/>
              <a:ext cx="353" cy="481"/>
            </a:xfrm>
            <a:custGeom>
              <a:avLst/>
              <a:gdLst/>
              <a:ahLst/>
              <a:cxnLst>
                <a:cxn ang="0">
                  <a:pos x="108" y="827"/>
                </a:cxn>
                <a:cxn ang="0">
                  <a:pos x="160" y="760"/>
                </a:cxn>
                <a:cxn ang="0">
                  <a:pos x="160" y="714"/>
                </a:cxn>
                <a:cxn ang="0">
                  <a:pos x="237" y="693"/>
                </a:cxn>
                <a:cxn ang="0">
                  <a:pos x="320" y="657"/>
                </a:cxn>
                <a:cxn ang="0">
                  <a:pos x="382" y="606"/>
                </a:cxn>
                <a:cxn ang="0">
                  <a:pos x="439" y="534"/>
                </a:cxn>
                <a:cxn ang="0">
                  <a:pos x="485" y="467"/>
                </a:cxn>
                <a:cxn ang="0">
                  <a:pos x="516" y="385"/>
                </a:cxn>
                <a:cxn ang="0">
                  <a:pos x="527" y="308"/>
                </a:cxn>
                <a:cxn ang="0">
                  <a:pos x="542" y="247"/>
                </a:cxn>
                <a:cxn ang="0">
                  <a:pos x="542" y="144"/>
                </a:cxn>
                <a:cxn ang="0">
                  <a:pos x="521" y="77"/>
                </a:cxn>
                <a:cxn ang="0">
                  <a:pos x="490" y="26"/>
                </a:cxn>
                <a:cxn ang="0">
                  <a:pos x="444" y="0"/>
                </a:cxn>
                <a:cxn ang="0">
                  <a:pos x="470" y="46"/>
                </a:cxn>
                <a:cxn ang="0">
                  <a:pos x="501" y="98"/>
                </a:cxn>
                <a:cxn ang="0">
                  <a:pos x="516" y="154"/>
                </a:cxn>
                <a:cxn ang="0">
                  <a:pos x="511" y="216"/>
                </a:cxn>
                <a:cxn ang="0">
                  <a:pos x="506" y="288"/>
                </a:cxn>
                <a:cxn ang="0">
                  <a:pos x="490" y="375"/>
                </a:cxn>
                <a:cxn ang="0">
                  <a:pos x="470" y="442"/>
                </a:cxn>
                <a:cxn ang="0">
                  <a:pos x="423" y="508"/>
                </a:cxn>
                <a:cxn ang="0">
                  <a:pos x="377" y="570"/>
                </a:cxn>
                <a:cxn ang="0">
                  <a:pos x="325" y="616"/>
                </a:cxn>
                <a:cxn ang="0">
                  <a:pos x="253" y="657"/>
                </a:cxn>
                <a:cxn ang="0">
                  <a:pos x="191" y="683"/>
                </a:cxn>
                <a:cxn ang="0">
                  <a:pos x="124" y="688"/>
                </a:cxn>
                <a:cxn ang="0">
                  <a:pos x="77" y="673"/>
                </a:cxn>
                <a:cxn ang="0">
                  <a:pos x="46" y="709"/>
                </a:cxn>
                <a:cxn ang="0">
                  <a:pos x="0" y="776"/>
                </a:cxn>
                <a:cxn ang="0">
                  <a:pos x="36" y="812"/>
                </a:cxn>
                <a:cxn ang="0">
                  <a:pos x="98" y="734"/>
                </a:cxn>
                <a:cxn ang="0">
                  <a:pos x="134" y="740"/>
                </a:cxn>
                <a:cxn ang="0">
                  <a:pos x="57" y="832"/>
                </a:cxn>
                <a:cxn ang="0">
                  <a:pos x="77" y="868"/>
                </a:cxn>
                <a:cxn ang="0">
                  <a:pos x="108" y="827"/>
                </a:cxn>
              </a:cxnLst>
              <a:rect l="0" t="0" r="r" b="b"/>
              <a:pathLst>
                <a:path w="542" h="868">
                  <a:moveTo>
                    <a:pt x="108" y="827"/>
                  </a:moveTo>
                  <a:lnTo>
                    <a:pt x="160" y="760"/>
                  </a:lnTo>
                  <a:lnTo>
                    <a:pt x="160" y="714"/>
                  </a:lnTo>
                  <a:lnTo>
                    <a:pt x="237" y="693"/>
                  </a:lnTo>
                  <a:lnTo>
                    <a:pt x="320" y="657"/>
                  </a:lnTo>
                  <a:lnTo>
                    <a:pt x="382" y="606"/>
                  </a:lnTo>
                  <a:lnTo>
                    <a:pt x="439" y="534"/>
                  </a:lnTo>
                  <a:lnTo>
                    <a:pt x="485" y="467"/>
                  </a:lnTo>
                  <a:lnTo>
                    <a:pt x="516" y="385"/>
                  </a:lnTo>
                  <a:lnTo>
                    <a:pt x="527" y="308"/>
                  </a:lnTo>
                  <a:lnTo>
                    <a:pt x="542" y="247"/>
                  </a:lnTo>
                  <a:lnTo>
                    <a:pt x="542" y="144"/>
                  </a:lnTo>
                  <a:lnTo>
                    <a:pt x="521" y="77"/>
                  </a:lnTo>
                  <a:lnTo>
                    <a:pt x="490" y="26"/>
                  </a:lnTo>
                  <a:lnTo>
                    <a:pt x="444" y="0"/>
                  </a:lnTo>
                  <a:lnTo>
                    <a:pt x="470" y="46"/>
                  </a:lnTo>
                  <a:lnTo>
                    <a:pt x="501" y="98"/>
                  </a:lnTo>
                  <a:lnTo>
                    <a:pt x="516" y="154"/>
                  </a:lnTo>
                  <a:lnTo>
                    <a:pt x="511" y="216"/>
                  </a:lnTo>
                  <a:lnTo>
                    <a:pt x="506" y="288"/>
                  </a:lnTo>
                  <a:lnTo>
                    <a:pt x="490" y="375"/>
                  </a:lnTo>
                  <a:lnTo>
                    <a:pt x="470" y="442"/>
                  </a:lnTo>
                  <a:lnTo>
                    <a:pt x="423" y="508"/>
                  </a:lnTo>
                  <a:lnTo>
                    <a:pt x="377" y="570"/>
                  </a:lnTo>
                  <a:lnTo>
                    <a:pt x="325" y="616"/>
                  </a:lnTo>
                  <a:lnTo>
                    <a:pt x="253" y="657"/>
                  </a:lnTo>
                  <a:lnTo>
                    <a:pt x="191" y="683"/>
                  </a:lnTo>
                  <a:lnTo>
                    <a:pt x="124" y="688"/>
                  </a:lnTo>
                  <a:lnTo>
                    <a:pt x="77" y="673"/>
                  </a:lnTo>
                  <a:lnTo>
                    <a:pt x="46" y="709"/>
                  </a:lnTo>
                  <a:lnTo>
                    <a:pt x="0" y="776"/>
                  </a:lnTo>
                  <a:lnTo>
                    <a:pt x="36" y="812"/>
                  </a:lnTo>
                  <a:lnTo>
                    <a:pt x="98" y="734"/>
                  </a:lnTo>
                  <a:lnTo>
                    <a:pt x="134" y="740"/>
                  </a:lnTo>
                  <a:lnTo>
                    <a:pt x="57" y="832"/>
                  </a:lnTo>
                  <a:lnTo>
                    <a:pt x="77" y="868"/>
                  </a:lnTo>
                  <a:lnTo>
                    <a:pt x="108" y="8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92" name="Freeform 181"/>
            <p:cNvSpPr>
              <a:spLocks/>
            </p:cNvSpPr>
            <p:nvPr/>
          </p:nvSpPr>
          <p:spPr bwMode="auto">
            <a:xfrm>
              <a:off x="1955" y="3043"/>
              <a:ext cx="340" cy="403"/>
            </a:xfrm>
            <a:custGeom>
              <a:avLst/>
              <a:gdLst/>
              <a:ahLst/>
              <a:cxnLst>
                <a:cxn ang="0">
                  <a:pos x="72" y="711"/>
                </a:cxn>
                <a:cxn ang="0">
                  <a:pos x="36" y="659"/>
                </a:cxn>
                <a:cxn ang="0">
                  <a:pos x="10" y="608"/>
                </a:cxn>
                <a:cxn ang="0">
                  <a:pos x="0" y="541"/>
                </a:cxn>
                <a:cxn ang="0">
                  <a:pos x="5" y="458"/>
                </a:cxn>
                <a:cxn ang="0">
                  <a:pos x="21" y="366"/>
                </a:cxn>
                <a:cxn ang="0">
                  <a:pos x="52" y="268"/>
                </a:cxn>
                <a:cxn ang="0">
                  <a:pos x="98" y="180"/>
                </a:cxn>
                <a:cxn ang="0">
                  <a:pos x="171" y="93"/>
                </a:cxn>
                <a:cxn ang="0">
                  <a:pos x="269" y="31"/>
                </a:cxn>
                <a:cxn ang="0">
                  <a:pos x="357" y="0"/>
                </a:cxn>
                <a:cxn ang="0">
                  <a:pos x="419" y="5"/>
                </a:cxn>
                <a:cxn ang="0">
                  <a:pos x="470" y="26"/>
                </a:cxn>
                <a:cxn ang="0">
                  <a:pos x="522" y="62"/>
                </a:cxn>
                <a:cxn ang="0">
                  <a:pos x="512" y="93"/>
                </a:cxn>
                <a:cxn ang="0">
                  <a:pos x="450" y="46"/>
                </a:cxn>
                <a:cxn ang="0">
                  <a:pos x="413" y="31"/>
                </a:cxn>
                <a:cxn ang="0">
                  <a:pos x="362" y="31"/>
                </a:cxn>
                <a:cxn ang="0">
                  <a:pos x="315" y="46"/>
                </a:cxn>
                <a:cxn ang="0">
                  <a:pos x="258" y="67"/>
                </a:cxn>
                <a:cxn ang="0">
                  <a:pos x="217" y="98"/>
                </a:cxn>
                <a:cxn ang="0">
                  <a:pos x="171" y="129"/>
                </a:cxn>
                <a:cxn ang="0">
                  <a:pos x="140" y="175"/>
                </a:cxn>
                <a:cxn ang="0">
                  <a:pos x="109" y="227"/>
                </a:cxn>
                <a:cxn ang="0">
                  <a:pos x="78" y="288"/>
                </a:cxn>
                <a:cxn ang="0">
                  <a:pos x="52" y="355"/>
                </a:cxn>
                <a:cxn ang="0">
                  <a:pos x="36" y="438"/>
                </a:cxn>
                <a:cxn ang="0">
                  <a:pos x="36" y="530"/>
                </a:cxn>
                <a:cxn ang="0">
                  <a:pos x="41" y="608"/>
                </a:cxn>
                <a:cxn ang="0">
                  <a:pos x="78" y="675"/>
                </a:cxn>
                <a:cxn ang="0">
                  <a:pos x="150" y="726"/>
                </a:cxn>
                <a:cxn ang="0">
                  <a:pos x="72" y="711"/>
                </a:cxn>
              </a:cxnLst>
              <a:rect l="0" t="0" r="r" b="b"/>
              <a:pathLst>
                <a:path w="522" h="726">
                  <a:moveTo>
                    <a:pt x="72" y="711"/>
                  </a:moveTo>
                  <a:lnTo>
                    <a:pt x="36" y="659"/>
                  </a:lnTo>
                  <a:lnTo>
                    <a:pt x="10" y="608"/>
                  </a:lnTo>
                  <a:lnTo>
                    <a:pt x="0" y="541"/>
                  </a:lnTo>
                  <a:lnTo>
                    <a:pt x="5" y="458"/>
                  </a:lnTo>
                  <a:lnTo>
                    <a:pt x="21" y="366"/>
                  </a:lnTo>
                  <a:lnTo>
                    <a:pt x="52" y="268"/>
                  </a:lnTo>
                  <a:lnTo>
                    <a:pt x="98" y="180"/>
                  </a:lnTo>
                  <a:lnTo>
                    <a:pt x="171" y="93"/>
                  </a:lnTo>
                  <a:lnTo>
                    <a:pt x="269" y="31"/>
                  </a:lnTo>
                  <a:lnTo>
                    <a:pt x="357" y="0"/>
                  </a:lnTo>
                  <a:lnTo>
                    <a:pt x="419" y="5"/>
                  </a:lnTo>
                  <a:lnTo>
                    <a:pt x="470" y="26"/>
                  </a:lnTo>
                  <a:lnTo>
                    <a:pt x="522" y="62"/>
                  </a:lnTo>
                  <a:lnTo>
                    <a:pt x="512" y="93"/>
                  </a:lnTo>
                  <a:lnTo>
                    <a:pt x="450" y="46"/>
                  </a:lnTo>
                  <a:lnTo>
                    <a:pt x="413" y="31"/>
                  </a:lnTo>
                  <a:lnTo>
                    <a:pt x="362" y="31"/>
                  </a:lnTo>
                  <a:lnTo>
                    <a:pt x="315" y="46"/>
                  </a:lnTo>
                  <a:lnTo>
                    <a:pt x="258" y="67"/>
                  </a:lnTo>
                  <a:lnTo>
                    <a:pt x="217" y="98"/>
                  </a:lnTo>
                  <a:lnTo>
                    <a:pt x="171" y="129"/>
                  </a:lnTo>
                  <a:lnTo>
                    <a:pt x="140" y="175"/>
                  </a:lnTo>
                  <a:lnTo>
                    <a:pt x="109" y="227"/>
                  </a:lnTo>
                  <a:lnTo>
                    <a:pt x="78" y="288"/>
                  </a:lnTo>
                  <a:lnTo>
                    <a:pt x="52" y="355"/>
                  </a:lnTo>
                  <a:lnTo>
                    <a:pt x="36" y="438"/>
                  </a:lnTo>
                  <a:lnTo>
                    <a:pt x="36" y="530"/>
                  </a:lnTo>
                  <a:lnTo>
                    <a:pt x="41" y="608"/>
                  </a:lnTo>
                  <a:lnTo>
                    <a:pt x="78" y="675"/>
                  </a:lnTo>
                  <a:lnTo>
                    <a:pt x="150" y="726"/>
                  </a:lnTo>
                  <a:lnTo>
                    <a:pt x="72" y="71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sp>
          <p:nvSpPr>
            <p:cNvPr id="193" name="Freeform 182"/>
            <p:cNvSpPr>
              <a:spLocks/>
            </p:cNvSpPr>
            <p:nvPr/>
          </p:nvSpPr>
          <p:spPr bwMode="auto">
            <a:xfrm>
              <a:off x="1660" y="3473"/>
              <a:ext cx="363" cy="331"/>
            </a:xfrm>
            <a:custGeom>
              <a:avLst/>
              <a:gdLst/>
              <a:ahLst/>
              <a:cxnLst>
                <a:cxn ang="0">
                  <a:pos x="496" y="0"/>
                </a:cxn>
                <a:cxn ang="0">
                  <a:pos x="413" y="15"/>
                </a:cxn>
                <a:cxn ang="0">
                  <a:pos x="341" y="36"/>
                </a:cxn>
                <a:cxn ang="0">
                  <a:pos x="258" y="93"/>
                </a:cxn>
                <a:cxn ang="0">
                  <a:pos x="181" y="165"/>
                </a:cxn>
                <a:cxn ang="0">
                  <a:pos x="109" y="253"/>
                </a:cxn>
                <a:cxn ang="0">
                  <a:pos x="31" y="371"/>
                </a:cxn>
                <a:cxn ang="0">
                  <a:pos x="0" y="454"/>
                </a:cxn>
                <a:cxn ang="0">
                  <a:pos x="0" y="485"/>
                </a:cxn>
                <a:cxn ang="0">
                  <a:pos x="31" y="521"/>
                </a:cxn>
                <a:cxn ang="0">
                  <a:pos x="72" y="567"/>
                </a:cxn>
                <a:cxn ang="0">
                  <a:pos x="140" y="598"/>
                </a:cxn>
                <a:cxn ang="0">
                  <a:pos x="186" y="577"/>
                </a:cxn>
                <a:cxn ang="0">
                  <a:pos x="264" y="479"/>
                </a:cxn>
                <a:cxn ang="0">
                  <a:pos x="341" y="381"/>
                </a:cxn>
                <a:cxn ang="0">
                  <a:pos x="413" y="263"/>
                </a:cxn>
                <a:cxn ang="0">
                  <a:pos x="486" y="165"/>
                </a:cxn>
                <a:cxn ang="0">
                  <a:pos x="558" y="77"/>
                </a:cxn>
                <a:cxn ang="0">
                  <a:pos x="543" y="26"/>
                </a:cxn>
                <a:cxn ang="0">
                  <a:pos x="496" y="31"/>
                </a:cxn>
                <a:cxn ang="0">
                  <a:pos x="486" y="72"/>
                </a:cxn>
                <a:cxn ang="0">
                  <a:pos x="465" y="134"/>
                </a:cxn>
                <a:cxn ang="0">
                  <a:pos x="403" y="217"/>
                </a:cxn>
                <a:cxn ang="0">
                  <a:pos x="357" y="294"/>
                </a:cxn>
                <a:cxn ang="0">
                  <a:pos x="300" y="371"/>
                </a:cxn>
                <a:cxn ang="0">
                  <a:pos x="264" y="438"/>
                </a:cxn>
                <a:cxn ang="0">
                  <a:pos x="196" y="510"/>
                </a:cxn>
                <a:cxn ang="0">
                  <a:pos x="155" y="557"/>
                </a:cxn>
                <a:cxn ang="0">
                  <a:pos x="124" y="567"/>
                </a:cxn>
                <a:cxn ang="0">
                  <a:pos x="67" y="541"/>
                </a:cxn>
                <a:cxn ang="0">
                  <a:pos x="41" y="495"/>
                </a:cxn>
                <a:cxn ang="0">
                  <a:pos x="36" y="454"/>
                </a:cxn>
                <a:cxn ang="0">
                  <a:pos x="62" y="387"/>
                </a:cxn>
                <a:cxn ang="0">
                  <a:pos x="103" y="309"/>
                </a:cxn>
                <a:cxn ang="0">
                  <a:pos x="160" y="222"/>
                </a:cxn>
                <a:cxn ang="0">
                  <a:pos x="238" y="150"/>
                </a:cxn>
                <a:cxn ang="0">
                  <a:pos x="305" y="93"/>
                </a:cxn>
                <a:cxn ang="0">
                  <a:pos x="382" y="52"/>
                </a:cxn>
                <a:cxn ang="0">
                  <a:pos x="444" y="41"/>
                </a:cxn>
                <a:cxn ang="0">
                  <a:pos x="491" y="31"/>
                </a:cxn>
                <a:cxn ang="0">
                  <a:pos x="496" y="0"/>
                </a:cxn>
              </a:cxnLst>
              <a:rect l="0" t="0" r="r" b="b"/>
              <a:pathLst>
                <a:path w="558" h="598">
                  <a:moveTo>
                    <a:pt x="496" y="0"/>
                  </a:moveTo>
                  <a:lnTo>
                    <a:pt x="413" y="15"/>
                  </a:lnTo>
                  <a:lnTo>
                    <a:pt x="341" y="36"/>
                  </a:lnTo>
                  <a:lnTo>
                    <a:pt x="258" y="93"/>
                  </a:lnTo>
                  <a:lnTo>
                    <a:pt x="181" y="165"/>
                  </a:lnTo>
                  <a:lnTo>
                    <a:pt x="109" y="253"/>
                  </a:lnTo>
                  <a:lnTo>
                    <a:pt x="31" y="371"/>
                  </a:lnTo>
                  <a:lnTo>
                    <a:pt x="0" y="454"/>
                  </a:lnTo>
                  <a:lnTo>
                    <a:pt x="0" y="485"/>
                  </a:lnTo>
                  <a:lnTo>
                    <a:pt x="31" y="521"/>
                  </a:lnTo>
                  <a:lnTo>
                    <a:pt x="72" y="567"/>
                  </a:lnTo>
                  <a:lnTo>
                    <a:pt x="140" y="598"/>
                  </a:lnTo>
                  <a:lnTo>
                    <a:pt x="186" y="577"/>
                  </a:lnTo>
                  <a:lnTo>
                    <a:pt x="264" y="479"/>
                  </a:lnTo>
                  <a:lnTo>
                    <a:pt x="341" y="381"/>
                  </a:lnTo>
                  <a:lnTo>
                    <a:pt x="413" y="263"/>
                  </a:lnTo>
                  <a:lnTo>
                    <a:pt x="486" y="165"/>
                  </a:lnTo>
                  <a:lnTo>
                    <a:pt x="558" y="77"/>
                  </a:lnTo>
                  <a:lnTo>
                    <a:pt x="543" y="26"/>
                  </a:lnTo>
                  <a:lnTo>
                    <a:pt x="496" y="31"/>
                  </a:lnTo>
                  <a:lnTo>
                    <a:pt x="486" y="72"/>
                  </a:lnTo>
                  <a:lnTo>
                    <a:pt x="465" y="134"/>
                  </a:lnTo>
                  <a:lnTo>
                    <a:pt x="403" y="217"/>
                  </a:lnTo>
                  <a:lnTo>
                    <a:pt x="357" y="294"/>
                  </a:lnTo>
                  <a:lnTo>
                    <a:pt x="300" y="371"/>
                  </a:lnTo>
                  <a:lnTo>
                    <a:pt x="264" y="438"/>
                  </a:lnTo>
                  <a:lnTo>
                    <a:pt x="196" y="510"/>
                  </a:lnTo>
                  <a:lnTo>
                    <a:pt x="155" y="557"/>
                  </a:lnTo>
                  <a:lnTo>
                    <a:pt x="124" y="567"/>
                  </a:lnTo>
                  <a:lnTo>
                    <a:pt x="67" y="541"/>
                  </a:lnTo>
                  <a:lnTo>
                    <a:pt x="41" y="495"/>
                  </a:lnTo>
                  <a:lnTo>
                    <a:pt x="36" y="454"/>
                  </a:lnTo>
                  <a:lnTo>
                    <a:pt x="62" y="387"/>
                  </a:lnTo>
                  <a:lnTo>
                    <a:pt x="103" y="309"/>
                  </a:lnTo>
                  <a:lnTo>
                    <a:pt x="160" y="222"/>
                  </a:lnTo>
                  <a:lnTo>
                    <a:pt x="238" y="150"/>
                  </a:lnTo>
                  <a:lnTo>
                    <a:pt x="305" y="93"/>
                  </a:lnTo>
                  <a:lnTo>
                    <a:pt x="382" y="52"/>
                  </a:lnTo>
                  <a:lnTo>
                    <a:pt x="444" y="41"/>
                  </a:lnTo>
                  <a:lnTo>
                    <a:pt x="491" y="31"/>
                  </a:lnTo>
                  <a:lnTo>
                    <a:pt x="496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p3d>
              <a:bevelT w="190500" h="38100"/>
            </a:sp3d>
          </p:spPr>
          <p:txBody>
            <a:bodyPr/>
            <a:lstStyle/>
            <a:p>
              <a:pPr>
                <a:defRPr/>
              </a:pPr>
              <a:endParaRPr lang="en-GB" dirty="0"/>
            </a:p>
          </p:txBody>
        </p:sp>
        <p:grpSp>
          <p:nvGrpSpPr>
            <p:cNvPr id="13" name="Group 183"/>
            <p:cNvGrpSpPr>
              <a:grpSpLocks/>
            </p:cNvGrpSpPr>
            <p:nvPr/>
          </p:nvGrpSpPr>
          <p:grpSpPr bwMode="auto">
            <a:xfrm>
              <a:off x="1395" y="3024"/>
              <a:ext cx="619" cy="898"/>
              <a:chOff x="3093" y="1536"/>
              <a:chExt cx="950" cy="1616"/>
            </a:xfrm>
          </p:grpSpPr>
          <p:sp>
            <p:nvSpPr>
              <p:cNvPr id="195" name="Freeform 184"/>
              <p:cNvSpPr>
                <a:spLocks/>
              </p:cNvSpPr>
              <p:nvPr/>
            </p:nvSpPr>
            <p:spPr bwMode="auto">
              <a:xfrm>
                <a:off x="3587" y="1536"/>
                <a:ext cx="369" cy="313"/>
              </a:xfrm>
              <a:custGeom>
                <a:avLst/>
                <a:gdLst/>
                <a:ahLst/>
                <a:cxnLst>
                  <a:cxn ang="0">
                    <a:pos x="255" y="183"/>
                  </a:cxn>
                  <a:cxn ang="0">
                    <a:pos x="286" y="130"/>
                  </a:cxn>
                  <a:cxn ang="0">
                    <a:pos x="301" y="78"/>
                  </a:cxn>
                  <a:cxn ang="0">
                    <a:pos x="291" y="42"/>
                  </a:cxn>
                  <a:cxn ang="0">
                    <a:pos x="275" y="16"/>
                  </a:cxn>
                  <a:cxn ang="0">
                    <a:pos x="234" y="0"/>
                  </a:cxn>
                  <a:cxn ang="0">
                    <a:pos x="187" y="0"/>
                  </a:cxn>
                  <a:cxn ang="0">
                    <a:pos x="120" y="21"/>
                  </a:cxn>
                  <a:cxn ang="0">
                    <a:pos x="52" y="83"/>
                  </a:cxn>
                  <a:cxn ang="0">
                    <a:pos x="10" y="151"/>
                  </a:cxn>
                  <a:cxn ang="0">
                    <a:pos x="0" y="224"/>
                  </a:cxn>
                  <a:cxn ang="0">
                    <a:pos x="16" y="266"/>
                  </a:cxn>
                  <a:cxn ang="0">
                    <a:pos x="52" y="297"/>
                  </a:cxn>
                  <a:cxn ang="0">
                    <a:pos x="99" y="313"/>
                  </a:cxn>
                  <a:cxn ang="0">
                    <a:pos x="151" y="303"/>
                  </a:cxn>
                  <a:cxn ang="0">
                    <a:pos x="208" y="266"/>
                  </a:cxn>
                  <a:cxn ang="0">
                    <a:pos x="239" y="230"/>
                  </a:cxn>
                  <a:cxn ang="0">
                    <a:pos x="301" y="261"/>
                  </a:cxn>
                  <a:cxn ang="0">
                    <a:pos x="343" y="287"/>
                  </a:cxn>
                  <a:cxn ang="0">
                    <a:pos x="359" y="287"/>
                  </a:cxn>
                  <a:cxn ang="0">
                    <a:pos x="369" y="256"/>
                  </a:cxn>
                  <a:cxn ang="0">
                    <a:pos x="353" y="235"/>
                  </a:cxn>
                  <a:cxn ang="0">
                    <a:pos x="312" y="240"/>
                  </a:cxn>
                  <a:cxn ang="0">
                    <a:pos x="281" y="224"/>
                  </a:cxn>
                  <a:cxn ang="0">
                    <a:pos x="255" y="183"/>
                  </a:cxn>
                </a:cxnLst>
                <a:rect l="0" t="0" r="r" b="b"/>
                <a:pathLst>
                  <a:path w="369" h="313">
                    <a:moveTo>
                      <a:pt x="255" y="183"/>
                    </a:moveTo>
                    <a:lnTo>
                      <a:pt x="286" y="130"/>
                    </a:lnTo>
                    <a:lnTo>
                      <a:pt x="301" y="78"/>
                    </a:lnTo>
                    <a:lnTo>
                      <a:pt x="291" y="42"/>
                    </a:lnTo>
                    <a:lnTo>
                      <a:pt x="275" y="16"/>
                    </a:lnTo>
                    <a:lnTo>
                      <a:pt x="234" y="0"/>
                    </a:lnTo>
                    <a:lnTo>
                      <a:pt x="187" y="0"/>
                    </a:lnTo>
                    <a:lnTo>
                      <a:pt x="120" y="21"/>
                    </a:lnTo>
                    <a:lnTo>
                      <a:pt x="52" y="83"/>
                    </a:lnTo>
                    <a:lnTo>
                      <a:pt x="10" y="151"/>
                    </a:lnTo>
                    <a:lnTo>
                      <a:pt x="0" y="224"/>
                    </a:lnTo>
                    <a:lnTo>
                      <a:pt x="16" y="266"/>
                    </a:lnTo>
                    <a:lnTo>
                      <a:pt x="52" y="297"/>
                    </a:lnTo>
                    <a:lnTo>
                      <a:pt x="99" y="313"/>
                    </a:lnTo>
                    <a:lnTo>
                      <a:pt x="151" y="303"/>
                    </a:lnTo>
                    <a:lnTo>
                      <a:pt x="208" y="266"/>
                    </a:lnTo>
                    <a:lnTo>
                      <a:pt x="239" y="230"/>
                    </a:lnTo>
                    <a:lnTo>
                      <a:pt x="301" y="261"/>
                    </a:lnTo>
                    <a:lnTo>
                      <a:pt x="343" y="287"/>
                    </a:lnTo>
                    <a:lnTo>
                      <a:pt x="359" y="287"/>
                    </a:lnTo>
                    <a:lnTo>
                      <a:pt x="369" y="256"/>
                    </a:lnTo>
                    <a:lnTo>
                      <a:pt x="353" y="235"/>
                    </a:lnTo>
                    <a:lnTo>
                      <a:pt x="312" y="240"/>
                    </a:lnTo>
                    <a:lnTo>
                      <a:pt x="281" y="224"/>
                    </a:lnTo>
                    <a:lnTo>
                      <a:pt x="255" y="18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  <a:effectLst/>
              <a:sp3d>
                <a:bevelT w="139700" h="139700"/>
              </a:sp3d>
            </p:spPr>
            <p:txBody>
              <a:bodyPr/>
              <a:lstStyle/>
              <a:p>
                <a:pPr>
                  <a:defRPr/>
                </a:pPr>
                <a:endParaRPr lang="en-GB" dirty="0"/>
              </a:p>
            </p:txBody>
          </p:sp>
          <p:sp>
            <p:nvSpPr>
              <p:cNvPr id="196" name="Freeform 185"/>
              <p:cNvSpPr>
                <a:spLocks/>
              </p:cNvSpPr>
              <p:nvPr/>
            </p:nvSpPr>
            <p:spPr bwMode="auto">
              <a:xfrm>
                <a:off x="3286" y="1857"/>
                <a:ext cx="360" cy="517"/>
              </a:xfrm>
              <a:custGeom>
                <a:avLst/>
                <a:gdLst/>
                <a:ahLst/>
                <a:cxnLst>
                  <a:cxn ang="0">
                    <a:pos x="130" y="78"/>
                  </a:cxn>
                  <a:cxn ang="0">
                    <a:pos x="209" y="21"/>
                  </a:cxn>
                  <a:cxn ang="0">
                    <a:pos x="266" y="0"/>
                  </a:cxn>
                  <a:cxn ang="0">
                    <a:pos x="303" y="0"/>
                  </a:cxn>
                  <a:cxn ang="0">
                    <a:pos x="334" y="16"/>
                  </a:cxn>
                  <a:cxn ang="0">
                    <a:pos x="360" y="57"/>
                  </a:cxn>
                  <a:cxn ang="0">
                    <a:pos x="360" y="93"/>
                  </a:cxn>
                  <a:cxn ang="0">
                    <a:pos x="329" y="160"/>
                  </a:cxn>
                  <a:cxn ang="0">
                    <a:pos x="271" y="202"/>
                  </a:cxn>
                  <a:cxn ang="0">
                    <a:pos x="235" y="248"/>
                  </a:cxn>
                  <a:cxn ang="0">
                    <a:pos x="209" y="305"/>
                  </a:cxn>
                  <a:cxn ang="0">
                    <a:pos x="198" y="377"/>
                  </a:cxn>
                  <a:cxn ang="0">
                    <a:pos x="214" y="434"/>
                  </a:cxn>
                  <a:cxn ang="0">
                    <a:pos x="209" y="476"/>
                  </a:cxn>
                  <a:cxn ang="0">
                    <a:pos x="183" y="501"/>
                  </a:cxn>
                  <a:cxn ang="0">
                    <a:pos x="136" y="517"/>
                  </a:cxn>
                  <a:cxn ang="0">
                    <a:pos x="73" y="491"/>
                  </a:cxn>
                  <a:cxn ang="0">
                    <a:pos x="26" y="445"/>
                  </a:cxn>
                  <a:cxn ang="0">
                    <a:pos x="0" y="357"/>
                  </a:cxn>
                  <a:cxn ang="0">
                    <a:pos x="0" y="284"/>
                  </a:cxn>
                  <a:cxn ang="0">
                    <a:pos x="21" y="207"/>
                  </a:cxn>
                  <a:cxn ang="0">
                    <a:pos x="57" y="150"/>
                  </a:cxn>
                  <a:cxn ang="0">
                    <a:pos x="89" y="109"/>
                  </a:cxn>
                  <a:cxn ang="0">
                    <a:pos x="130" y="78"/>
                  </a:cxn>
                </a:cxnLst>
                <a:rect l="0" t="0" r="r" b="b"/>
                <a:pathLst>
                  <a:path w="360" h="517">
                    <a:moveTo>
                      <a:pt x="130" y="78"/>
                    </a:moveTo>
                    <a:lnTo>
                      <a:pt x="209" y="21"/>
                    </a:lnTo>
                    <a:lnTo>
                      <a:pt x="266" y="0"/>
                    </a:lnTo>
                    <a:lnTo>
                      <a:pt x="303" y="0"/>
                    </a:lnTo>
                    <a:lnTo>
                      <a:pt x="334" y="16"/>
                    </a:lnTo>
                    <a:lnTo>
                      <a:pt x="360" y="57"/>
                    </a:lnTo>
                    <a:lnTo>
                      <a:pt x="360" y="93"/>
                    </a:lnTo>
                    <a:lnTo>
                      <a:pt x="329" y="160"/>
                    </a:lnTo>
                    <a:lnTo>
                      <a:pt x="271" y="202"/>
                    </a:lnTo>
                    <a:lnTo>
                      <a:pt x="235" y="248"/>
                    </a:lnTo>
                    <a:lnTo>
                      <a:pt x="209" y="305"/>
                    </a:lnTo>
                    <a:lnTo>
                      <a:pt x="198" y="377"/>
                    </a:lnTo>
                    <a:lnTo>
                      <a:pt x="214" y="434"/>
                    </a:lnTo>
                    <a:lnTo>
                      <a:pt x="209" y="476"/>
                    </a:lnTo>
                    <a:lnTo>
                      <a:pt x="183" y="501"/>
                    </a:lnTo>
                    <a:lnTo>
                      <a:pt x="136" y="517"/>
                    </a:lnTo>
                    <a:lnTo>
                      <a:pt x="73" y="491"/>
                    </a:lnTo>
                    <a:lnTo>
                      <a:pt x="26" y="445"/>
                    </a:lnTo>
                    <a:lnTo>
                      <a:pt x="0" y="357"/>
                    </a:lnTo>
                    <a:lnTo>
                      <a:pt x="0" y="284"/>
                    </a:lnTo>
                    <a:lnTo>
                      <a:pt x="21" y="207"/>
                    </a:lnTo>
                    <a:lnTo>
                      <a:pt x="57" y="150"/>
                    </a:lnTo>
                    <a:lnTo>
                      <a:pt x="89" y="109"/>
                    </a:lnTo>
                    <a:lnTo>
                      <a:pt x="130" y="7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  <a:effectLst/>
              <a:sp3d>
                <a:bevelT w="139700" h="139700"/>
              </a:sp3d>
            </p:spPr>
            <p:txBody>
              <a:bodyPr/>
              <a:lstStyle/>
              <a:p>
                <a:pPr>
                  <a:defRPr/>
                </a:pPr>
                <a:endParaRPr lang="en-GB" dirty="0"/>
              </a:p>
            </p:txBody>
          </p:sp>
          <p:sp>
            <p:nvSpPr>
              <p:cNvPr id="197" name="Freeform 186"/>
              <p:cNvSpPr>
                <a:spLocks/>
              </p:cNvSpPr>
              <p:nvPr/>
            </p:nvSpPr>
            <p:spPr bwMode="auto">
              <a:xfrm>
                <a:off x="3093" y="1841"/>
                <a:ext cx="486" cy="486"/>
              </a:xfrm>
              <a:custGeom>
                <a:avLst/>
                <a:gdLst/>
                <a:ahLst/>
                <a:cxnLst>
                  <a:cxn ang="0">
                    <a:pos x="398" y="0"/>
                  </a:cxn>
                  <a:cxn ang="0">
                    <a:pos x="486" y="16"/>
                  </a:cxn>
                  <a:cxn ang="0">
                    <a:pos x="476" y="52"/>
                  </a:cxn>
                  <a:cxn ang="0">
                    <a:pos x="424" y="62"/>
                  </a:cxn>
                  <a:cxn ang="0">
                    <a:pos x="367" y="52"/>
                  </a:cxn>
                  <a:cxn ang="0">
                    <a:pos x="284" y="57"/>
                  </a:cxn>
                  <a:cxn ang="0">
                    <a:pos x="186" y="83"/>
                  </a:cxn>
                  <a:cxn ang="0">
                    <a:pos x="98" y="109"/>
                  </a:cxn>
                  <a:cxn ang="0">
                    <a:pos x="67" y="140"/>
                  </a:cxn>
                  <a:cxn ang="0">
                    <a:pos x="72" y="160"/>
                  </a:cxn>
                  <a:cxn ang="0">
                    <a:pos x="114" y="233"/>
                  </a:cxn>
                  <a:cxn ang="0">
                    <a:pos x="150" y="300"/>
                  </a:cxn>
                  <a:cxn ang="0">
                    <a:pos x="191" y="346"/>
                  </a:cxn>
                  <a:cxn ang="0">
                    <a:pos x="212" y="362"/>
                  </a:cxn>
                  <a:cxn ang="0">
                    <a:pos x="207" y="398"/>
                  </a:cxn>
                  <a:cxn ang="0">
                    <a:pos x="160" y="424"/>
                  </a:cxn>
                  <a:cxn ang="0">
                    <a:pos x="124" y="455"/>
                  </a:cxn>
                  <a:cxn ang="0">
                    <a:pos x="109" y="486"/>
                  </a:cxn>
                  <a:cxn ang="0">
                    <a:pos x="78" y="486"/>
                  </a:cxn>
                  <a:cxn ang="0">
                    <a:pos x="72" y="450"/>
                  </a:cxn>
                  <a:cxn ang="0">
                    <a:pos x="109" y="408"/>
                  </a:cxn>
                  <a:cxn ang="0">
                    <a:pos x="155" y="372"/>
                  </a:cxn>
                  <a:cxn ang="0">
                    <a:pos x="150" y="357"/>
                  </a:cxn>
                  <a:cxn ang="0">
                    <a:pos x="109" y="300"/>
                  </a:cxn>
                  <a:cxn ang="0">
                    <a:pos x="62" y="233"/>
                  </a:cxn>
                  <a:cxn ang="0">
                    <a:pos x="21" y="160"/>
                  </a:cxn>
                  <a:cxn ang="0">
                    <a:pos x="0" y="119"/>
                  </a:cxn>
                  <a:cxn ang="0">
                    <a:pos x="31" y="88"/>
                  </a:cxn>
                  <a:cxn ang="0">
                    <a:pos x="98" y="57"/>
                  </a:cxn>
                  <a:cxn ang="0">
                    <a:pos x="217" y="16"/>
                  </a:cxn>
                  <a:cxn ang="0">
                    <a:pos x="326" y="5"/>
                  </a:cxn>
                  <a:cxn ang="0">
                    <a:pos x="398" y="0"/>
                  </a:cxn>
                </a:cxnLst>
                <a:rect l="0" t="0" r="r" b="b"/>
                <a:pathLst>
                  <a:path w="486" h="486">
                    <a:moveTo>
                      <a:pt x="398" y="0"/>
                    </a:moveTo>
                    <a:lnTo>
                      <a:pt x="486" y="16"/>
                    </a:lnTo>
                    <a:lnTo>
                      <a:pt x="476" y="52"/>
                    </a:lnTo>
                    <a:lnTo>
                      <a:pt x="424" y="62"/>
                    </a:lnTo>
                    <a:lnTo>
                      <a:pt x="367" y="52"/>
                    </a:lnTo>
                    <a:lnTo>
                      <a:pt x="284" y="57"/>
                    </a:lnTo>
                    <a:lnTo>
                      <a:pt x="186" y="83"/>
                    </a:lnTo>
                    <a:lnTo>
                      <a:pt x="98" y="109"/>
                    </a:lnTo>
                    <a:lnTo>
                      <a:pt x="67" y="140"/>
                    </a:lnTo>
                    <a:lnTo>
                      <a:pt x="72" y="160"/>
                    </a:lnTo>
                    <a:lnTo>
                      <a:pt x="114" y="233"/>
                    </a:lnTo>
                    <a:lnTo>
                      <a:pt x="150" y="300"/>
                    </a:lnTo>
                    <a:lnTo>
                      <a:pt x="191" y="346"/>
                    </a:lnTo>
                    <a:lnTo>
                      <a:pt x="212" y="362"/>
                    </a:lnTo>
                    <a:lnTo>
                      <a:pt x="207" y="398"/>
                    </a:lnTo>
                    <a:lnTo>
                      <a:pt x="160" y="424"/>
                    </a:lnTo>
                    <a:lnTo>
                      <a:pt x="124" y="455"/>
                    </a:lnTo>
                    <a:lnTo>
                      <a:pt x="109" y="486"/>
                    </a:lnTo>
                    <a:lnTo>
                      <a:pt x="78" y="486"/>
                    </a:lnTo>
                    <a:lnTo>
                      <a:pt x="72" y="450"/>
                    </a:lnTo>
                    <a:lnTo>
                      <a:pt x="109" y="408"/>
                    </a:lnTo>
                    <a:lnTo>
                      <a:pt x="155" y="372"/>
                    </a:lnTo>
                    <a:lnTo>
                      <a:pt x="150" y="357"/>
                    </a:lnTo>
                    <a:lnTo>
                      <a:pt x="109" y="300"/>
                    </a:lnTo>
                    <a:lnTo>
                      <a:pt x="62" y="233"/>
                    </a:lnTo>
                    <a:lnTo>
                      <a:pt x="21" y="160"/>
                    </a:lnTo>
                    <a:lnTo>
                      <a:pt x="0" y="119"/>
                    </a:lnTo>
                    <a:lnTo>
                      <a:pt x="31" y="88"/>
                    </a:lnTo>
                    <a:lnTo>
                      <a:pt x="98" y="57"/>
                    </a:lnTo>
                    <a:lnTo>
                      <a:pt x="217" y="16"/>
                    </a:lnTo>
                    <a:lnTo>
                      <a:pt x="326" y="5"/>
                    </a:lnTo>
                    <a:lnTo>
                      <a:pt x="398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  <a:effectLst/>
              <a:sp3d>
                <a:bevelT w="139700" h="139700"/>
              </a:sp3d>
            </p:spPr>
            <p:txBody>
              <a:bodyPr/>
              <a:lstStyle/>
              <a:p>
                <a:pPr>
                  <a:defRPr/>
                </a:pPr>
                <a:endParaRPr lang="en-GB" dirty="0"/>
              </a:p>
            </p:txBody>
          </p:sp>
          <p:sp>
            <p:nvSpPr>
              <p:cNvPr id="198" name="Freeform 187"/>
              <p:cNvSpPr>
                <a:spLocks/>
              </p:cNvSpPr>
              <p:nvPr/>
            </p:nvSpPr>
            <p:spPr bwMode="auto">
              <a:xfrm>
                <a:off x="3582" y="1902"/>
                <a:ext cx="461" cy="487"/>
              </a:xfrm>
              <a:custGeom>
                <a:avLst/>
                <a:gdLst/>
                <a:ahLst/>
                <a:cxnLst>
                  <a:cxn ang="0">
                    <a:pos x="52" y="0"/>
                  </a:cxn>
                  <a:cxn ang="0">
                    <a:pos x="0" y="16"/>
                  </a:cxn>
                  <a:cxn ang="0">
                    <a:pos x="0" y="52"/>
                  </a:cxn>
                  <a:cxn ang="0">
                    <a:pos x="26" y="78"/>
                  </a:cxn>
                  <a:cxn ang="0">
                    <a:pos x="88" y="114"/>
                  </a:cxn>
                  <a:cxn ang="0">
                    <a:pos x="202" y="187"/>
                  </a:cxn>
                  <a:cxn ang="0">
                    <a:pos x="269" y="233"/>
                  </a:cxn>
                  <a:cxn ang="0">
                    <a:pos x="311" y="300"/>
                  </a:cxn>
                  <a:cxn ang="0">
                    <a:pos x="363" y="389"/>
                  </a:cxn>
                  <a:cxn ang="0">
                    <a:pos x="368" y="461"/>
                  </a:cxn>
                  <a:cxn ang="0">
                    <a:pos x="399" y="487"/>
                  </a:cxn>
                  <a:cxn ang="0">
                    <a:pos x="461" y="430"/>
                  </a:cxn>
                  <a:cxn ang="0">
                    <a:pos x="414" y="404"/>
                  </a:cxn>
                  <a:cxn ang="0">
                    <a:pos x="368" y="326"/>
                  </a:cxn>
                  <a:cxn ang="0">
                    <a:pos x="326" y="254"/>
                  </a:cxn>
                  <a:cxn ang="0">
                    <a:pos x="311" y="212"/>
                  </a:cxn>
                  <a:cxn ang="0">
                    <a:pos x="275" y="166"/>
                  </a:cxn>
                  <a:cxn ang="0">
                    <a:pos x="207" y="114"/>
                  </a:cxn>
                  <a:cxn ang="0">
                    <a:pos x="129" y="62"/>
                  </a:cxn>
                  <a:cxn ang="0">
                    <a:pos x="52" y="0"/>
                  </a:cxn>
                </a:cxnLst>
                <a:rect l="0" t="0" r="r" b="b"/>
                <a:pathLst>
                  <a:path w="461" h="487">
                    <a:moveTo>
                      <a:pt x="52" y="0"/>
                    </a:moveTo>
                    <a:lnTo>
                      <a:pt x="0" y="16"/>
                    </a:lnTo>
                    <a:lnTo>
                      <a:pt x="0" y="52"/>
                    </a:lnTo>
                    <a:lnTo>
                      <a:pt x="26" y="78"/>
                    </a:lnTo>
                    <a:lnTo>
                      <a:pt x="88" y="114"/>
                    </a:lnTo>
                    <a:lnTo>
                      <a:pt x="202" y="187"/>
                    </a:lnTo>
                    <a:lnTo>
                      <a:pt x="269" y="233"/>
                    </a:lnTo>
                    <a:lnTo>
                      <a:pt x="311" y="300"/>
                    </a:lnTo>
                    <a:lnTo>
                      <a:pt x="363" y="389"/>
                    </a:lnTo>
                    <a:lnTo>
                      <a:pt x="368" y="461"/>
                    </a:lnTo>
                    <a:lnTo>
                      <a:pt x="399" y="487"/>
                    </a:lnTo>
                    <a:lnTo>
                      <a:pt x="461" y="430"/>
                    </a:lnTo>
                    <a:lnTo>
                      <a:pt x="414" y="404"/>
                    </a:lnTo>
                    <a:lnTo>
                      <a:pt x="368" y="326"/>
                    </a:lnTo>
                    <a:lnTo>
                      <a:pt x="326" y="254"/>
                    </a:lnTo>
                    <a:lnTo>
                      <a:pt x="311" y="212"/>
                    </a:lnTo>
                    <a:lnTo>
                      <a:pt x="275" y="166"/>
                    </a:lnTo>
                    <a:lnTo>
                      <a:pt x="207" y="114"/>
                    </a:lnTo>
                    <a:lnTo>
                      <a:pt x="129" y="62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  <a:effectLst/>
              <a:sp3d>
                <a:bevelT w="139700" h="139700"/>
              </a:sp3d>
            </p:spPr>
            <p:txBody>
              <a:bodyPr/>
              <a:lstStyle/>
              <a:p>
                <a:pPr>
                  <a:defRPr/>
                </a:pPr>
                <a:endParaRPr lang="en-GB" dirty="0"/>
              </a:p>
            </p:txBody>
          </p:sp>
          <p:sp>
            <p:nvSpPr>
              <p:cNvPr id="199" name="Freeform 188"/>
              <p:cNvSpPr>
                <a:spLocks/>
              </p:cNvSpPr>
              <p:nvPr/>
            </p:nvSpPr>
            <p:spPr bwMode="auto">
              <a:xfrm>
                <a:off x="3409" y="2268"/>
                <a:ext cx="252" cy="793"/>
              </a:xfrm>
              <a:custGeom>
                <a:avLst/>
                <a:gdLst/>
                <a:ahLst/>
                <a:cxnLst>
                  <a:cxn ang="0">
                    <a:pos x="37" y="0"/>
                  </a:cxn>
                  <a:cxn ang="0">
                    <a:pos x="0" y="15"/>
                  </a:cxn>
                  <a:cxn ang="0">
                    <a:pos x="5" y="57"/>
                  </a:cxn>
                  <a:cxn ang="0">
                    <a:pos x="21" y="82"/>
                  </a:cxn>
                  <a:cxn ang="0">
                    <a:pos x="63" y="165"/>
                  </a:cxn>
                  <a:cxn ang="0">
                    <a:pos x="105" y="314"/>
                  </a:cxn>
                  <a:cxn ang="0">
                    <a:pos x="116" y="402"/>
                  </a:cxn>
                  <a:cxn ang="0">
                    <a:pos x="79" y="530"/>
                  </a:cxn>
                  <a:cxn ang="0">
                    <a:pos x="37" y="633"/>
                  </a:cxn>
                  <a:cxn ang="0">
                    <a:pos x="21" y="721"/>
                  </a:cxn>
                  <a:cxn ang="0">
                    <a:pos x="37" y="742"/>
                  </a:cxn>
                  <a:cxn ang="0">
                    <a:pos x="79" y="752"/>
                  </a:cxn>
                  <a:cxn ang="0">
                    <a:pos x="173" y="788"/>
                  </a:cxn>
                  <a:cxn ang="0">
                    <a:pos x="210" y="793"/>
                  </a:cxn>
                  <a:cxn ang="0">
                    <a:pos x="252" y="757"/>
                  </a:cxn>
                  <a:cxn ang="0">
                    <a:pos x="189" y="736"/>
                  </a:cxn>
                  <a:cxn ang="0">
                    <a:pos x="100" y="721"/>
                  </a:cxn>
                  <a:cxn ang="0">
                    <a:pos x="68" y="695"/>
                  </a:cxn>
                  <a:cxn ang="0">
                    <a:pos x="63" y="659"/>
                  </a:cxn>
                  <a:cxn ang="0">
                    <a:pos x="100" y="592"/>
                  </a:cxn>
                  <a:cxn ang="0">
                    <a:pos x="131" y="499"/>
                  </a:cxn>
                  <a:cxn ang="0">
                    <a:pos x="163" y="386"/>
                  </a:cxn>
                  <a:cxn ang="0">
                    <a:pos x="158" y="335"/>
                  </a:cxn>
                  <a:cxn ang="0">
                    <a:pos x="152" y="257"/>
                  </a:cxn>
                  <a:cxn ang="0">
                    <a:pos x="126" y="165"/>
                  </a:cxn>
                  <a:cxn ang="0">
                    <a:pos x="105" y="82"/>
                  </a:cxn>
                  <a:cxn ang="0">
                    <a:pos x="74" y="21"/>
                  </a:cxn>
                  <a:cxn ang="0">
                    <a:pos x="37" y="0"/>
                  </a:cxn>
                </a:cxnLst>
                <a:rect l="0" t="0" r="r" b="b"/>
                <a:pathLst>
                  <a:path w="252" h="793">
                    <a:moveTo>
                      <a:pt x="37" y="0"/>
                    </a:moveTo>
                    <a:lnTo>
                      <a:pt x="0" y="15"/>
                    </a:lnTo>
                    <a:lnTo>
                      <a:pt x="5" y="57"/>
                    </a:lnTo>
                    <a:lnTo>
                      <a:pt x="21" y="82"/>
                    </a:lnTo>
                    <a:lnTo>
                      <a:pt x="63" y="165"/>
                    </a:lnTo>
                    <a:lnTo>
                      <a:pt x="105" y="314"/>
                    </a:lnTo>
                    <a:lnTo>
                      <a:pt x="116" y="402"/>
                    </a:lnTo>
                    <a:lnTo>
                      <a:pt x="79" y="530"/>
                    </a:lnTo>
                    <a:lnTo>
                      <a:pt x="37" y="633"/>
                    </a:lnTo>
                    <a:lnTo>
                      <a:pt x="21" y="721"/>
                    </a:lnTo>
                    <a:lnTo>
                      <a:pt x="37" y="742"/>
                    </a:lnTo>
                    <a:lnTo>
                      <a:pt x="79" y="752"/>
                    </a:lnTo>
                    <a:lnTo>
                      <a:pt x="173" y="788"/>
                    </a:lnTo>
                    <a:lnTo>
                      <a:pt x="210" y="793"/>
                    </a:lnTo>
                    <a:lnTo>
                      <a:pt x="252" y="757"/>
                    </a:lnTo>
                    <a:lnTo>
                      <a:pt x="189" y="736"/>
                    </a:lnTo>
                    <a:lnTo>
                      <a:pt x="100" y="721"/>
                    </a:lnTo>
                    <a:lnTo>
                      <a:pt x="68" y="695"/>
                    </a:lnTo>
                    <a:lnTo>
                      <a:pt x="63" y="659"/>
                    </a:lnTo>
                    <a:lnTo>
                      <a:pt x="100" y="592"/>
                    </a:lnTo>
                    <a:lnTo>
                      <a:pt x="131" y="499"/>
                    </a:lnTo>
                    <a:lnTo>
                      <a:pt x="163" y="386"/>
                    </a:lnTo>
                    <a:lnTo>
                      <a:pt x="158" y="335"/>
                    </a:lnTo>
                    <a:lnTo>
                      <a:pt x="152" y="257"/>
                    </a:lnTo>
                    <a:lnTo>
                      <a:pt x="126" y="165"/>
                    </a:lnTo>
                    <a:lnTo>
                      <a:pt x="105" y="82"/>
                    </a:lnTo>
                    <a:lnTo>
                      <a:pt x="74" y="21"/>
                    </a:lnTo>
                    <a:lnTo>
                      <a:pt x="37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p3d>
                <a:bevelT w="190500" h="38100"/>
              </a:sp3d>
            </p:spPr>
            <p:txBody>
              <a:bodyPr/>
              <a:lstStyle/>
              <a:p>
                <a:pPr>
                  <a:defRPr/>
                </a:pPr>
                <a:endParaRPr lang="en-GB" dirty="0"/>
              </a:p>
            </p:txBody>
          </p:sp>
          <p:sp>
            <p:nvSpPr>
              <p:cNvPr id="200" name="Freeform 189"/>
              <p:cNvSpPr>
                <a:spLocks/>
              </p:cNvSpPr>
              <p:nvPr/>
            </p:nvSpPr>
            <p:spPr bwMode="auto">
              <a:xfrm>
                <a:off x="3307" y="2259"/>
                <a:ext cx="186" cy="893"/>
              </a:xfrm>
              <a:custGeom>
                <a:avLst/>
                <a:gdLst/>
                <a:ahLst/>
                <a:cxnLst>
                  <a:cxn ang="0">
                    <a:pos x="43" y="36"/>
                  </a:cxn>
                  <a:cxn ang="0">
                    <a:pos x="74" y="0"/>
                  </a:cxn>
                  <a:cxn ang="0">
                    <a:pos x="117" y="10"/>
                  </a:cxn>
                  <a:cxn ang="0">
                    <a:pos x="128" y="51"/>
                  </a:cxn>
                  <a:cxn ang="0">
                    <a:pos x="143" y="221"/>
                  </a:cxn>
                  <a:cxn ang="0">
                    <a:pos x="138" y="359"/>
                  </a:cxn>
                  <a:cxn ang="0">
                    <a:pos x="128" y="457"/>
                  </a:cxn>
                  <a:cxn ang="0">
                    <a:pos x="90" y="647"/>
                  </a:cxn>
                  <a:cxn ang="0">
                    <a:pos x="64" y="739"/>
                  </a:cxn>
                  <a:cxn ang="0">
                    <a:pos x="74" y="770"/>
                  </a:cxn>
                  <a:cxn ang="0">
                    <a:pos x="143" y="816"/>
                  </a:cxn>
                  <a:cxn ang="0">
                    <a:pos x="186" y="872"/>
                  </a:cxn>
                  <a:cxn ang="0">
                    <a:pos x="175" y="888"/>
                  </a:cxn>
                  <a:cxn ang="0">
                    <a:pos x="122" y="893"/>
                  </a:cxn>
                  <a:cxn ang="0">
                    <a:pos x="90" y="883"/>
                  </a:cxn>
                  <a:cxn ang="0">
                    <a:pos x="80" y="852"/>
                  </a:cxn>
                  <a:cxn ang="0">
                    <a:pos x="74" y="821"/>
                  </a:cxn>
                  <a:cxn ang="0">
                    <a:pos x="32" y="775"/>
                  </a:cxn>
                  <a:cxn ang="0">
                    <a:pos x="0" y="744"/>
                  </a:cxn>
                  <a:cxn ang="0">
                    <a:pos x="11" y="698"/>
                  </a:cxn>
                  <a:cxn ang="0">
                    <a:pos x="48" y="652"/>
                  </a:cxn>
                  <a:cxn ang="0">
                    <a:pos x="74" y="539"/>
                  </a:cxn>
                  <a:cxn ang="0">
                    <a:pos x="85" y="416"/>
                  </a:cxn>
                  <a:cxn ang="0">
                    <a:pos x="80" y="287"/>
                  </a:cxn>
                  <a:cxn ang="0">
                    <a:pos x="58" y="159"/>
                  </a:cxn>
                  <a:cxn ang="0">
                    <a:pos x="32" y="67"/>
                  </a:cxn>
                  <a:cxn ang="0">
                    <a:pos x="43" y="36"/>
                  </a:cxn>
                </a:cxnLst>
                <a:rect l="0" t="0" r="r" b="b"/>
                <a:pathLst>
                  <a:path w="186" h="893">
                    <a:moveTo>
                      <a:pt x="43" y="36"/>
                    </a:moveTo>
                    <a:lnTo>
                      <a:pt x="74" y="0"/>
                    </a:lnTo>
                    <a:lnTo>
                      <a:pt x="117" y="10"/>
                    </a:lnTo>
                    <a:lnTo>
                      <a:pt x="128" y="51"/>
                    </a:lnTo>
                    <a:lnTo>
                      <a:pt x="143" y="221"/>
                    </a:lnTo>
                    <a:lnTo>
                      <a:pt x="138" y="359"/>
                    </a:lnTo>
                    <a:lnTo>
                      <a:pt x="128" y="457"/>
                    </a:lnTo>
                    <a:lnTo>
                      <a:pt x="90" y="647"/>
                    </a:lnTo>
                    <a:lnTo>
                      <a:pt x="64" y="739"/>
                    </a:lnTo>
                    <a:lnTo>
                      <a:pt x="74" y="770"/>
                    </a:lnTo>
                    <a:lnTo>
                      <a:pt x="143" y="816"/>
                    </a:lnTo>
                    <a:lnTo>
                      <a:pt x="186" y="872"/>
                    </a:lnTo>
                    <a:lnTo>
                      <a:pt x="175" y="888"/>
                    </a:lnTo>
                    <a:lnTo>
                      <a:pt x="122" y="893"/>
                    </a:lnTo>
                    <a:lnTo>
                      <a:pt x="90" y="883"/>
                    </a:lnTo>
                    <a:lnTo>
                      <a:pt x="80" y="852"/>
                    </a:lnTo>
                    <a:lnTo>
                      <a:pt x="74" y="821"/>
                    </a:lnTo>
                    <a:lnTo>
                      <a:pt x="32" y="775"/>
                    </a:lnTo>
                    <a:lnTo>
                      <a:pt x="0" y="744"/>
                    </a:lnTo>
                    <a:lnTo>
                      <a:pt x="11" y="698"/>
                    </a:lnTo>
                    <a:lnTo>
                      <a:pt x="48" y="652"/>
                    </a:lnTo>
                    <a:lnTo>
                      <a:pt x="74" y="539"/>
                    </a:lnTo>
                    <a:lnTo>
                      <a:pt x="85" y="416"/>
                    </a:lnTo>
                    <a:lnTo>
                      <a:pt x="80" y="287"/>
                    </a:lnTo>
                    <a:lnTo>
                      <a:pt x="58" y="159"/>
                    </a:lnTo>
                    <a:lnTo>
                      <a:pt x="32" y="67"/>
                    </a:lnTo>
                    <a:lnTo>
                      <a:pt x="4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  <a:effectLst/>
              <a:sp3d>
                <a:bevelT w="139700" h="139700"/>
              </a:sp3d>
            </p:spPr>
            <p:txBody>
              <a:bodyPr/>
              <a:lstStyle/>
              <a:p>
                <a:pPr>
                  <a:defRPr/>
                </a:pPr>
                <a:endParaRPr lang="en-GB" dirty="0"/>
              </a:p>
            </p:txBody>
          </p:sp>
        </p:grpSp>
      </p:grpSp>
      <p:sp>
        <p:nvSpPr>
          <p:cNvPr id="201" name="AutoShape 190"/>
          <p:cNvSpPr>
            <a:spLocks noChangeArrowheads="1"/>
          </p:cNvSpPr>
          <p:nvPr/>
        </p:nvSpPr>
        <p:spPr bwMode="auto">
          <a:xfrm rot="2700000">
            <a:off x="8592939" y="4101888"/>
            <a:ext cx="685800" cy="685800"/>
          </a:xfrm>
          <a:prstGeom prst="leftArrow">
            <a:avLst>
              <a:gd name="adj1" fmla="val 42593"/>
              <a:gd name="adj2" fmla="val 34028"/>
            </a:avLst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GB" dirty="0"/>
          </a:p>
        </p:txBody>
      </p:sp>
      <p:sp>
        <p:nvSpPr>
          <p:cNvPr id="202" name="AutoShape 191"/>
          <p:cNvSpPr>
            <a:spLocks noChangeArrowheads="1"/>
          </p:cNvSpPr>
          <p:nvPr/>
        </p:nvSpPr>
        <p:spPr bwMode="auto">
          <a:xfrm rot="18362813" flipV="1">
            <a:off x="8737342" y="1937641"/>
            <a:ext cx="685800" cy="685800"/>
          </a:xfrm>
          <a:prstGeom prst="leftArrow">
            <a:avLst>
              <a:gd name="adj1" fmla="val 42593"/>
              <a:gd name="adj2" fmla="val 34028"/>
            </a:avLst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GB" dirty="0"/>
          </a:p>
        </p:txBody>
      </p:sp>
      <p:sp>
        <p:nvSpPr>
          <p:cNvPr id="203" name="AutoShape 192"/>
          <p:cNvSpPr>
            <a:spLocks noChangeArrowheads="1"/>
          </p:cNvSpPr>
          <p:nvPr/>
        </p:nvSpPr>
        <p:spPr bwMode="auto">
          <a:xfrm rot="13404375" flipV="1">
            <a:off x="6611779" y="1928976"/>
            <a:ext cx="685800" cy="685800"/>
          </a:xfrm>
          <a:prstGeom prst="leftArrow">
            <a:avLst>
              <a:gd name="adj1" fmla="val 42593"/>
              <a:gd name="adj2" fmla="val 34028"/>
            </a:avLst>
          </a:prstGeom>
          <a:ln>
            <a:headEnd/>
            <a:tailEnd/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none" anchor="ctr"/>
          <a:lstStyle/>
          <a:p>
            <a:pPr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9999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36212" y="1349985"/>
            <a:ext cx="4047973" cy="2751999"/>
          </a:xfrm>
        </p:spPr>
        <p:txBody>
          <a:bodyPr/>
          <a:lstStyle/>
          <a:p>
            <a:r>
              <a:rPr lang="en-US" sz="3400" dirty="0"/>
              <a:t>Recommended Reading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7772E7-51B9-4F50-ADA5-7E9AF70A9A53}"/>
              </a:ext>
            </a:extLst>
          </p:cNvPr>
          <p:cNvSpPr/>
          <p:nvPr/>
        </p:nvSpPr>
        <p:spPr>
          <a:xfrm>
            <a:off x="4546861" y="1138238"/>
            <a:ext cx="7159363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Core Reading: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Elements of User Experience – Jesse James Garrett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UX Book – Rex Hartson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Research Techniques: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Card Sorting – Donna Spencer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Interviewing Users – Steve Portigal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Mental Models – Indi Young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Storytelling for User Experience – Whitney Quesenbery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IA and Patterns: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 Practical Guide to Information Architecture – Donna Spencer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Mobile User Experience – Adrian Mendoza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29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5526" y="2008036"/>
            <a:ext cx="7075271" cy="2277604"/>
          </a:xfrm>
        </p:spPr>
        <p:txBody>
          <a:bodyPr/>
          <a:lstStyle/>
          <a:p>
            <a:pPr eaLnBrk="1" hangingPunct="1"/>
            <a:r>
              <a:rPr lang="en-GB" sz="3200" dirty="0"/>
              <a:t>In closing...</a:t>
            </a:r>
            <a:br>
              <a:rPr lang="en-GB" dirty="0"/>
            </a:br>
            <a:r>
              <a:rPr lang="en-GB" i="1" dirty="0"/>
              <a:t>WELL DONE!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3CC2E1-BF03-4B14-ADB2-8B8B83A04831}"/>
              </a:ext>
            </a:extLst>
          </p:cNvPr>
          <p:cNvSpPr txBox="1"/>
          <p:nvPr/>
        </p:nvSpPr>
        <p:spPr>
          <a:xfrm>
            <a:off x="155526" y="5175504"/>
            <a:ext cx="5751498" cy="126187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</a:rPr>
              <a:t>Please complete your course evaluation</a:t>
            </a:r>
          </a:p>
        </p:txBody>
      </p:sp>
    </p:spTree>
    <p:extLst>
      <p:ext uri="{BB962C8B-B14F-4D97-AF65-F5344CB8AC3E}">
        <p14:creationId xmlns:p14="http://schemas.microsoft.com/office/powerpoint/2010/main" val="2504499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ndA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QA - NEW Powerpoint template_v3.0" id="{757C6B63-E14D-49F7-B3A2-1526B7ACA66B}" vid="{484D6699-C988-4F0E-BCF1-0F878826832A}"/>
    </a:ext>
  </a:extLst>
</a:theme>
</file>

<file path=ppt/theme/theme2.xml><?xml version="1.0" encoding="utf-8"?>
<a:theme xmlns:a="http://schemas.openxmlformats.org/drawingml/2006/main" name="QA PowerPoint Template_DRAFTMay2012">
  <a:themeElements>
    <a:clrScheme name="Custom 1">
      <a:dk1>
        <a:srgbClr val="000000"/>
      </a:dk1>
      <a:lt1>
        <a:srgbClr val="FFFFFF"/>
      </a:lt1>
      <a:dk2>
        <a:srgbClr val="4F81BD"/>
      </a:dk2>
      <a:lt2>
        <a:srgbClr val="AAAAAA"/>
      </a:lt2>
      <a:accent1>
        <a:srgbClr val="B8CCE4"/>
      </a:accent1>
      <a:accent2>
        <a:srgbClr val="E1FFE1"/>
      </a:accent2>
      <a:accent3>
        <a:srgbClr val="FFFFFF"/>
      </a:accent3>
      <a:accent4>
        <a:srgbClr val="0070C0"/>
      </a:accent4>
      <a:accent5>
        <a:srgbClr val="FFFFD9"/>
      </a:accent5>
      <a:accent6>
        <a:srgbClr val="CCE7CC"/>
      </a:accent6>
      <a:hlink>
        <a:srgbClr val="AAAAAA"/>
      </a:hlink>
      <a:folHlink>
        <a:srgbClr val="00006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Mod val="20000"/>
            <a:lumOff val="80000"/>
          </a:schemeClr>
        </a:solidFill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ial" pitchFamily="34" charset="0"/>
            <a:cs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1">
            <a:lumMod val="40000"/>
            <a:lumOff val="60000"/>
          </a:schemeClr>
        </a:solidFill>
      </a:spPr>
      <a:bodyPr wrap="square" rtlCol="0">
        <a:spAutoFit/>
      </a:bodyPr>
      <a:lstStyle>
        <a:defPPr>
          <a:defRPr sz="2000" dirty="0" smtClean="0">
            <a:latin typeface="Courier New" pitchFamily="49" charset="0"/>
            <a:cs typeface="Courier New" pitchFamily="49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F2C70B848915B344B03174E27972AE29" ma:contentTypeVersion="0" ma:contentTypeDescription="Base content type which represents courseware documents" ma:contentTypeScope="" ma:versionID="15bb88cf306d09bb18a41ba7188a5945">
  <xsd:schema xmlns:xsd="http://www.w3.org/2001/XMLSchema" xmlns:xs="http://www.w3.org/2001/XMLSchema" xmlns:p="http://schemas.microsoft.com/office/2006/metadata/properties" xmlns:ns2="98F23120-B9C0-4326-80F1-742994D56820" targetNamespace="http://schemas.microsoft.com/office/2006/metadata/properties" ma:root="true" ma:fieldsID="27392823b96c3869ef037984c6a43435" ns2:_="">
    <xsd:import namespace="98F23120-B9C0-4326-80F1-742994D56820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F23120-B9C0-4326-80F1-742994D56820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ookTypeField0 xmlns="98F23120-B9C0-4326-80F1-742994D56820">
      <Terms xmlns="http://schemas.microsoft.com/office/infopath/2007/PartnerControls">
        <TermInfo xmlns="http://schemas.microsoft.com/office/infopath/2007/PartnerControls">
          <TermName xmlns="http://schemas.microsoft.com/office/infopath/2007/PartnerControls">DG</TermName>
          <TermId xmlns="http://schemas.microsoft.com/office/infopath/2007/PartnerControls">702cfa80-7586-4db3-97c2-9bf08f1b4133</TermId>
        </TermInfo>
      </Terms>
    </BookTypeField0>
    <SequenceNumber xmlns="98F23120-B9C0-4326-80F1-742994D56820">1</SequenceNumber>
    <IsBuildFile xmlns="98F23120-B9C0-4326-80F1-742994D5682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40BB9AF-2C53-4FC0-988A-BD86FE924E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F23120-B9C0-4326-80F1-742994D568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BC0D1A9-62D4-4D38-98A5-BE95FE2B3BF6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98F23120-B9C0-4326-80F1-742994D56820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E30C460-91BC-4486-927B-7DEF612172C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 Powerpoint template_with instructions</Template>
  <TotalTime>514</TotalTime>
  <Words>184</Words>
  <Application>Microsoft Office PowerPoint</Application>
  <PresentationFormat>Widescreen</PresentationFormat>
  <Paragraphs>48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Montserrat</vt:lpstr>
      <vt:lpstr>Montserrat Black</vt:lpstr>
      <vt:lpstr>Wingdings</vt:lpstr>
      <vt:lpstr>Office Theme</vt:lpstr>
      <vt:lpstr>QA PowerPoint Template_DRAFTMay2012</vt:lpstr>
      <vt:lpstr>UX Fundamentals</vt:lpstr>
      <vt:lpstr>PowerPoint Presentation</vt:lpstr>
      <vt:lpstr>PowerPoint Presentation</vt:lpstr>
      <vt:lpstr>PowerPoint Presentation</vt:lpstr>
      <vt:lpstr>PowerPoint Presentation</vt:lpstr>
      <vt:lpstr>In closing... WELL DONE!</vt:lpstr>
    </vt:vector>
  </TitlesOfParts>
  <Manager/>
  <Company>QA Ltd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UX Fundamentals</dc:title>
  <dc:subject/>
  <dc:creator>Wood, Michael</dc:creator>
  <cp:keywords/>
  <dc:description/>
  <cp:lastModifiedBy>Smith, Andy</cp:lastModifiedBy>
  <cp:revision>36</cp:revision>
  <cp:lastPrinted>2021-06-30T10:37:00Z</cp:lastPrinted>
  <dcterms:created xsi:type="dcterms:W3CDTF">2020-01-02T14:03:43Z</dcterms:created>
  <dcterms:modified xsi:type="dcterms:W3CDTF">2023-06-09T10:14:36Z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0x010100F0967B7CEE8D417F966757887D9466FB00F2C70B848915B344B03174E27972AE29</vt:lpwstr>
  </property>
  <property fmtid="{D5CDD505-2E9C-101B-9397-08002B2CF9AE}" pid="3" name="BookType">
    <vt:lpwstr>10</vt:lpwstr>
  </property>
</Properties>
</file>