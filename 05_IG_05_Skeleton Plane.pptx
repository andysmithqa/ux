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8" r:id="rId5"/>
  </p:sldMasterIdLst>
  <p:notesMasterIdLst>
    <p:notesMasterId r:id="rId51"/>
  </p:notesMasterIdLst>
  <p:handoutMasterIdLst>
    <p:handoutMasterId r:id="rId52"/>
  </p:handoutMasterIdLst>
  <p:sldIdLst>
    <p:sldId id="505" r:id="rId6"/>
    <p:sldId id="518" r:id="rId7"/>
    <p:sldId id="468" r:id="rId8"/>
    <p:sldId id="469" r:id="rId9"/>
    <p:sldId id="506" r:id="rId10"/>
    <p:sldId id="507" r:id="rId11"/>
    <p:sldId id="304" r:id="rId12"/>
    <p:sldId id="305" r:id="rId13"/>
    <p:sldId id="306" r:id="rId14"/>
    <p:sldId id="307" r:id="rId15"/>
    <p:sldId id="496" r:id="rId16"/>
    <p:sldId id="308" r:id="rId17"/>
    <p:sldId id="309" r:id="rId18"/>
    <p:sldId id="311" r:id="rId19"/>
    <p:sldId id="312" r:id="rId20"/>
    <p:sldId id="497" r:id="rId21"/>
    <p:sldId id="498" r:id="rId22"/>
    <p:sldId id="508" r:id="rId23"/>
    <p:sldId id="509" r:id="rId24"/>
    <p:sldId id="263" r:id="rId25"/>
    <p:sldId id="265" r:id="rId26"/>
    <p:sldId id="266" r:id="rId27"/>
    <p:sldId id="267" r:id="rId28"/>
    <p:sldId id="268" r:id="rId29"/>
    <p:sldId id="476" r:id="rId30"/>
    <p:sldId id="275" r:id="rId31"/>
    <p:sldId id="510" r:id="rId32"/>
    <p:sldId id="511" r:id="rId33"/>
    <p:sldId id="278" r:id="rId34"/>
    <p:sldId id="479" r:id="rId35"/>
    <p:sldId id="480" r:id="rId36"/>
    <p:sldId id="512" r:id="rId37"/>
    <p:sldId id="513" r:id="rId38"/>
    <p:sldId id="514" r:id="rId39"/>
    <p:sldId id="515" r:id="rId40"/>
    <p:sldId id="516" r:id="rId41"/>
    <p:sldId id="517" r:id="rId42"/>
    <p:sldId id="486" r:id="rId43"/>
    <p:sldId id="504" r:id="rId44"/>
    <p:sldId id="487" r:id="rId45"/>
    <p:sldId id="488" r:id="rId46"/>
    <p:sldId id="502" r:id="rId47"/>
    <p:sldId id="503" r:id="rId48"/>
    <p:sldId id="301" r:id="rId49"/>
    <p:sldId id="490" r:id="rId50"/>
  </p:sldIdLst>
  <p:sldSz cx="12192000" cy="6858000"/>
  <p:notesSz cx="6645275" cy="9775825"/>
  <p:custShowLst>
    <p:custShow name="The Five Plane Model" id="0">
      <p:sldLst/>
    </p:custShow>
    <p:custShow name="Natural Mapping" id="1">
      <p:sldLst>
        <p:sld r:id="rId16"/>
      </p:sldLst>
    </p:custShow>
    <p:custShow name="Behaviour and Form"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505"/>
            <p14:sldId id="518"/>
            <p14:sldId id="468"/>
            <p14:sldId id="469"/>
          </p14:sldIdLst>
        </p14:section>
        <p14:section name="Navigation" id="{71614647-6729-41DB-B63C-761D49F8F5AD}">
          <p14:sldIdLst>
            <p14:sldId id="506"/>
            <p14:sldId id="507"/>
            <p14:sldId id="304"/>
            <p14:sldId id="305"/>
            <p14:sldId id="306"/>
            <p14:sldId id="307"/>
            <p14:sldId id="496"/>
            <p14:sldId id="308"/>
            <p14:sldId id="309"/>
            <p14:sldId id="311"/>
            <p14:sldId id="312"/>
            <p14:sldId id="497"/>
            <p14:sldId id="498"/>
          </p14:sldIdLst>
        </p14:section>
        <p14:section name="Designing Interactions" id="{761C186C-5103-49C5-8DA2-C6609855A9C8}">
          <p14:sldIdLst>
            <p14:sldId id="508"/>
            <p14:sldId id="509"/>
            <p14:sldId id="263"/>
            <p14:sldId id="265"/>
            <p14:sldId id="266"/>
            <p14:sldId id="267"/>
            <p14:sldId id="268"/>
            <p14:sldId id="476"/>
            <p14:sldId id="275"/>
          </p14:sldIdLst>
        </p14:section>
        <p14:section name="Interaction Flow" id="{8F5D2959-E8A5-4D59-99D6-BFCA29722142}">
          <p14:sldIdLst>
            <p14:sldId id="510"/>
            <p14:sldId id="511"/>
            <p14:sldId id="278"/>
            <p14:sldId id="479"/>
            <p14:sldId id="480"/>
          </p14:sldIdLst>
        </p14:section>
        <p14:section name="Wireframing" id="{DFB9D8E6-874D-401F-8B96-B18EEFC4A378}">
          <p14:sldIdLst>
            <p14:sldId id="512"/>
            <p14:sldId id="513"/>
            <p14:sldId id="514"/>
            <p14:sldId id="515"/>
            <p14:sldId id="516"/>
            <p14:sldId id="517"/>
            <p14:sldId id="486"/>
            <p14:sldId id="504"/>
            <p14:sldId id="487"/>
            <p14:sldId id="488"/>
            <p14:sldId id="502"/>
            <p14:sldId id="503"/>
            <p14:sldId id="301"/>
            <p14:sldId id="4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FFD8"/>
    <a:srgbClr val="1CC3FB"/>
    <a:srgbClr val="800EFD"/>
    <a:srgbClr val="004050"/>
    <a:srgbClr val="FFFFFF"/>
    <a:srgbClr val="F3622C"/>
    <a:srgbClr val="7F007D"/>
    <a:srgbClr val="FF004C"/>
    <a:srgbClr val="20D3FF"/>
    <a:srgbClr val="00ED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EEE0E6-408B-411D-8FA5-D8E9833CE517}" v="3" dt="2022-06-27T10:58:36.6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7" autoAdjust="0"/>
    <p:restoredTop sz="82219" autoAdjust="0"/>
  </p:normalViewPr>
  <p:slideViewPr>
    <p:cSldViewPr snapToGrid="0" snapToObjects="1" showGuides="1">
      <p:cViewPr varScale="1">
        <p:scale>
          <a:sx n="91" d="100"/>
          <a:sy n="91" d="100"/>
        </p:scale>
        <p:origin x="1008" y="78"/>
      </p:cViewPr>
      <p:guideLst/>
    </p:cSldViewPr>
  </p:slid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34" d="100"/>
          <a:sy n="34" d="100"/>
        </p:scale>
        <p:origin x="2316" y="4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vey, Chris" userId="059c8d56-922c-405a-82ae-7db209cf59e4" providerId="ADAL" clId="{0C697987-EDA0-499D-A969-C5577CB9B86C}"/>
    <pc:docChg chg="undo redo custSel addSld delSld modSld sldOrd addSection modSection">
      <pc:chgData name="Harvey, Chris" userId="059c8d56-922c-405a-82ae-7db209cf59e4" providerId="ADAL" clId="{0C697987-EDA0-499D-A969-C5577CB9B86C}" dt="2021-09-01T23:37:39.237" v="480" actId="6549"/>
      <pc:docMkLst>
        <pc:docMk/>
      </pc:docMkLst>
      <pc:sldChg chg="addSp modSp">
        <pc:chgData name="Harvey, Chris" userId="059c8d56-922c-405a-82ae-7db209cf59e4" providerId="ADAL" clId="{0C697987-EDA0-499D-A969-C5577CB9B86C}" dt="2021-09-01T16:41:19.128" v="23" actId="2085"/>
        <pc:sldMkLst>
          <pc:docMk/>
          <pc:sldMk cId="0" sldId="256"/>
        </pc:sldMkLst>
        <pc:spChg chg="add mod">
          <ac:chgData name="Harvey, Chris" userId="059c8d56-922c-405a-82ae-7db209cf59e4" providerId="ADAL" clId="{0C697987-EDA0-499D-A969-C5577CB9B86C}" dt="2021-09-01T16:41:19.128" v="23" actId="2085"/>
          <ac:spMkLst>
            <pc:docMk/>
            <pc:sldMk cId="0" sldId="256"/>
            <ac:spMk id="2" creationId="{B4C5A0EE-6C4D-4F2C-A9EB-E3FBBA08C287}"/>
          </ac:spMkLst>
        </pc:spChg>
      </pc:sldChg>
      <pc:sldChg chg="modTransition">
        <pc:chgData name="Harvey, Chris" userId="059c8d56-922c-405a-82ae-7db209cf59e4" providerId="ADAL" clId="{0C697987-EDA0-499D-A969-C5577CB9B86C}" dt="2021-09-01T19:55:00.487" v="220"/>
        <pc:sldMkLst>
          <pc:docMk/>
          <pc:sldMk cId="2926075387" sldId="264"/>
        </pc:sldMkLst>
      </pc:sldChg>
      <pc:sldChg chg="modSp">
        <pc:chgData name="Harvey, Chris" userId="059c8d56-922c-405a-82ae-7db209cf59e4" providerId="ADAL" clId="{0C697987-EDA0-499D-A969-C5577CB9B86C}" dt="2021-09-01T20:33:39.442" v="265" actId="6549"/>
        <pc:sldMkLst>
          <pc:docMk/>
          <pc:sldMk cId="1154536889" sldId="265"/>
        </pc:sldMkLst>
        <pc:spChg chg="mod">
          <ac:chgData name="Harvey, Chris" userId="059c8d56-922c-405a-82ae-7db209cf59e4" providerId="ADAL" clId="{0C697987-EDA0-499D-A969-C5577CB9B86C}" dt="2021-09-01T20:33:39.442" v="265" actId="6549"/>
          <ac:spMkLst>
            <pc:docMk/>
            <pc:sldMk cId="1154536889" sldId="265"/>
            <ac:spMk id="5" creationId="{5AB4B857-D2E8-484B-8D5D-60B9F88B7085}"/>
          </ac:spMkLst>
        </pc:spChg>
      </pc:sldChg>
      <pc:sldChg chg="addSp modSp">
        <pc:chgData name="Harvey, Chris" userId="059c8d56-922c-405a-82ae-7db209cf59e4" providerId="ADAL" clId="{0C697987-EDA0-499D-A969-C5577CB9B86C}" dt="2021-09-01T20:35:32.454" v="269" actId="2085"/>
        <pc:sldMkLst>
          <pc:docMk/>
          <pc:sldMk cId="246477487" sldId="267"/>
        </pc:sldMkLst>
        <pc:spChg chg="add mod">
          <ac:chgData name="Harvey, Chris" userId="059c8d56-922c-405a-82ae-7db209cf59e4" providerId="ADAL" clId="{0C697987-EDA0-499D-A969-C5577CB9B86C}" dt="2021-09-01T20:35:32.454" v="269" actId="2085"/>
          <ac:spMkLst>
            <pc:docMk/>
            <pc:sldMk cId="246477487" sldId="267"/>
            <ac:spMk id="3" creationId="{C9C33DFA-1F8F-4745-8B74-ECC8D1CE80D7}"/>
          </ac:spMkLst>
        </pc:spChg>
      </pc:sldChg>
      <pc:sldChg chg="modTransition">
        <pc:chgData name="Harvey, Chris" userId="059c8d56-922c-405a-82ae-7db209cf59e4" providerId="ADAL" clId="{0C697987-EDA0-499D-A969-C5577CB9B86C}" dt="2021-09-01T20:06:42.383" v="221"/>
        <pc:sldMkLst>
          <pc:docMk/>
          <pc:sldMk cId="1872942955" sldId="268"/>
        </pc:sldMkLst>
      </pc:sldChg>
      <pc:sldChg chg="modTransition">
        <pc:chgData name="Harvey, Chris" userId="059c8d56-922c-405a-82ae-7db209cf59e4" providerId="ADAL" clId="{0C697987-EDA0-499D-A969-C5577CB9B86C}" dt="2021-09-01T20:34:20.945" v="266"/>
        <pc:sldMkLst>
          <pc:docMk/>
          <pc:sldMk cId="390769020" sldId="273"/>
        </pc:sldMkLst>
      </pc:sldChg>
      <pc:sldChg chg="delSp modSp">
        <pc:chgData name="Harvey, Chris" userId="059c8d56-922c-405a-82ae-7db209cf59e4" providerId="ADAL" clId="{0C697987-EDA0-499D-A969-C5577CB9B86C}" dt="2021-09-01T22:38:53.176" v="275" actId="478"/>
        <pc:sldMkLst>
          <pc:docMk/>
          <pc:sldMk cId="1117966154" sldId="291"/>
        </pc:sldMkLst>
        <pc:spChg chg="mod">
          <ac:chgData name="Harvey, Chris" userId="059c8d56-922c-405a-82ae-7db209cf59e4" providerId="ADAL" clId="{0C697987-EDA0-499D-A969-C5577CB9B86C}" dt="2021-09-01T22:38:44.026" v="274" actId="14100"/>
          <ac:spMkLst>
            <pc:docMk/>
            <pc:sldMk cId="1117966154" sldId="291"/>
            <ac:spMk id="3" creationId="{1C69BB4A-6F6E-421F-835D-082FF3CF41FB}"/>
          </ac:spMkLst>
        </pc:spChg>
        <pc:picChg chg="del">
          <ac:chgData name="Harvey, Chris" userId="059c8d56-922c-405a-82ae-7db209cf59e4" providerId="ADAL" clId="{0C697987-EDA0-499D-A969-C5577CB9B86C}" dt="2021-09-01T22:38:53.176" v="275" actId="478"/>
          <ac:picMkLst>
            <pc:docMk/>
            <pc:sldMk cId="1117966154" sldId="291"/>
            <ac:picMk id="7" creationId="{9CBE3190-07D0-4F97-BBB4-224C1AA068EC}"/>
          </ac:picMkLst>
        </pc:picChg>
      </pc:sldChg>
      <pc:sldChg chg="add del">
        <pc:chgData name="Harvey, Chris" userId="059c8d56-922c-405a-82ae-7db209cf59e4" providerId="ADAL" clId="{0C697987-EDA0-499D-A969-C5577CB9B86C}" dt="2021-09-01T23:37:38.226" v="475" actId="2696"/>
        <pc:sldMkLst>
          <pc:docMk/>
          <pc:sldMk cId="998321355" sldId="299"/>
        </pc:sldMkLst>
      </pc:sldChg>
      <pc:sldChg chg="modTransition">
        <pc:chgData name="Harvey, Chris" userId="059c8d56-922c-405a-82ae-7db209cf59e4" providerId="ADAL" clId="{0C697987-EDA0-499D-A969-C5577CB9B86C}" dt="2021-09-01T23:37:38.399" v="476"/>
        <pc:sldMkLst>
          <pc:docMk/>
          <pc:sldMk cId="1446242010" sldId="300"/>
        </pc:sldMkLst>
      </pc:sldChg>
      <pc:sldChg chg="modSp modTransition">
        <pc:chgData name="Harvey, Chris" userId="059c8d56-922c-405a-82ae-7db209cf59e4" providerId="ADAL" clId="{0C697987-EDA0-499D-A969-C5577CB9B86C}" dt="2021-09-01T23:37:39.002" v="479"/>
        <pc:sldMkLst>
          <pc:docMk/>
          <pc:sldMk cId="2819768479" sldId="301"/>
        </pc:sldMkLst>
        <pc:spChg chg="mod">
          <ac:chgData name="Harvey, Chris" userId="059c8d56-922c-405a-82ae-7db209cf59e4" providerId="ADAL" clId="{0C697987-EDA0-499D-A969-C5577CB9B86C}" dt="2021-09-01T23:37:38.815" v="478" actId="6549"/>
          <ac:spMkLst>
            <pc:docMk/>
            <pc:sldMk cId="2819768479" sldId="301"/>
            <ac:spMk id="7" creationId="{1837AAD2-91A2-4C01-9F75-122D3362F1A0}"/>
          </ac:spMkLst>
        </pc:spChg>
      </pc:sldChg>
      <pc:sldChg chg="modTransition">
        <pc:chgData name="Harvey, Chris" userId="059c8d56-922c-405a-82ae-7db209cf59e4" providerId="ADAL" clId="{0C697987-EDA0-499D-A969-C5577CB9B86C}" dt="2021-09-01T17:10:05.310" v="24"/>
        <pc:sldMkLst>
          <pc:docMk/>
          <pc:sldMk cId="4078853604" sldId="303"/>
        </pc:sldMkLst>
      </pc:sldChg>
      <pc:sldChg chg="modTransition">
        <pc:chgData name="Harvey, Chris" userId="059c8d56-922c-405a-82ae-7db209cf59e4" providerId="ADAL" clId="{0C697987-EDA0-499D-A969-C5577CB9B86C}" dt="2021-09-01T17:10:05.310" v="24"/>
        <pc:sldMkLst>
          <pc:docMk/>
          <pc:sldMk cId="3643297903" sldId="304"/>
        </pc:sldMkLst>
      </pc:sldChg>
      <pc:sldChg chg="addSp modSp modTransition">
        <pc:chgData name="Harvey, Chris" userId="059c8d56-922c-405a-82ae-7db209cf59e4" providerId="ADAL" clId="{0C697987-EDA0-499D-A969-C5577CB9B86C}" dt="2021-09-01T18:27:48.280" v="58" actId="2085"/>
        <pc:sldMkLst>
          <pc:docMk/>
          <pc:sldMk cId="1069836555" sldId="307"/>
        </pc:sldMkLst>
        <pc:spChg chg="add mod">
          <ac:chgData name="Harvey, Chris" userId="059c8d56-922c-405a-82ae-7db209cf59e4" providerId="ADAL" clId="{0C697987-EDA0-499D-A969-C5577CB9B86C}" dt="2021-09-01T18:27:48.280" v="58" actId="2085"/>
          <ac:spMkLst>
            <pc:docMk/>
            <pc:sldMk cId="1069836555" sldId="307"/>
            <ac:spMk id="3" creationId="{FD4F8EB0-585C-4659-825B-7628FBA9F27D}"/>
          </ac:spMkLst>
        </pc:spChg>
      </pc:sldChg>
      <pc:sldChg chg="modTransition">
        <pc:chgData name="Harvey, Chris" userId="059c8d56-922c-405a-82ae-7db209cf59e4" providerId="ADAL" clId="{0C697987-EDA0-499D-A969-C5577CB9B86C}" dt="2021-09-01T19:05:50.426" v="83"/>
        <pc:sldMkLst>
          <pc:docMk/>
          <pc:sldMk cId="628370860" sldId="310"/>
        </pc:sldMkLst>
      </pc:sldChg>
      <pc:sldChg chg="addSp delSp modSp modTransition">
        <pc:chgData name="Harvey, Chris" userId="059c8d56-922c-405a-82ae-7db209cf59e4" providerId="ADAL" clId="{0C697987-EDA0-499D-A969-C5577CB9B86C}" dt="2021-09-01T19:33:52.763" v="165" actId="208"/>
        <pc:sldMkLst>
          <pc:docMk/>
          <pc:sldMk cId="2453278737" sldId="312"/>
        </pc:sldMkLst>
        <pc:spChg chg="mod">
          <ac:chgData name="Harvey, Chris" userId="059c8d56-922c-405a-82ae-7db209cf59e4" providerId="ADAL" clId="{0C697987-EDA0-499D-A969-C5577CB9B86C}" dt="2021-09-01T19:10:37.215" v="84" actId="14100"/>
          <ac:spMkLst>
            <pc:docMk/>
            <pc:sldMk cId="2453278737" sldId="312"/>
            <ac:spMk id="2" creationId="{01E477D9-EB89-4586-965D-DECD9D34DAEC}"/>
          </ac:spMkLst>
        </pc:spChg>
        <pc:spChg chg="topLvl">
          <ac:chgData name="Harvey, Chris" userId="059c8d56-922c-405a-82ae-7db209cf59e4" providerId="ADAL" clId="{0C697987-EDA0-499D-A969-C5577CB9B86C}" dt="2021-09-01T19:14:04.121" v="96" actId="478"/>
          <ac:spMkLst>
            <pc:docMk/>
            <pc:sldMk cId="2453278737" sldId="312"/>
            <ac:spMk id="4" creationId="{00000000-0000-0000-0000-000000000000}"/>
          </ac:spMkLst>
        </pc:spChg>
        <pc:spChg chg="mod topLvl">
          <ac:chgData name="Harvey, Chris" userId="059c8d56-922c-405a-82ae-7db209cf59e4" providerId="ADAL" clId="{0C697987-EDA0-499D-A969-C5577CB9B86C}" dt="2021-09-01T19:31:23.788" v="153" actId="207"/>
          <ac:spMkLst>
            <pc:docMk/>
            <pc:sldMk cId="2453278737" sldId="312"/>
            <ac:spMk id="6" creationId="{00000000-0000-0000-0000-000000000000}"/>
          </ac:spMkLst>
        </pc:spChg>
        <pc:spChg chg="mod topLvl">
          <ac:chgData name="Harvey, Chris" userId="059c8d56-922c-405a-82ae-7db209cf59e4" providerId="ADAL" clId="{0C697987-EDA0-499D-A969-C5577CB9B86C}" dt="2021-09-01T19:31:30.818" v="154" actId="207"/>
          <ac:spMkLst>
            <pc:docMk/>
            <pc:sldMk cId="2453278737" sldId="312"/>
            <ac:spMk id="13"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61"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62"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66" creationId="{00000000-0000-0000-0000-000000000000}"/>
          </ac:spMkLst>
        </pc:spChg>
        <pc:spChg chg="add mod">
          <ac:chgData name="Harvey, Chris" userId="059c8d56-922c-405a-82ae-7db209cf59e4" providerId="ADAL" clId="{0C697987-EDA0-499D-A969-C5577CB9B86C}" dt="2021-09-01T19:32:48.139" v="161" actId="207"/>
          <ac:spMkLst>
            <pc:docMk/>
            <pc:sldMk cId="2453278737" sldId="312"/>
            <ac:spMk id="70" creationId="{0BB0E52F-6607-4EAA-BB4E-D3E641A9A5D1}"/>
          </ac:spMkLst>
        </pc:spChg>
        <pc:spChg chg="mod">
          <ac:chgData name="Harvey, Chris" userId="059c8d56-922c-405a-82ae-7db209cf59e4" providerId="ADAL" clId="{0C697987-EDA0-499D-A969-C5577CB9B86C}" dt="2021-09-01T19:27:49.976" v="149" actId="693"/>
          <ac:spMkLst>
            <pc:docMk/>
            <pc:sldMk cId="2453278737" sldId="312"/>
            <ac:spMk id="78" creationId="{00000000-0000-0000-0000-000000000000}"/>
          </ac:spMkLst>
        </pc:spChg>
        <pc:spChg chg="add mod">
          <ac:chgData name="Harvey, Chris" userId="059c8d56-922c-405a-82ae-7db209cf59e4" providerId="ADAL" clId="{0C697987-EDA0-499D-A969-C5577CB9B86C}" dt="2021-09-01T19:33:52.763" v="165" actId="208"/>
          <ac:spMkLst>
            <pc:docMk/>
            <pc:sldMk cId="2453278737" sldId="312"/>
            <ac:spMk id="79" creationId="{84C0305A-F872-4DFB-98DF-EE2ACB11A5B2}"/>
          </ac:spMkLst>
        </pc:spChg>
        <pc:spChg chg="add mod">
          <ac:chgData name="Harvey, Chris" userId="059c8d56-922c-405a-82ae-7db209cf59e4" providerId="ADAL" clId="{0C697987-EDA0-499D-A969-C5577CB9B86C}" dt="2021-09-01T19:32:48.139" v="161" actId="207"/>
          <ac:spMkLst>
            <pc:docMk/>
            <pc:sldMk cId="2453278737" sldId="312"/>
            <ac:spMk id="80" creationId="{F723695A-EA12-4E63-BE2D-2D70F7787104}"/>
          </ac:spMkLst>
        </pc:spChg>
        <pc:spChg chg="del topLvl">
          <ac:chgData name="Harvey, Chris" userId="059c8d56-922c-405a-82ae-7db209cf59e4" providerId="ADAL" clId="{0C697987-EDA0-499D-A969-C5577CB9B86C}" dt="2021-09-01T19:14:04.121" v="96" actId="478"/>
          <ac:spMkLst>
            <pc:docMk/>
            <pc:sldMk cId="2453278737" sldId="312"/>
            <ac:spMk id="86" creationId="{00000000-0000-0000-0000-000000000000}"/>
          </ac:spMkLst>
        </pc:spChg>
        <pc:spChg chg="del topLvl">
          <ac:chgData name="Harvey, Chris" userId="059c8d56-922c-405a-82ae-7db209cf59e4" providerId="ADAL" clId="{0C697987-EDA0-499D-A969-C5577CB9B86C}" dt="2021-09-01T19:21:59.830" v="106" actId="478"/>
          <ac:spMkLst>
            <pc:docMk/>
            <pc:sldMk cId="2453278737" sldId="312"/>
            <ac:spMk id="88" creationId="{00000000-0000-0000-0000-000000000000}"/>
          </ac:spMkLst>
        </pc:spChg>
        <pc:spChg chg="del topLvl">
          <ac:chgData name="Harvey, Chris" userId="059c8d56-922c-405a-82ae-7db209cf59e4" providerId="ADAL" clId="{0C697987-EDA0-499D-A969-C5577CB9B86C}" dt="2021-09-01T19:22:02.133" v="107" actId="478"/>
          <ac:spMkLst>
            <pc:docMk/>
            <pc:sldMk cId="2453278737" sldId="312"/>
            <ac:spMk id="95" creationId="{00000000-0000-0000-0000-000000000000}"/>
          </ac:spMkLst>
        </pc:spChg>
        <pc:spChg chg="mod topLvl">
          <ac:chgData name="Harvey, Chris" userId="059c8d56-922c-405a-82ae-7db209cf59e4" providerId="ADAL" clId="{0C697987-EDA0-499D-A969-C5577CB9B86C}" dt="2021-09-01T19:33:49.075" v="164" actId="208"/>
          <ac:spMkLst>
            <pc:docMk/>
            <pc:sldMk cId="2453278737" sldId="312"/>
            <ac:spMk id="131" creationId="{00000000-0000-0000-0000-000000000000}"/>
          </ac:spMkLst>
        </pc:spChg>
        <pc:spChg chg="del mod topLvl">
          <ac:chgData name="Harvey, Chris" userId="059c8d56-922c-405a-82ae-7db209cf59e4" providerId="ADAL" clId="{0C697987-EDA0-499D-A969-C5577CB9B86C}" dt="2021-09-01T19:22:10.733" v="112" actId="478"/>
          <ac:spMkLst>
            <pc:docMk/>
            <pc:sldMk cId="2453278737" sldId="312"/>
            <ac:spMk id="152" creationId="{00000000-0000-0000-0000-000000000000}"/>
          </ac:spMkLst>
        </pc:spChg>
        <pc:spChg chg="mod topLvl">
          <ac:chgData name="Harvey, Chris" userId="059c8d56-922c-405a-82ae-7db209cf59e4" providerId="ADAL" clId="{0C697987-EDA0-499D-A969-C5577CB9B86C}" dt="2021-09-01T19:33:52.763" v="165" actId="208"/>
          <ac:spMkLst>
            <pc:docMk/>
            <pc:sldMk cId="2453278737" sldId="312"/>
            <ac:spMk id="154" creationId="{00000000-0000-0000-0000-000000000000}"/>
          </ac:spMkLst>
        </pc:spChg>
        <pc:spChg chg="del mod topLvl">
          <ac:chgData name="Harvey, Chris" userId="059c8d56-922c-405a-82ae-7db209cf59e4" providerId="ADAL" clId="{0C697987-EDA0-499D-A969-C5577CB9B86C}" dt="2021-09-01T19:22:07.094" v="110" actId="478"/>
          <ac:spMkLst>
            <pc:docMk/>
            <pc:sldMk cId="2453278737" sldId="312"/>
            <ac:spMk id="155" creationId="{00000000-0000-0000-0000-000000000000}"/>
          </ac:spMkLst>
        </pc:spChg>
        <pc:spChg chg="mod topLvl">
          <ac:chgData name="Harvey, Chris" userId="059c8d56-922c-405a-82ae-7db209cf59e4" providerId="ADAL" clId="{0C697987-EDA0-499D-A969-C5577CB9B86C}" dt="2021-09-01T19:33:52.763" v="165" actId="208"/>
          <ac:spMkLst>
            <pc:docMk/>
            <pc:sldMk cId="2453278737" sldId="312"/>
            <ac:spMk id="157" creationId="{00000000-0000-0000-0000-000000000000}"/>
          </ac:spMkLst>
        </pc:spChg>
        <pc:spChg chg="del topLvl">
          <ac:chgData name="Harvey, Chris" userId="059c8d56-922c-405a-82ae-7db209cf59e4" providerId="ADAL" clId="{0C697987-EDA0-499D-A969-C5577CB9B86C}" dt="2021-09-01T19:22:04.093" v="108" actId="478"/>
          <ac:spMkLst>
            <pc:docMk/>
            <pc:sldMk cId="2453278737" sldId="312"/>
            <ac:spMk id="158" creationId="{00000000-0000-0000-0000-000000000000}"/>
          </ac:spMkLst>
        </pc:spChg>
        <pc:spChg chg="topLvl">
          <ac:chgData name="Harvey, Chris" userId="059c8d56-922c-405a-82ae-7db209cf59e4" providerId="ADAL" clId="{0C697987-EDA0-499D-A969-C5577CB9B86C}" dt="2021-09-01T19:22:16.541" v="115" actId="478"/>
          <ac:spMkLst>
            <pc:docMk/>
            <pc:sldMk cId="2453278737" sldId="312"/>
            <ac:spMk id="166" creationId="{00000000-0000-0000-0000-000000000000}"/>
          </ac:spMkLst>
        </pc:spChg>
        <pc:spChg chg="del mod topLvl">
          <ac:chgData name="Harvey, Chris" userId="059c8d56-922c-405a-82ae-7db209cf59e4" providerId="ADAL" clId="{0C697987-EDA0-499D-A969-C5577CB9B86C}" dt="2021-09-01T19:22:16.541" v="115" actId="478"/>
          <ac:spMkLst>
            <pc:docMk/>
            <pc:sldMk cId="2453278737" sldId="312"/>
            <ac:spMk id="167" creationId="{00000000-0000-0000-0000-000000000000}"/>
          </ac:spMkLst>
        </pc:spChg>
        <pc:spChg chg="mod topLvl">
          <ac:chgData name="Harvey, Chris" userId="059c8d56-922c-405a-82ae-7db209cf59e4" providerId="ADAL" clId="{0C697987-EDA0-499D-A969-C5577CB9B86C}" dt="2021-09-01T19:31:23.788" v="153" actId="207"/>
          <ac:spMkLst>
            <pc:docMk/>
            <pc:sldMk cId="2453278737" sldId="312"/>
            <ac:spMk id="169" creationId="{00000000-0000-0000-0000-000000000000}"/>
          </ac:spMkLst>
        </pc:spChg>
        <pc:spChg chg="del topLvl">
          <ac:chgData name="Harvey, Chris" userId="059c8d56-922c-405a-82ae-7db209cf59e4" providerId="ADAL" clId="{0C697987-EDA0-499D-A969-C5577CB9B86C}" dt="2021-09-01T19:22:14.910" v="114" actId="478"/>
          <ac:spMkLst>
            <pc:docMk/>
            <pc:sldMk cId="2453278737" sldId="312"/>
            <ac:spMk id="170" creationId="{00000000-0000-0000-0000-000000000000}"/>
          </ac:spMkLst>
        </pc:spChg>
        <pc:spChg chg="mod topLvl">
          <ac:chgData name="Harvey, Chris" userId="059c8d56-922c-405a-82ae-7db209cf59e4" providerId="ADAL" clId="{0C697987-EDA0-499D-A969-C5577CB9B86C}" dt="2021-09-01T19:31:30.818" v="154" actId="207"/>
          <ac:spMkLst>
            <pc:docMk/>
            <pc:sldMk cId="2453278737" sldId="312"/>
            <ac:spMk id="172" creationId="{00000000-0000-0000-0000-000000000000}"/>
          </ac:spMkLst>
        </pc:spChg>
        <pc:spChg chg="del topLvl">
          <ac:chgData name="Harvey, Chris" userId="059c8d56-922c-405a-82ae-7db209cf59e4" providerId="ADAL" clId="{0C697987-EDA0-499D-A969-C5577CB9B86C}" dt="2021-09-01T19:22:18.221" v="116" actId="478"/>
          <ac:spMkLst>
            <pc:docMk/>
            <pc:sldMk cId="2453278737" sldId="312"/>
            <ac:spMk id="173"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181"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182" creationId="{00000000-0000-0000-0000-000000000000}"/>
          </ac:spMkLst>
        </pc:spChg>
        <pc:spChg chg="mod">
          <ac:chgData name="Harvey, Chris" userId="059c8d56-922c-405a-82ae-7db209cf59e4" providerId="ADAL" clId="{0C697987-EDA0-499D-A969-C5577CB9B86C}" dt="2021-09-01T19:13:06.945" v="92" actId="113"/>
          <ac:spMkLst>
            <pc:docMk/>
            <pc:sldMk cId="2453278737" sldId="312"/>
            <ac:spMk id="183" creationId="{00000000-0000-0000-0000-000000000000}"/>
          </ac:spMkLst>
        </pc:spChg>
        <pc:grpChg chg="del">
          <ac:chgData name="Harvey, Chris" userId="059c8d56-922c-405a-82ae-7db209cf59e4" providerId="ADAL" clId="{0C697987-EDA0-499D-A969-C5577CB9B86C}" dt="2021-09-01T19:14:04.121" v="96" actId="478"/>
          <ac:grpSpMkLst>
            <pc:docMk/>
            <pc:sldMk cId="2453278737" sldId="312"/>
            <ac:grpSpMk id="12" creationId="{00000000-0000-0000-0000-000000000000}"/>
          </ac:grpSpMkLst>
        </pc:grpChg>
        <pc:grpChg chg="del">
          <ac:chgData name="Harvey, Chris" userId="059c8d56-922c-405a-82ae-7db209cf59e4" providerId="ADAL" clId="{0C697987-EDA0-499D-A969-C5577CB9B86C}" dt="2021-09-01T19:21:59.830" v="106" actId="478"/>
          <ac:grpSpMkLst>
            <pc:docMk/>
            <pc:sldMk cId="2453278737" sldId="312"/>
            <ac:grpSpMk id="18" creationId="{00000000-0000-0000-0000-000000000000}"/>
          </ac:grpSpMkLst>
        </pc:grpChg>
        <pc:grpChg chg="del">
          <ac:chgData name="Harvey, Chris" userId="059c8d56-922c-405a-82ae-7db209cf59e4" providerId="ADAL" clId="{0C697987-EDA0-499D-A969-C5577CB9B86C}" dt="2021-09-01T19:22:02.133" v="107" actId="478"/>
          <ac:grpSpMkLst>
            <pc:docMk/>
            <pc:sldMk cId="2453278737" sldId="312"/>
            <ac:grpSpMk id="20" creationId="{00000000-0000-0000-0000-000000000000}"/>
          </ac:grpSpMkLst>
        </pc:grpChg>
        <pc:grpChg chg="del">
          <ac:chgData name="Harvey, Chris" userId="059c8d56-922c-405a-82ae-7db209cf59e4" providerId="ADAL" clId="{0C697987-EDA0-499D-A969-C5577CB9B86C}" dt="2021-09-01T19:13:39.310" v="94" actId="478"/>
          <ac:grpSpMkLst>
            <pc:docMk/>
            <pc:sldMk cId="2453278737" sldId="312"/>
            <ac:grpSpMk id="22" creationId="{00000000-0000-0000-0000-000000000000}"/>
          </ac:grpSpMkLst>
        </pc:grpChg>
        <pc:grpChg chg="del">
          <ac:chgData name="Harvey, Chris" userId="059c8d56-922c-405a-82ae-7db209cf59e4" providerId="ADAL" clId="{0C697987-EDA0-499D-A969-C5577CB9B86C}" dt="2021-09-01T19:13:36.167" v="93" actId="478"/>
          <ac:grpSpMkLst>
            <pc:docMk/>
            <pc:sldMk cId="2453278737" sldId="312"/>
            <ac:grpSpMk id="23" creationId="{00000000-0000-0000-0000-000000000000}"/>
          </ac:grpSpMkLst>
        </pc:grpChg>
        <pc:grpChg chg="del">
          <ac:chgData name="Harvey, Chris" userId="059c8d56-922c-405a-82ae-7db209cf59e4" providerId="ADAL" clId="{0C697987-EDA0-499D-A969-C5577CB9B86C}" dt="2021-09-01T19:22:10.733" v="112" actId="478"/>
          <ac:grpSpMkLst>
            <pc:docMk/>
            <pc:sldMk cId="2453278737" sldId="312"/>
            <ac:grpSpMk id="130" creationId="{00000000-0000-0000-0000-000000000000}"/>
          </ac:grpSpMkLst>
        </pc:grpChg>
        <pc:grpChg chg="del">
          <ac:chgData name="Harvey, Chris" userId="059c8d56-922c-405a-82ae-7db209cf59e4" providerId="ADAL" clId="{0C697987-EDA0-499D-A969-C5577CB9B86C}" dt="2021-09-01T19:22:07.094" v="110" actId="478"/>
          <ac:grpSpMkLst>
            <pc:docMk/>
            <pc:sldMk cId="2453278737" sldId="312"/>
            <ac:grpSpMk id="153" creationId="{00000000-0000-0000-0000-000000000000}"/>
          </ac:grpSpMkLst>
        </pc:grpChg>
        <pc:grpChg chg="del">
          <ac:chgData name="Harvey, Chris" userId="059c8d56-922c-405a-82ae-7db209cf59e4" providerId="ADAL" clId="{0C697987-EDA0-499D-A969-C5577CB9B86C}" dt="2021-09-01T19:22:04.093" v="108" actId="478"/>
          <ac:grpSpMkLst>
            <pc:docMk/>
            <pc:sldMk cId="2453278737" sldId="312"/>
            <ac:grpSpMk id="156" creationId="{00000000-0000-0000-0000-000000000000}"/>
          </ac:grpSpMkLst>
        </pc:grpChg>
        <pc:grpChg chg="del">
          <ac:chgData name="Harvey, Chris" userId="059c8d56-922c-405a-82ae-7db209cf59e4" providerId="ADAL" clId="{0C697987-EDA0-499D-A969-C5577CB9B86C}" dt="2021-09-01T19:13:39.310" v="94" actId="478"/>
          <ac:grpSpMkLst>
            <pc:docMk/>
            <pc:sldMk cId="2453278737" sldId="312"/>
            <ac:grpSpMk id="159" creationId="{00000000-0000-0000-0000-000000000000}"/>
          </ac:grpSpMkLst>
        </pc:grpChg>
        <pc:grpChg chg="del">
          <ac:chgData name="Harvey, Chris" userId="059c8d56-922c-405a-82ae-7db209cf59e4" providerId="ADAL" clId="{0C697987-EDA0-499D-A969-C5577CB9B86C}" dt="2021-09-01T19:13:36.167" v="93" actId="478"/>
          <ac:grpSpMkLst>
            <pc:docMk/>
            <pc:sldMk cId="2453278737" sldId="312"/>
            <ac:grpSpMk id="162" creationId="{00000000-0000-0000-0000-000000000000}"/>
          </ac:grpSpMkLst>
        </pc:grpChg>
        <pc:grpChg chg="del">
          <ac:chgData name="Harvey, Chris" userId="059c8d56-922c-405a-82ae-7db209cf59e4" providerId="ADAL" clId="{0C697987-EDA0-499D-A969-C5577CB9B86C}" dt="2021-09-01T19:22:16.541" v="115" actId="478"/>
          <ac:grpSpMkLst>
            <pc:docMk/>
            <pc:sldMk cId="2453278737" sldId="312"/>
            <ac:grpSpMk id="165" creationId="{00000000-0000-0000-0000-000000000000}"/>
          </ac:grpSpMkLst>
        </pc:grpChg>
        <pc:grpChg chg="del">
          <ac:chgData name="Harvey, Chris" userId="059c8d56-922c-405a-82ae-7db209cf59e4" providerId="ADAL" clId="{0C697987-EDA0-499D-A969-C5577CB9B86C}" dt="2021-09-01T19:22:14.910" v="114" actId="478"/>
          <ac:grpSpMkLst>
            <pc:docMk/>
            <pc:sldMk cId="2453278737" sldId="312"/>
            <ac:grpSpMk id="168" creationId="{00000000-0000-0000-0000-000000000000}"/>
          </ac:grpSpMkLst>
        </pc:grpChg>
        <pc:grpChg chg="del">
          <ac:chgData name="Harvey, Chris" userId="059c8d56-922c-405a-82ae-7db209cf59e4" providerId="ADAL" clId="{0C697987-EDA0-499D-A969-C5577CB9B86C}" dt="2021-09-01T19:22:18.221" v="116" actId="478"/>
          <ac:grpSpMkLst>
            <pc:docMk/>
            <pc:sldMk cId="2453278737" sldId="312"/>
            <ac:grpSpMk id="171" creationId="{00000000-0000-0000-0000-000000000000}"/>
          </ac:grpSpMkLst>
        </pc:grpChg>
        <pc:grpChg chg="del">
          <ac:chgData name="Harvey, Chris" userId="059c8d56-922c-405a-82ae-7db209cf59e4" providerId="ADAL" clId="{0C697987-EDA0-499D-A969-C5577CB9B86C}" dt="2021-09-01T19:13:39.310" v="94" actId="478"/>
          <ac:grpSpMkLst>
            <pc:docMk/>
            <pc:sldMk cId="2453278737" sldId="312"/>
            <ac:grpSpMk id="174" creationId="{00000000-0000-0000-0000-000000000000}"/>
          </ac:grpSpMkLst>
        </pc:grpChg>
        <pc:grpChg chg="del">
          <ac:chgData name="Harvey, Chris" userId="059c8d56-922c-405a-82ae-7db209cf59e4" providerId="ADAL" clId="{0C697987-EDA0-499D-A969-C5577CB9B86C}" dt="2021-09-01T19:13:36.167" v="93" actId="478"/>
          <ac:grpSpMkLst>
            <pc:docMk/>
            <pc:sldMk cId="2453278737" sldId="312"/>
            <ac:grpSpMk id="177" creationId="{00000000-0000-0000-0000-000000000000}"/>
          </ac:grpSpMkLst>
        </pc:grpChg>
        <pc:cxnChg chg="del">
          <ac:chgData name="Harvey, Chris" userId="059c8d56-922c-405a-82ae-7db209cf59e4" providerId="ADAL" clId="{0C697987-EDA0-499D-A969-C5577CB9B86C}" dt="2021-09-01T19:22:23.197" v="117" actId="478"/>
          <ac:cxnSpMkLst>
            <pc:docMk/>
            <pc:sldMk cId="2453278737" sldId="312"/>
            <ac:cxnSpMk id="71" creationId="{00000000-0000-0000-0000-000000000000}"/>
          </ac:cxnSpMkLst>
        </pc:cxnChg>
        <pc:cxnChg chg="mod">
          <ac:chgData name="Harvey, Chris" userId="059c8d56-922c-405a-82ae-7db209cf59e4" providerId="ADAL" clId="{0C697987-EDA0-499D-A969-C5577CB9B86C}" dt="2021-09-01T19:33:46.611" v="163" actId="208"/>
          <ac:cxnSpMkLst>
            <pc:docMk/>
            <pc:sldMk cId="2453278737" sldId="312"/>
            <ac:cxnSpMk id="75" creationId="{00000000-0000-0000-0000-000000000000}"/>
          </ac:cxnSpMkLst>
        </pc:cxnChg>
      </pc:sldChg>
      <pc:sldChg chg="modSp del">
        <pc:chgData name="Harvey, Chris" userId="059c8d56-922c-405a-82ae-7db209cf59e4" providerId="ADAL" clId="{0C697987-EDA0-499D-A969-C5577CB9B86C}" dt="2021-09-01T19:34:31.051" v="168" actId="2696"/>
        <pc:sldMkLst>
          <pc:docMk/>
          <pc:sldMk cId="2779799572" sldId="313"/>
        </pc:sldMkLst>
        <pc:spChg chg="mod">
          <ac:chgData name="Harvey, Chris" userId="059c8d56-922c-405a-82ae-7db209cf59e4" providerId="ADAL" clId="{0C697987-EDA0-499D-A969-C5577CB9B86C}" dt="2021-09-01T19:12:25.166" v="91" actId="14100"/>
          <ac:spMkLst>
            <pc:docMk/>
            <pc:sldMk cId="2779799572" sldId="313"/>
            <ac:spMk id="2" creationId="{62BF4F1F-99D5-4515-9876-6B6808F12E3A}"/>
          </ac:spMkLst>
        </pc:spChg>
        <pc:spChg chg="mod">
          <ac:chgData name="Harvey, Chris" userId="059c8d56-922c-405a-82ae-7db209cf59e4" providerId="ADAL" clId="{0C697987-EDA0-499D-A969-C5577CB9B86C}" dt="2021-09-01T19:17:35.527" v="100" actId="6549"/>
          <ac:spMkLst>
            <pc:docMk/>
            <pc:sldMk cId="2779799572" sldId="313"/>
            <ac:spMk id="65" creationId="{00000000-0000-0000-0000-000000000000}"/>
          </ac:spMkLst>
        </pc:spChg>
        <pc:grpChg chg="mod">
          <ac:chgData name="Harvey, Chris" userId="059c8d56-922c-405a-82ae-7db209cf59e4" providerId="ADAL" clId="{0C697987-EDA0-499D-A969-C5577CB9B86C}" dt="2021-09-01T19:11:34.879" v="89" actId="14100"/>
          <ac:grpSpMkLst>
            <pc:docMk/>
            <pc:sldMk cId="2779799572" sldId="313"/>
            <ac:grpSpMk id="128" creationId="{00000000-0000-0000-0000-000000000000}"/>
          </ac:grpSpMkLst>
        </pc:grpChg>
        <pc:grpChg chg="mod">
          <ac:chgData name="Harvey, Chris" userId="059c8d56-922c-405a-82ae-7db209cf59e4" providerId="ADAL" clId="{0C697987-EDA0-499D-A969-C5577CB9B86C}" dt="2021-09-01T19:11:31.063" v="88" actId="14100"/>
          <ac:grpSpMkLst>
            <pc:docMk/>
            <pc:sldMk cId="2779799572" sldId="313"/>
            <ac:grpSpMk id="129" creationId="{00000000-0000-0000-0000-000000000000}"/>
          </ac:grpSpMkLst>
        </pc:grpChg>
        <pc:grpChg chg="mod">
          <ac:chgData name="Harvey, Chris" userId="059c8d56-922c-405a-82ae-7db209cf59e4" providerId="ADAL" clId="{0C697987-EDA0-499D-A969-C5577CB9B86C}" dt="2021-09-01T19:16:34.240" v="97" actId="14100"/>
          <ac:grpSpMkLst>
            <pc:docMk/>
            <pc:sldMk cId="2779799572" sldId="313"/>
            <ac:grpSpMk id="136" creationId="{00000000-0000-0000-0000-000000000000}"/>
          </ac:grpSpMkLst>
        </pc:grpChg>
        <pc:grpChg chg="mod">
          <ac:chgData name="Harvey, Chris" userId="059c8d56-922c-405a-82ae-7db209cf59e4" providerId="ADAL" clId="{0C697987-EDA0-499D-A969-C5577CB9B86C}" dt="2021-09-01T19:16:34.240" v="97" actId="14100"/>
          <ac:grpSpMkLst>
            <pc:docMk/>
            <pc:sldMk cId="2779799572" sldId="313"/>
            <ac:grpSpMk id="141" creationId="{00000000-0000-0000-0000-000000000000}"/>
          </ac:grpSpMkLst>
        </pc:grpChg>
        <pc:grpChg chg="mod">
          <ac:chgData name="Harvey, Chris" userId="059c8d56-922c-405a-82ae-7db209cf59e4" providerId="ADAL" clId="{0C697987-EDA0-499D-A969-C5577CB9B86C}" dt="2021-09-01T19:16:34.240" v="97" actId="14100"/>
          <ac:grpSpMkLst>
            <pc:docMk/>
            <pc:sldMk cId="2779799572" sldId="313"/>
            <ac:grpSpMk id="142" creationId="{00000000-0000-0000-0000-000000000000}"/>
          </ac:grpSpMkLst>
        </pc:grpChg>
        <pc:grpChg chg="mod">
          <ac:chgData name="Harvey, Chris" userId="059c8d56-922c-405a-82ae-7db209cf59e4" providerId="ADAL" clId="{0C697987-EDA0-499D-A969-C5577CB9B86C}" dt="2021-09-01T19:16:34.240" v="97" actId="14100"/>
          <ac:grpSpMkLst>
            <pc:docMk/>
            <pc:sldMk cId="2779799572" sldId="313"/>
            <ac:grpSpMk id="151" creationId="{00000000-0000-0000-0000-000000000000}"/>
          </ac:grpSpMkLst>
        </pc:grpChg>
        <pc:cxnChg chg="mod">
          <ac:chgData name="Harvey, Chris" userId="059c8d56-922c-405a-82ae-7db209cf59e4" providerId="ADAL" clId="{0C697987-EDA0-499D-A969-C5577CB9B86C}" dt="2021-09-01T19:21:36.477" v="103" actId="14100"/>
          <ac:cxnSpMkLst>
            <pc:docMk/>
            <pc:sldMk cId="2779799572" sldId="313"/>
            <ac:cxnSpMk id="75" creationId="{00000000-0000-0000-0000-000000000000}"/>
          </ac:cxnSpMkLst>
        </pc:cxnChg>
        <pc:cxnChg chg="mod">
          <ac:chgData name="Harvey, Chris" userId="059c8d56-922c-405a-82ae-7db209cf59e4" providerId="ADAL" clId="{0C697987-EDA0-499D-A969-C5577CB9B86C}" dt="2021-09-01T19:11:34.879" v="89" actId="14100"/>
          <ac:cxnSpMkLst>
            <pc:docMk/>
            <pc:sldMk cId="2779799572" sldId="313"/>
            <ac:cxnSpMk id="83" creationId="{00000000-0000-0000-0000-000000000000}"/>
          </ac:cxnSpMkLst>
        </pc:cxnChg>
        <pc:cxnChg chg="mod">
          <ac:chgData name="Harvey, Chris" userId="059c8d56-922c-405a-82ae-7db209cf59e4" providerId="ADAL" clId="{0C697987-EDA0-499D-A969-C5577CB9B86C}" dt="2021-09-01T19:11:31.063" v="88" actId="14100"/>
          <ac:cxnSpMkLst>
            <pc:docMk/>
            <pc:sldMk cId="2779799572" sldId="313"/>
            <ac:cxnSpMk id="84" creationId="{00000000-0000-0000-0000-000000000000}"/>
          </ac:cxnSpMkLst>
        </pc:cxnChg>
      </pc:sldChg>
      <pc:sldChg chg="del">
        <pc:chgData name="Harvey, Chris" userId="059c8d56-922c-405a-82ae-7db209cf59e4" providerId="ADAL" clId="{0C697987-EDA0-499D-A969-C5577CB9B86C}" dt="2021-09-01T19:38:48.692" v="215" actId="2696"/>
        <pc:sldMkLst>
          <pc:docMk/>
          <pc:sldMk cId="2979764306" sldId="314"/>
        </pc:sldMkLst>
      </pc:sldChg>
      <pc:sldChg chg="modTransition">
        <pc:chgData name="Harvey, Chris" userId="059c8d56-922c-405a-82ae-7db209cf59e4" providerId="ADAL" clId="{0C697987-EDA0-499D-A969-C5577CB9B86C}" dt="2021-09-01T23:09:48.003" v="279"/>
        <pc:sldMkLst>
          <pc:docMk/>
          <pc:sldMk cId="3703682123" sldId="315"/>
        </pc:sldMkLst>
      </pc:sldChg>
      <pc:sldChg chg="add del">
        <pc:chgData name="Harvey, Chris" userId="059c8d56-922c-405a-82ae-7db209cf59e4" providerId="ADAL" clId="{0C697987-EDA0-499D-A969-C5577CB9B86C}" dt="2021-09-01T16:38:23.038" v="10"/>
        <pc:sldMkLst>
          <pc:docMk/>
          <pc:sldMk cId="1125890381" sldId="403"/>
        </pc:sldMkLst>
      </pc:sldChg>
      <pc:sldChg chg="modSp">
        <pc:chgData name="Harvey, Chris" userId="059c8d56-922c-405a-82ae-7db209cf59e4" providerId="ADAL" clId="{0C697987-EDA0-499D-A969-C5577CB9B86C}" dt="2021-09-01T19:39:37.454" v="217" actId="947"/>
        <pc:sldMkLst>
          <pc:docMk/>
          <pc:sldMk cId="3522963387" sldId="471"/>
        </pc:sldMkLst>
        <pc:spChg chg="mod">
          <ac:chgData name="Harvey, Chris" userId="059c8d56-922c-405a-82ae-7db209cf59e4" providerId="ADAL" clId="{0C697987-EDA0-499D-A969-C5577CB9B86C}" dt="2021-09-01T19:39:37.454" v="217" actId="947"/>
          <ac:spMkLst>
            <pc:docMk/>
            <pc:sldMk cId="3522963387" sldId="471"/>
            <ac:spMk id="7171" creationId="{00000000-0000-0000-0000-000000000000}"/>
          </ac:spMkLst>
        </pc:spChg>
      </pc:sldChg>
      <pc:sldChg chg="modTransition">
        <pc:chgData name="Harvey, Chris" userId="059c8d56-922c-405a-82ae-7db209cf59e4" providerId="ADAL" clId="{0C697987-EDA0-499D-A969-C5577CB9B86C}" dt="2021-09-01T20:08:19.214" v="222"/>
        <pc:sldMkLst>
          <pc:docMk/>
          <pc:sldMk cId="3451601124" sldId="472"/>
        </pc:sldMkLst>
      </pc:sldChg>
      <pc:sldChg chg="modSp modTransition">
        <pc:chgData name="Harvey, Chris" userId="059c8d56-922c-405a-82ae-7db209cf59e4" providerId="ADAL" clId="{0C697987-EDA0-499D-A969-C5577CB9B86C}" dt="2021-09-01T21:53:35.899" v="272" actId="20578"/>
        <pc:sldMkLst>
          <pc:docMk/>
          <pc:sldMk cId="2200711013" sldId="473"/>
        </pc:sldMkLst>
        <pc:spChg chg="mod">
          <ac:chgData name="Harvey, Chris" userId="059c8d56-922c-405a-82ae-7db209cf59e4" providerId="ADAL" clId="{0C697987-EDA0-499D-A969-C5577CB9B86C}" dt="2021-09-01T21:53:35.899" v="272" actId="20578"/>
          <ac:spMkLst>
            <pc:docMk/>
            <pc:sldMk cId="2200711013" sldId="473"/>
            <ac:spMk id="6" creationId="{37A1CDEB-7C11-4982-A521-1B27B60E1244}"/>
          </ac:spMkLst>
        </pc:spChg>
      </pc:sldChg>
      <pc:sldChg chg="modTransition">
        <pc:chgData name="Harvey, Chris" userId="059c8d56-922c-405a-82ae-7db209cf59e4" providerId="ADAL" clId="{0C697987-EDA0-499D-A969-C5577CB9B86C}" dt="2021-09-01T20:34:20.945" v="266"/>
        <pc:sldMkLst>
          <pc:docMk/>
          <pc:sldMk cId="935823658" sldId="474"/>
        </pc:sldMkLst>
      </pc:sldChg>
      <pc:sldChg chg="modTransition">
        <pc:chgData name="Harvey, Chris" userId="059c8d56-922c-405a-82ae-7db209cf59e4" providerId="ADAL" clId="{0C697987-EDA0-499D-A969-C5577CB9B86C}" dt="2021-09-01T20:34:20.945" v="266"/>
        <pc:sldMkLst>
          <pc:docMk/>
          <pc:sldMk cId="884173200" sldId="475"/>
        </pc:sldMkLst>
      </pc:sldChg>
      <pc:sldChg chg="modTransition">
        <pc:chgData name="Harvey, Chris" userId="059c8d56-922c-405a-82ae-7db209cf59e4" providerId="ADAL" clId="{0C697987-EDA0-499D-A969-C5577CB9B86C}" dt="2021-09-01T21:54:25.855" v="273"/>
        <pc:sldMkLst>
          <pc:docMk/>
          <pc:sldMk cId="3056475747" sldId="480"/>
        </pc:sldMkLst>
      </pc:sldChg>
      <pc:sldChg chg="delSp modSp">
        <pc:chgData name="Harvey, Chris" userId="059c8d56-922c-405a-82ae-7db209cf59e4" providerId="ADAL" clId="{0C697987-EDA0-499D-A969-C5577CB9B86C}" dt="2021-09-01T22:52:08.574" v="278" actId="6549"/>
        <pc:sldMkLst>
          <pc:docMk/>
          <pc:sldMk cId="3165981055" sldId="483"/>
        </pc:sldMkLst>
        <pc:spChg chg="mod">
          <ac:chgData name="Harvey, Chris" userId="059c8d56-922c-405a-82ae-7db209cf59e4" providerId="ADAL" clId="{0C697987-EDA0-499D-A969-C5577CB9B86C}" dt="2021-09-01T22:52:08.574" v="278" actId="6549"/>
          <ac:spMkLst>
            <pc:docMk/>
            <pc:sldMk cId="3165981055" sldId="483"/>
            <ac:spMk id="3" creationId="{2BBCE484-6A62-4259-88CA-CB9890DC9B89}"/>
          </ac:spMkLst>
        </pc:spChg>
        <pc:picChg chg="del">
          <ac:chgData name="Harvey, Chris" userId="059c8d56-922c-405a-82ae-7db209cf59e4" providerId="ADAL" clId="{0C697987-EDA0-499D-A969-C5577CB9B86C}" dt="2021-09-01T22:38:58.417" v="277" actId="478"/>
          <ac:picMkLst>
            <pc:docMk/>
            <pc:sldMk cId="3165981055" sldId="483"/>
            <ac:picMk id="8" creationId="{CDE5DA23-0D37-46EF-9134-33A64006388F}"/>
          </ac:picMkLst>
        </pc:picChg>
        <pc:picChg chg="del">
          <ac:chgData name="Harvey, Chris" userId="059c8d56-922c-405a-82ae-7db209cf59e4" providerId="ADAL" clId="{0C697987-EDA0-499D-A969-C5577CB9B86C}" dt="2021-09-01T22:38:56.665" v="276" actId="478"/>
          <ac:picMkLst>
            <pc:docMk/>
            <pc:sldMk cId="3165981055" sldId="483"/>
            <ac:picMk id="9" creationId="{092B3460-9392-4FCF-8DDA-930A43A063B5}"/>
          </ac:picMkLst>
        </pc:picChg>
      </pc:sldChg>
      <pc:sldChg chg="modTransition">
        <pc:chgData name="Harvey, Chris" userId="059c8d56-922c-405a-82ae-7db209cf59e4" providerId="ADAL" clId="{0C697987-EDA0-499D-A969-C5577CB9B86C}" dt="2021-09-01T23:19:08.698" v="280"/>
        <pc:sldMkLst>
          <pc:docMk/>
          <pc:sldMk cId="847493752" sldId="487"/>
        </pc:sldMkLst>
      </pc:sldChg>
      <pc:sldChg chg="modTransition">
        <pc:chgData name="Harvey, Chris" userId="059c8d56-922c-405a-82ae-7db209cf59e4" providerId="ADAL" clId="{0C697987-EDA0-499D-A969-C5577CB9B86C}" dt="2021-09-01T23:19:08.698" v="280"/>
        <pc:sldMkLst>
          <pc:docMk/>
          <pc:sldMk cId="3911018629" sldId="488"/>
        </pc:sldMkLst>
      </pc:sldChg>
      <pc:sldChg chg="del">
        <pc:chgData name="Harvey, Chris" userId="059c8d56-922c-405a-82ae-7db209cf59e4" providerId="ADAL" clId="{0C697987-EDA0-499D-A969-C5577CB9B86C}" dt="2021-09-01T23:26:00.579" v="312" actId="2696"/>
        <pc:sldMkLst>
          <pc:docMk/>
          <pc:sldMk cId="1646841459" sldId="489"/>
        </pc:sldMkLst>
      </pc:sldChg>
      <pc:sldChg chg="add del setBg">
        <pc:chgData name="Harvey, Chris" userId="059c8d56-922c-405a-82ae-7db209cf59e4" providerId="ADAL" clId="{0C697987-EDA0-499D-A969-C5577CB9B86C}" dt="2021-09-01T16:38:23.038" v="10"/>
        <pc:sldMkLst>
          <pc:docMk/>
          <pc:sldMk cId="1267044399" sldId="491"/>
        </pc:sldMkLst>
      </pc:sldChg>
      <pc:sldChg chg="add del setBg">
        <pc:chgData name="Harvey, Chris" userId="059c8d56-922c-405a-82ae-7db209cf59e4" providerId="ADAL" clId="{0C697987-EDA0-499D-A969-C5577CB9B86C}" dt="2021-09-01T16:38:23.038" v="10"/>
        <pc:sldMkLst>
          <pc:docMk/>
          <pc:sldMk cId="214150576" sldId="492"/>
        </pc:sldMkLst>
      </pc:sldChg>
      <pc:sldChg chg="add del">
        <pc:chgData name="Harvey, Chris" userId="059c8d56-922c-405a-82ae-7db209cf59e4" providerId="ADAL" clId="{0C697987-EDA0-499D-A969-C5577CB9B86C}" dt="2021-09-01T16:38:23.038" v="10"/>
        <pc:sldMkLst>
          <pc:docMk/>
          <pc:sldMk cId="3975638235" sldId="493"/>
        </pc:sldMkLst>
      </pc:sldChg>
      <pc:sldChg chg="modSp add del">
        <pc:chgData name="Harvey, Chris" userId="059c8d56-922c-405a-82ae-7db209cf59e4" providerId="ADAL" clId="{0C697987-EDA0-499D-A969-C5577CB9B86C}" dt="2021-09-01T16:39:59.912" v="20" actId="2696"/>
        <pc:sldMkLst>
          <pc:docMk/>
          <pc:sldMk cId="290557351" sldId="494"/>
        </pc:sldMkLst>
        <pc:picChg chg="mod">
          <ac:chgData name="Harvey, Chris" userId="059c8d56-922c-405a-82ae-7db209cf59e4" providerId="ADAL" clId="{0C697987-EDA0-499D-A969-C5577CB9B86C}" dt="2021-09-01T16:39:47.476" v="19" actId="207"/>
          <ac:picMkLst>
            <pc:docMk/>
            <pc:sldMk cId="290557351" sldId="494"/>
            <ac:picMk id="13" creationId="{B2523E3B-490A-4CF7-990F-74B578BE3761}"/>
          </ac:picMkLst>
        </pc:picChg>
      </pc:sldChg>
      <pc:sldChg chg="add">
        <pc:chgData name="Harvey, Chris" userId="059c8d56-922c-405a-82ae-7db209cf59e4" providerId="ADAL" clId="{0C697987-EDA0-499D-A969-C5577CB9B86C}" dt="2021-09-01T16:39:35.951" v="17"/>
        <pc:sldMkLst>
          <pc:docMk/>
          <pc:sldMk cId="1841470069" sldId="495"/>
        </pc:sldMkLst>
      </pc:sldChg>
      <pc:sldChg chg="addSp delSp modSp add addAnim delAnim modAnim">
        <pc:chgData name="Harvey, Chris" userId="059c8d56-922c-405a-82ae-7db209cf59e4" providerId="ADAL" clId="{0C697987-EDA0-499D-A969-C5577CB9B86C}" dt="2021-09-01T18:48:33.467" v="71" actId="1076"/>
        <pc:sldMkLst>
          <pc:docMk/>
          <pc:sldMk cId="4163130744" sldId="496"/>
        </pc:sldMkLst>
        <pc:spChg chg="del">
          <ac:chgData name="Harvey, Chris" userId="059c8d56-922c-405a-82ae-7db209cf59e4" providerId="ADAL" clId="{0C697987-EDA0-499D-A969-C5577CB9B86C}" dt="2021-09-01T17:46:19.343" v="45" actId="478"/>
          <ac:spMkLst>
            <pc:docMk/>
            <pc:sldMk cId="4163130744" sldId="496"/>
            <ac:spMk id="2" creationId="{1391CAFE-18A7-44EC-9DDD-DE2962CA0A2C}"/>
          </ac:spMkLst>
        </pc:spChg>
        <pc:spChg chg="del">
          <ac:chgData name="Harvey, Chris" userId="059c8d56-922c-405a-82ae-7db209cf59e4" providerId="ADAL" clId="{0C697987-EDA0-499D-A969-C5577CB9B86C}" dt="2021-09-01T17:46:18.118" v="44" actId="478"/>
          <ac:spMkLst>
            <pc:docMk/>
            <pc:sldMk cId="4163130744" sldId="496"/>
            <ac:spMk id="4" creationId="{F625E1F4-0187-4F67-BA94-77AA690648DA}"/>
          </ac:spMkLst>
        </pc:spChg>
        <pc:spChg chg="mod">
          <ac:chgData name="Harvey, Chris" userId="059c8d56-922c-405a-82ae-7db209cf59e4" providerId="ADAL" clId="{0C697987-EDA0-499D-A969-C5577CB9B86C}" dt="2021-09-01T18:48:33.467" v="71" actId="1076"/>
          <ac:spMkLst>
            <pc:docMk/>
            <pc:sldMk cId="4163130744" sldId="496"/>
            <ac:spMk id="5" creationId="{D9367D7E-F7B5-4B52-9C68-032206907B9D}"/>
          </ac:spMkLst>
        </pc:spChg>
        <pc:picChg chg="add del mod">
          <ac:chgData name="Harvey, Chris" userId="059c8d56-922c-405a-82ae-7db209cf59e4" providerId="ADAL" clId="{0C697987-EDA0-499D-A969-C5577CB9B86C}" dt="2021-09-01T18:31:47.181" v="66" actId="1076"/>
          <ac:picMkLst>
            <pc:docMk/>
            <pc:sldMk cId="4163130744" sldId="496"/>
            <ac:picMk id="6" creationId="{6A69CD3C-F4BE-440A-B0ED-C2455919DA69}"/>
          </ac:picMkLst>
        </pc:picChg>
        <pc:picChg chg="add del mod">
          <ac:chgData name="Harvey, Chris" userId="059c8d56-922c-405a-82ae-7db209cf59e4" providerId="ADAL" clId="{0C697987-EDA0-499D-A969-C5577CB9B86C}" dt="2021-09-01T18:31:37.802" v="63" actId="478"/>
          <ac:picMkLst>
            <pc:docMk/>
            <pc:sldMk cId="4163130744" sldId="496"/>
            <ac:picMk id="1026" creationId="{AFB5B54E-FDED-4B1D-936E-D9D52F4AB778}"/>
          </ac:picMkLst>
        </pc:picChg>
        <pc:picChg chg="add mod">
          <ac:chgData name="Harvey, Chris" userId="059c8d56-922c-405a-82ae-7db209cf59e4" providerId="ADAL" clId="{0C697987-EDA0-499D-A969-C5577CB9B86C}" dt="2021-09-01T17:46:32.950" v="47" actId="1076"/>
          <ac:picMkLst>
            <pc:docMk/>
            <pc:sldMk cId="4163130744" sldId="496"/>
            <ac:picMk id="1028" creationId="{91E15222-1B27-41AE-AA0C-5AB6CA2D7222}"/>
          </ac:picMkLst>
        </pc:picChg>
      </pc:sldChg>
      <pc:sldChg chg="addSp modSp add">
        <pc:chgData name="Harvey, Chris" userId="059c8d56-922c-405a-82ae-7db209cf59e4" providerId="ADAL" clId="{0C697987-EDA0-499D-A969-C5577CB9B86C}" dt="2021-09-01T19:34:22.017" v="167" actId="14100"/>
        <pc:sldMkLst>
          <pc:docMk/>
          <pc:sldMk cId="1881649427" sldId="497"/>
        </pc:sldMkLst>
        <pc:spChg chg="mod">
          <ac:chgData name="Harvey, Chris" userId="059c8d56-922c-405a-82ae-7db209cf59e4" providerId="ADAL" clId="{0C697987-EDA0-499D-A969-C5577CB9B86C}" dt="2021-09-01T19:31:17.437" v="152" actId="207"/>
          <ac:spMkLst>
            <pc:docMk/>
            <pc:sldMk cId="1881649427" sldId="497"/>
            <ac:spMk id="5"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6"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7"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8"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9"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10"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11"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13" creationId="{00000000-0000-0000-0000-000000000000}"/>
          </ac:spMkLst>
        </pc:spChg>
        <pc:spChg chg="mod">
          <ac:chgData name="Harvey, Chris" userId="059c8d56-922c-405a-82ae-7db209cf59e4" providerId="ADAL" clId="{0C697987-EDA0-499D-A969-C5577CB9B86C}" dt="2021-09-01T19:32:40.635" v="160" actId="207"/>
          <ac:spMkLst>
            <pc:docMk/>
            <pc:sldMk cId="1881649427" sldId="497"/>
            <ac:spMk id="14" creationId="{00000000-0000-0000-0000-000000000000}"/>
          </ac:spMkLst>
        </pc:spChg>
        <pc:spChg chg="mod">
          <ac:chgData name="Harvey, Chris" userId="059c8d56-922c-405a-82ae-7db209cf59e4" providerId="ADAL" clId="{0C697987-EDA0-499D-A969-C5577CB9B86C}" dt="2021-09-01T19:32:40.635" v="160" actId="207"/>
          <ac:spMkLst>
            <pc:docMk/>
            <pc:sldMk cId="1881649427" sldId="497"/>
            <ac:spMk id="15"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16"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17" creationId="{00000000-0000-0000-0000-000000000000}"/>
          </ac:spMkLst>
        </pc:spChg>
        <pc:spChg chg="add mod">
          <ac:chgData name="Harvey, Chris" userId="059c8d56-922c-405a-82ae-7db209cf59e4" providerId="ADAL" clId="{0C697987-EDA0-499D-A969-C5577CB9B86C}" dt="2021-09-01T19:32:11.957" v="158"/>
          <ac:spMkLst>
            <pc:docMk/>
            <pc:sldMk cId="1881649427" sldId="497"/>
            <ac:spMk id="54" creationId="{80C2C376-7F2A-4123-A636-490C1F321B44}"/>
          </ac:spMkLst>
        </pc:spChg>
        <pc:spChg chg="add mod">
          <ac:chgData name="Harvey, Chris" userId="059c8d56-922c-405a-82ae-7db209cf59e4" providerId="ADAL" clId="{0C697987-EDA0-499D-A969-C5577CB9B86C}" dt="2021-09-01T19:34:22.017" v="167" actId="14100"/>
          <ac:spMkLst>
            <pc:docMk/>
            <pc:sldMk cId="1881649427" sldId="497"/>
            <ac:spMk id="55" creationId="{34A113FF-0347-418E-9EA8-DDE763A6ECE8}"/>
          </ac:spMkLst>
        </pc:spChg>
        <pc:spChg chg="mod">
          <ac:chgData name="Harvey, Chris" userId="059c8d56-922c-405a-82ae-7db209cf59e4" providerId="ADAL" clId="{0C697987-EDA0-499D-A969-C5577CB9B86C}" dt="2021-09-01T19:32:34.422" v="159" actId="207"/>
          <ac:spMkLst>
            <pc:docMk/>
            <pc:sldMk cId="1881649427" sldId="497"/>
            <ac:spMk id="56"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57"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58"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59"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61"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3"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4"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5"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6"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8"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69"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70"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76"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78"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79"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80"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81" creationId="{00000000-0000-0000-0000-000000000000}"/>
          </ac:spMkLst>
        </pc:spChg>
        <pc:spChg chg="mod">
          <ac:chgData name="Harvey, Chris" userId="059c8d56-922c-405a-82ae-7db209cf59e4" providerId="ADAL" clId="{0C697987-EDA0-499D-A969-C5577CB9B86C}" dt="2021-09-01T19:31:17.437" v="152" actId="207"/>
          <ac:spMkLst>
            <pc:docMk/>
            <pc:sldMk cId="1881649427" sldId="497"/>
            <ac:spMk id="82" creationId="{00000000-0000-0000-0000-000000000000}"/>
          </ac:spMkLst>
        </pc:spChg>
        <pc:spChg chg="mod">
          <ac:chgData name="Harvey, Chris" userId="059c8d56-922c-405a-82ae-7db209cf59e4" providerId="ADAL" clId="{0C697987-EDA0-499D-A969-C5577CB9B86C}" dt="2021-09-01T19:32:34.422" v="159" actId="207"/>
          <ac:spMkLst>
            <pc:docMk/>
            <pc:sldMk cId="1881649427" sldId="497"/>
            <ac:spMk id="146" creationId="{00000000-0000-0000-0000-000000000000}"/>
          </ac:spMkLst>
        </pc:spChg>
        <pc:cxnChg chg="mod">
          <ac:chgData name="Harvey, Chris" userId="059c8d56-922c-405a-82ae-7db209cf59e4" providerId="ADAL" clId="{0C697987-EDA0-499D-A969-C5577CB9B86C}" dt="2021-09-01T19:33:38.756" v="162" actId="208"/>
          <ac:cxnSpMkLst>
            <pc:docMk/>
            <pc:sldMk cId="1881649427" sldId="497"/>
            <ac:cxnSpMk id="75" creationId="{00000000-0000-0000-0000-000000000000}"/>
          </ac:cxnSpMkLst>
        </pc:cxnChg>
      </pc:sldChg>
      <pc:sldChg chg="delSp add del delAnim modAnim">
        <pc:chgData name="Harvey, Chris" userId="059c8d56-922c-405a-82ae-7db209cf59e4" providerId="ADAL" clId="{0C697987-EDA0-499D-A969-C5577CB9B86C}" dt="2021-09-01T18:49:07.332" v="80" actId="2696"/>
        <pc:sldMkLst>
          <pc:docMk/>
          <pc:sldMk cId="2553086477" sldId="497"/>
        </pc:sldMkLst>
        <pc:picChg chg="del">
          <ac:chgData name="Harvey, Chris" userId="059c8d56-922c-405a-82ae-7db209cf59e4" providerId="ADAL" clId="{0C697987-EDA0-499D-A969-C5577CB9B86C}" dt="2021-09-01T18:48:45.438" v="75" actId="478"/>
          <ac:picMkLst>
            <pc:docMk/>
            <pc:sldMk cId="2553086477" sldId="497"/>
            <ac:picMk id="6" creationId="{6A69CD3C-F4BE-440A-B0ED-C2455919DA69}"/>
          </ac:picMkLst>
        </pc:picChg>
        <pc:picChg chg="del">
          <ac:chgData name="Harvey, Chris" userId="059c8d56-922c-405a-82ae-7db209cf59e4" providerId="ADAL" clId="{0C697987-EDA0-499D-A969-C5577CB9B86C}" dt="2021-09-01T18:48:46.924" v="76" actId="478"/>
          <ac:picMkLst>
            <pc:docMk/>
            <pc:sldMk cId="2553086477" sldId="497"/>
            <ac:picMk id="1028" creationId="{91E15222-1B27-41AE-AA0C-5AB6CA2D7222}"/>
          </ac:picMkLst>
        </pc:picChg>
      </pc:sldChg>
      <pc:sldChg chg="modSp add">
        <pc:chgData name="Harvey, Chris" userId="059c8d56-922c-405a-82ae-7db209cf59e4" providerId="ADAL" clId="{0C697987-EDA0-499D-A969-C5577CB9B86C}" dt="2021-09-01T19:38:20.866" v="214" actId="6549"/>
        <pc:sldMkLst>
          <pc:docMk/>
          <pc:sldMk cId="2225039007" sldId="498"/>
        </pc:sldMkLst>
        <pc:spChg chg="mod">
          <ac:chgData name="Harvey, Chris" userId="059c8d56-922c-405a-82ae-7db209cf59e4" providerId="ADAL" clId="{0C697987-EDA0-499D-A969-C5577CB9B86C}" dt="2021-09-01T19:38:20.866" v="214" actId="6549"/>
          <ac:spMkLst>
            <pc:docMk/>
            <pc:sldMk cId="2225039007" sldId="498"/>
            <ac:spMk id="3" creationId="{7070F4EA-375E-46FC-90D6-6ABE896B8CA4}"/>
          </ac:spMkLst>
        </pc:spChg>
        <pc:spChg chg="mod">
          <ac:chgData name="Harvey, Chris" userId="059c8d56-922c-405a-82ae-7db209cf59e4" providerId="ADAL" clId="{0C697987-EDA0-499D-A969-C5577CB9B86C}" dt="2021-09-01T19:37:35.403" v="193" actId="20577"/>
          <ac:spMkLst>
            <pc:docMk/>
            <pc:sldMk cId="2225039007" sldId="498"/>
            <ac:spMk id="4" creationId="{02F4C651-2FD8-410D-A0CA-7AFAF789A494}"/>
          </ac:spMkLst>
        </pc:spChg>
      </pc:sldChg>
      <pc:sldChg chg="delSp add del modTransition modAnim">
        <pc:chgData name="Harvey, Chris" userId="059c8d56-922c-405a-82ae-7db209cf59e4" providerId="ADAL" clId="{0C697987-EDA0-499D-A969-C5577CB9B86C}" dt="2021-09-01T18:49:07.339" v="81" actId="2696"/>
        <pc:sldMkLst>
          <pc:docMk/>
          <pc:sldMk cId="3211244560" sldId="498"/>
        </pc:sldMkLst>
        <pc:picChg chg="del">
          <ac:chgData name="Harvey, Chris" userId="059c8d56-922c-405a-82ae-7db209cf59e4" providerId="ADAL" clId="{0C697987-EDA0-499D-A969-C5577CB9B86C}" dt="2021-09-01T18:48:48.349" v="77" actId="478"/>
          <ac:picMkLst>
            <pc:docMk/>
            <pc:sldMk cId="3211244560" sldId="498"/>
            <ac:picMk id="1028" creationId="{91E15222-1B27-41AE-AA0C-5AB6CA2D7222}"/>
          </ac:picMkLst>
        </pc:picChg>
      </pc:sldChg>
      <pc:sldChg chg="delSp add del modTransition delAnim">
        <pc:chgData name="Harvey, Chris" userId="059c8d56-922c-405a-82ae-7db209cf59e4" providerId="ADAL" clId="{0C697987-EDA0-499D-A969-C5577CB9B86C}" dt="2021-09-01T18:49:07.353" v="82" actId="2696"/>
        <pc:sldMkLst>
          <pc:docMk/>
          <pc:sldMk cId="1365447198" sldId="499"/>
        </pc:sldMkLst>
        <pc:picChg chg="del">
          <ac:chgData name="Harvey, Chris" userId="059c8d56-922c-405a-82ae-7db209cf59e4" providerId="ADAL" clId="{0C697987-EDA0-499D-A969-C5577CB9B86C}" dt="2021-09-01T18:48:50.311" v="78" actId="478"/>
          <ac:picMkLst>
            <pc:docMk/>
            <pc:sldMk cId="1365447198" sldId="499"/>
            <ac:picMk id="6" creationId="{6A69CD3C-F4BE-440A-B0ED-C2455919DA69}"/>
          </ac:picMkLst>
        </pc:picChg>
      </pc:sldChg>
      <pc:sldChg chg="addSp delSp modSp add del">
        <pc:chgData name="Harvey, Chris" userId="059c8d56-922c-405a-82ae-7db209cf59e4" providerId="ADAL" clId="{0C697987-EDA0-499D-A969-C5577CB9B86C}" dt="2021-09-01T20:36:44.514" v="270" actId="2696"/>
        <pc:sldMkLst>
          <pc:docMk/>
          <pc:sldMk cId="1856737233" sldId="499"/>
        </pc:sldMkLst>
        <pc:spChg chg="del">
          <ac:chgData name="Harvey, Chris" userId="059c8d56-922c-405a-82ae-7db209cf59e4" providerId="ADAL" clId="{0C697987-EDA0-499D-A969-C5577CB9B86C}" dt="2021-09-01T20:26:16.076" v="225"/>
          <ac:spMkLst>
            <pc:docMk/>
            <pc:sldMk cId="1856737233" sldId="499"/>
            <ac:spMk id="2" creationId="{07B0D727-5832-4BF0-A2EC-01FB19DDF567}"/>
          </ac:spMkLst>
        </pc:spChg>
        <pc:spChg chg="del">
          <ac:chgData name="Harvey, Chris" userId="059c8d56-922c-405a-82ae-7db209cf59e4" providerId="ADAL" clId="{0C697987-EDA0-499D-A969-C5577CB9B86C}" dt="2021-09-01T20:26:16.076" v="225"/>
          <ac:spMkLst>
            <pc:docMk/>
            <pc:sldMk cId="1856737233" sldId="499"/>
            <ac:spMk id="3" creationId="{14B25EB8-E5C5-4F8A-8CCB-3338C5728487}"/>
          </ac:spMkLst>
        </pc:spChg>
        <pc:spChg chg="add mod">
          <ac:chgData name="Harvey, Chris" userId="059c8d56-922c-405a-82ae-7db209cf59e4" providerId="ADAL" clId="{0C697987-EDA0-499D-A969-C5577CB9B86C}" dt="2021-09-01T20:26:16.076" v="225"/>
          <ac:spMkLst>
            <pc:docMk/>
            <pc:sldMk cId="1856737233" sldId="499"/>
            <ac:spMk id="5" creationId="{BC70DEFE-DD32-48C6-B323-81F0F9769EC9}"/>
          </ac:spMkLst>
        </pc:spChg>
      </pc:sldChg>
      <pc:sldChg chg="addSp delSp modSp add ord modAnim">
        <pc:chgData name="Harvey, Chris" userId="059c8d56-922c-405a-82ae-7db209cf59e4" providerId="ADAL" clId="{0C697987-EDA0-499D-A969-C5577CB9B86C}" dt="2021-09-01T20:31:14.285" v="262"/>
        <pc:sldMkLst>
          <pc:docMk/>
          <pc:sldMk cId="92708501" sldId="500"/>
        </pc:sldMkLst>
        <pc:spChg chg="add del mod">
          <ac:chgData name="Harvey, Chris" userId="059c8d56-922c-405a-82ae-7db209cf59e4" providerId="ADAL" clId="{0C697987-EDA0-499D-A969-C5577CB9B86C}" dt="2021-09-01T20:27:25.356" v="238"/>
          <ac:spMkLst>
            <pc:docMk/>
            <pc:sldMk cId="92708501" sldId="500"/>
            <ac:spMk id="6" creationId="{37A1CDEB-7C11-4982-A521-1B27B60E1244}"/>
          </ac:spMkLst>
        </pc:spChg>
        <pc:spChg chg="add mod">
          <ac:chgData name="Harvey, Chris" userId="059c8d56-922c-405a-82ae-7db209cf59e4" providerId="ADAL" clId="{0C697987-EDA0-499D-A969-C5577CB9B86C}" dt="2021-09-01T20:28:04.277" v="243" actId="20577"/>
          <ac:spMkLst>
            <pc:docMk/>
            <pc:sldMk cId="92708501" sldId="500"/>
            <ac:spMk id="7" creationId="{99BB57F1-1E6C-46EC-9F75-96B5CE1FEB8E}"/>
          </ac:spMkLst>
        </pc:spChg>
        <pc:spChg chg="add mod">
          <ac:chgData name="Harvey, Chris" userId="059c8d56-922c-405a-82ae-7db209cf59e4" providerId="ADAL" clId="{0C697987-EDA0-499D-A969-C5577CB9B86C}" dt="2021-09-01T20:29:05.982" v="249"/>
          <ac:spMkLst>
            <pc:docMk/>
            <pc:sldMk cId="92708501" sldId="500"/>
            <ac:spMk id="8" creationId="{6C42EDAC-AC1E-43A1-9B74-DB4BACD5D233}"/>
          </ac:spMkLst>
        </pc:spChg>
        <pc:spChg chg="add mod">
          <ac:chgData name="Harvey, Chris" userId="059c8d56-922c-405a-82ae-7db209cf59e4" providerId="ADAL" clId="{0C697987-EDA0-499D-A969-C5577CB9B86C}" dt="2021-09-01T20:29:21.284" v="253" actId="20577"/>
          <ac:spMkLst>
            <pc:docMk/>
            <pc:sldMk cId="92708501" sldId="500"/>
            <ac:spMk id="9" creationId="{CCDFCAF5-87DA-46A9-B2B8-DB3C6294CE64}"/>
          </ac:spMkLst>
        </pc:spChg>
        <pc:picChg chg="add del">
          <ac:chgData name="Harvey, Chris" userId="059c8d56-922c-405a-82ae-7db209cf59e4" providerId="ADAL" clId="{0C697987-EDA0-499D-A969-C5577CB9B86C}" dt="2021-09-01T20:26:50.577" v="237" actId="478"/>
          <ac:picMkLst>
            <pc:docMk/>
            <pc:sldMk cId="92708501" sldId="500"/>
            <ac:picMk id="5" creationId="{40301B64-6464-4CC5-9BCC-65EB97705832}"/>
          </ac:picMkLst>
        </pc:picChg>
      </pc:sldChg>
      <pc:sldChg chg="delSp modSp add modTransition delAnim modAnim">
        <pc:chgData name="Harvey, Chris" userId="059c8d56-922c-405a-82ae-7db209cf59e4" providerId="ADAL" clId="{0C697987-EDA0-499D-A969-C5577CB9B86C}" dt="2021-09-01T20:31:28.054" v="263"/>
        <pc:sldMkLst>
          <pc:docMk/>
          <pc:sldMk cId="4097143054" sldId="501"/>
        </pc:sldMkLst>
        <pc:spChg chg="mod">
          <ac:chgData name="Harvey, Chris" userId="059c8d56-922c-405a-82ae-7db209cf59e4" providerId="ADAL" clId="{0C697987-EDA0-499D-A969-C5577CB9B86C}" dt="2021-09-01T20:29:42.730" v="255"/>
          <ac:spMkLst>
            <pc:docMk/>
            <pc:sldMk cId="4097143054" sldId="501"/>
            <ac:spMk id="6" creationId="{37A1CDEB-7C11-4982-A521-1B27B60E1244}"/>
          </ac:spMkLst>
        </pc:spChg>
        <pc:spChg chg="mod">
          <ac:chgData name="Harvey, Chris" userId="059c8d56-922c-405a-82ae-7db209cf59e4" providerId="ADAL" clId="{0C697987-EDA0-499D-A969-C5577CB9B86C}" dt="2021-09-01T20:29:51.590" v="256"/>
          <ac:spMkLst>
            <pc:docMk/>
            <pc:sldMk cId="4097143054" sldId="501"/>
            <ac:spMk id="7" creationId="{99BB57F1-1E6C-46EC-9F75-96B5CE1FEB8E}"/>
          </ac:spMkLst>
        </pc:spChg>
        <pc:spChg chg="mod">
          <ac:chgData name="Harvey, Chris" userId="059c8d56-922c-405a-82ae-7db209cf59e4" providerId="ADAL" clId="{0C697987-EDA0-499D-A969-C5577CB9B86C}" dt="2021-09-01T20:30:02.218" v="257"/>
          <ac:spMkLst>
            <pc:docMk/>
            <pc:sldMk cId="4097143054" sldId="501"/>
            <ac:spMk id="8" creationId="{6C42EDAC-AC1E-43A1-9B74-DB4BACD5D233}"/>
          </ac:spMkLst>
        </pc:spChg>
        <pc:spChg chg="del">
          <ac:chgData name="Harvey, Chris" userId="059c8d56-922c-405a-82ae-7db209cf59e4" providerId="ADAL" clId="{0C697987-EDA0-499D-A969-C5577CB9B86C}" dt="2021-09-01T20:30:04.058" v="258" actId="478"/>
          <ac:spMkLst>
            <pc:docMk/>
            <pc:sldMk cId="4097143054" sldId="501"/>
            <ac:spMk id="9" creationId="{CCDFCAF5-87DA-46A9-B2B8-DB3C6294CE64}"/>
          </ac:spMkLst>
        </pc:spChg>
      </pc:sldChg>
      <pc:sldChg chg="modSp add">
        <pc:chgData name="Harvey, Chris" userId="059c8d56-922c-405a-82ae-7db209cf59e4" providerId="ADAL" clId="{0C697987-EDA0-499D-A969-C5577CB9B86C}" dt="2021-09-01T23:27:42.226" v="426" actId="20577"/>
        <pc:sldMkLst>
          <pc:docMk/>
          <pc:sldMk cId="618118979" sldId="502"/>
        </pc:sldMkLst>
        <pc:spChg chg="mod">
          <ac:chgData name="Harvey, Chris" userId="059c8d56-922c-405a-82ae-7db209cf59e4" providerId="ADAL" clId="{0C697987-EDA0-499D-A969-C5577CB9B86C}" dt="2021-09-01T23:27:42.226" v="426" actId="20577"/>
          <ac:spMkLst>
            <pc:docMk/>
            <pc:sldMk cId="618118979" sldId="502"/>
            <ac:spMk id="3" creationId="{7070F4EA-375E-46FC-90D6-6ABE896B8CA4}"/>
          </ac:spMkLst>
        </pc:spChg>
        <pc:spChg chg="mod">
          <ac:chgData name="Harvey, Chris" userId="059c8d56-922c-405a-82ae-7db209cf59e4" providerId="ADAL" clId="{0C697987-EDA0-499D-A969-C5577CB9B86C}" dt="2021-09-01T23:23:17.251" v="311" actId="20577"/>
          <ac:spMkLst>
            <pc:docMk/>
            <pc:sldMk cId="618118979" sldId="502"/>
            <ac:spMk id="4" creationId="{02F4C651-2FD8-410D-A0CA-7AFAF789A494}"/>
          </ac:spMkLst>
        </pc:spChg>
      </pc:sldChg>
      <pc:sldChg chg="modSp add modNotesTx">
        <pc:chgData name="Harvey, Chris" userId="059c8d56-922c-405a-82ae-7db209cf59e4" providerId="ADAL" clId="{0C697987-EDA0-499D-A969-C5577CB9B86C}" dt="2021-09-01T23:37:39.237" v="480" actId="6549"/>
        <pc:sldMkLst>
          <pc:docMk/>
          <pc:sldMk cId="412098257" sldId="503"/>
        </pc:sldMkLst>
        <pc:spChg chg="mod">
          <ac:chgData name="Harvey, Chris" userId="059c8d56-922c-405a-82ae-7db209cf59e4" providerId="ADAL" clId="{0C697987-EDA0-499D-A969-C5577CB9B86C}" dt="2021-09-01T23:28:12.546" v="462" actId="20577"/>
          <ac:spMkLst>
            <pc:docMk/>
            <pc:sldMk cId="412098257" sldId="503"/>
            <ac:spMk id="3" creationId="{7070F4EA-375E-46FC-90D6-6ABE896B8CA4}"/>
          </ac:spMkLst>
        </pc:spChg>
      </pc:sldChg>
    </pc:docChg>
  </pc:docChgLst>
  <pc:docChgLst>
    <pc:chgData name="Harvey, Chris" userId="059c8d56-922c-405a-82ae-7db209cf59e4" providerId="ADAL" clId="{81EEE0E6-408B-411D-8FA5-D8E9833CE517}"/>
    <pc:docChg chg="undo custSel modSld">
      <pc:chgData name="Harvey, Chris" userId="059c8d56-922c-405a-82ae-7db209cf59e4" providerId="ADAL" clId="{81EEE0E6-408B-411D-8FA5-D8E9833CE517}" dt="2022-06-27T10:48:33.355" v="10" actId="27614"/>
      <pc:docMkLst>
        <pc:docMk/>
      </pc:docMkLst>
      <pc:sldChg chg="modNotesTx">
        <pc:chgData name="Harvey, Chris" userId="059c8d56-922c-405a-82ae-7db209cf59e4" providerId="ADAL" clId="{81EEE0E6-408B-411D-8FA5-D8E9833CE517}" dt="2022-06-27T10:40:12.330" v="5" actId="20577"/>
        <pc:sldMkLst>
          <pc:docMk/>
          <pc:sldMk cId="1167730692" sldId="486"/>
        </pc:sldMkLst>
      </pc:sldChg>
      <pc:sldChg chg="addSp delSp modSp mod modClrScheme chgLayout">
        <pc:chgData name="Harvey, Chris" userId="059c8d56-922c-405a-82ae-7db209cf59e4" providerId="ADAL" clId="{81EEE0E6-408B-411D-8FA5-D8E9833CE517}" dt="2022-06-27T10:48:33.355" v="10" actId="27614"/>
        <pc:sldMkLst>
          <pc:docMk/>
          <pc:sldMk cId="3022963073" sldId="517"/>
        </pc:sldMkLst>
        <pc:spChg chg="mod ord">
          <ac:chgData name="Harvey, Chris" userId="059c8d56-922c-405a-82ae-7db209cf59e4" providerId="ADAL" clId="{81EEE0E6-408B-411D-8FA5-D8E9833CE517}" dt="2022-06-27T10:48:18.342" v="6" actId="26606"/>
          <ac:spMkLst>
            <pc:docMk/>
            <pc:sldMk cId="3022963073" sldId="517"/>
            <ac:spMk id="2" creationId="{55E9CA52-A032-403C-AF88-AC38DB2CCBC5}"/>
          </ac:spMkLst>
        </pc:spChg>
        <pc:spChg chg="mod ord">
          <ac:chgData name="Harvey, Chris" userId="059c8d56-922c-405a-82ae-7db209cf59e4" providerId="ADAL" clId="{81EEE0E6-408B-411D-8FA5-D8E9833CE517}" dt="2022-06-27T10:48:18.342" v="6" actId="26606"/>
          <ac:spMkLst>
            <pc:docMk/>
            <pc:sldMk cId="3022963073" sldId="517"/>
            <ac:spMk id="3" creationId="{8391417D-650A-4309-AD23-B2A513FCD849}"/>
          </ac:spMkLst>
        </pc:spChg>
        <pc:spChg chg="mod">
          <ac:chgData name="Harvey, Chris" userId="059c8d56-922c-405a-82ae-7db209cf59e4" providerId="ADAL" clId="{81EEE0E6-408B-411D-8FA5-D8E9833CE517}" dt="2022-06-27T10:48:18.342" v="6" actId="26606"/>
          <ac:spMkLst>
            <pc:docMk/>
            <pc:sldMk cId="3022963073" sldId="517"/>
            <ac:spMk id="4" creationId="{606B7A72-CA53-40EF-8A8D-B07925F83BA4}"/>
          </ac:spMkLst>
        </pc:spChg>
        <pc:spChg chg="add del">
          <ac:chgData name="Harvey, Chris" userId="059c8d56-922c-405a-82ae-7db209cf59e4" providerId="ADAL" clId="{81EEE0E6-408B-411D-8FA5-D8E9833CE517}" dt="2022-06-27T10:48:24.387" v="8" actId="22"/>
          <ac:spMkLst>
            <pc:docMk/>
            <pc:sldMk cId="3022963073" sldId="517"/>
            <ac:spMk id="7" creationId="{BC20D541-6AAB-499E-9865-FA0F6B4268C5}"/>
          </ac:spMkLst>
        </pc:spChg>
        <pc:spChg chg="add del mod">
          <ac:chgData name="Harvey, Chris" userId="059c8d56-922c-405a-82ae-7db209cf59e4" providerId="ADAL" clId="{81EEE0E6-408B-411D-8FA5-D8E9833CE517}" dt="2022-06-27T10:48:30.346" v="9" actId="931"/>
          <ac:spMkLst>
            <pc:docMk/>
            <pc:sldMk cId="3022963073" sldId="517"/>
            <ac:spMk id="9" creationId="{4E00DEB9-26BC-FC6C-0FFE-A8051C628785}"/>
          </ac:spMkLst>
        </pc:spChg>
        <pc:picChg chg="add mod">
          <ac:chgData name="Harvey, Chris" userId="059c8d56-922c-405a-82ae-7db209cf59e4" providerId="ADAL" clId="{81EEE0E6-408B-411D-8FA5-D8E9833CE517}" dt="2022-06-27T10:48:33.355" v="10" actId="27614"/>
          <ac:picMkLst>
            <pc:docMk/>
            <pc:sldMk cId="3022963073" sldId="517"/>
            <ac:picMk id="8" creationId="{0F465FD4-6B08-4FFE-AD3E-6470D0BFF328}"/>
          </ac:picMkLst>
        </pc:picChg>
      </pc:sldChg>
    </pc:docChg>
  </pc:docChgLst>
  <pc:docChgLst>
    <pc:chgData name="Harvey, Chris" userId="059c8d56-922c-405a-82ae-7db209cf59e4" providerId="ADAL" clId="{8079D432-316E-47F6-8E66-FE16EDC5C399}"/>
    <pc:docChg chg="addSld delSld modSld modSection">
      <pc:chgData name="Harvey, Chris" userId="059c8d56-922c-405a-82ae-7db209cf59e4" providerId="ADAL" clId="{8079D432-316E-47F6-8E66-FE16EDC5C399}" dt="2022-06-10T16:18:54.491" v="5"/>
      <pc:docMkLst>
        <pc:docMk/>
      </pc:docMkLst>
      <pc:sldChg chg="modSp mod">
        <pc:chgData name="Harvey, Chris" userId="059c8d56-922c-405a-82ae-7db209cf59e4" providerId="ADAL" clId="{8079D432-316E-47F6-8E66-FE16EDC5C399}" dt="2022-06-10T16:18:54.491" v="5"/>
        <pc:sldMkLst>
          <pc:docMk/>
          <pc:sldMk cId="109481567" sldId="469"/>
        </pc:sldMkLst>
        <pc:spChg chg="mod">
          <ac:chgData name="Harvey, Chris" userId="059c8d56-922c-405a-82ae-7db209cf59e4" providerId="ADAL" clId="{8079D432-316E-47F6-8E66-FE16EDC5C399}" dt="2022-06-10T16:18:54.491" v="5"/>
          <ac:spMkLst>
            <pc:docMk/>
            <pc:sldMk cId="109481567" sldId="469"/>
            <ac:spMk id="2" creationId="{00000000-0000-0000-0000-000000000000}"/>
          </ac:spMkLst>
        </pc:spChg>
      </pc:sldChg>
      <pc:sldChg chg="del">
        <pc:chgData name="Harvey, Chris" userId="059c8d56-922c-405a-82ae-7db209cf59e4" providerId="ADAL" clId="{8079D432-316E-47F6-8E66-FE16EDC5C399}" dt="2022-06-10T07:10:25.862" v="0" actId="47"/>
        <pc:sldMkLst>
          <pc:docMk/>
          <pc:sldMk cId="1841470069" sldId="495"/>
        </pc:sldMkLst>
      </pc:sldChg>
      <pc:sldChg chg="add modAnim">
        <pc:chgData name="Harvey, Chris" userId="059c8d56-922c-405a-82ae-7db209cf59e4" providerId="ADAL" clId="{8079D432-316E-47F6-8E66-FE16EDC5C399}" dt="2022-06-10T16:02:43.710" v="4"/>
        <pc:sldMkLst>
          <pc:docMk/>
          <pc:sldMk cId="1967236597" sldId="518"/>
        </pc:sldMkLst>
      </pc:sldChg>
    </pc:docChg>
  </pc:docChgLst>
  <pc:docChgLst>
    <pc:chgData name="Harvey, Chris" userId="059c8d56-922c-405a-82ae-7db209cf59e4" providerId="ADAL" clId="{DE335226-06C9-46F6-B7D0-753FEFB4D9B9}"/>
    <pc:docChg chg="undo custSel addSld delSld modSld sldOrd modSection modNotesMaster modHandout">
      <pc:chgData name="Harvey, Chris" userId="059c8d56-922c-405a-82ae-7db209cf59e4" providerId="ADAL" clId="{DE335226-06C9-46F6-B7D0-753FEFB4D9B9}" dt="2021-12-03T15:04:33.017" v="1584" actId="47"/>
      <pc:docMkLst>
        <pc:docMk/>
      </pc:docMkLst>
      <pc:sldChg chg="del">
        <pc:chgData name="Harvey, Chris" userId="059c8d56-922c-405a-82ae-7db209cf59e4" providerId="ADAL" clId="{DE335226-06C9-46F6-B7D0-753FEFB4D9B9}" dt="2021-12-03T14:50:27.881" v="1450" actId="47"/>
        <pc:sldMkLst>
          <pc:docMk/>
          <pc:sldMk cId="0" sldId="256"/>
        </pc:sldMkLst>
      </pc:sldChg>
      <pc:sldChg chg="del">
        <pc:chgData name="Harvey, Chris" userId="059c8d56-922c-405a-82ae-7db209cf59e4" providerId="ADAL" clId="{DE335226-06C9-46F6-B7D0-753FEFB4D9B9}" dt="2021-12-03T13:55:12.606" v="1414" actId="47"/>
        <pc:sldMkLst>
          <pc:docMk/>
          <pc:sldMk cId="2926075387" sldId="264"/>
        </pc:sldMkLst>
      </pc:sldChg>
      <pc:sldChg chg="addSp delSp modSp mod modShow modNotesTx">
        <pc:chgData name="Harvey, Chris" userId="059c8d56-922c-405a-82ae-7db209cf59e4" providerId="ADAL" clId="{DE335226-06C9-46F6-B7D0-753FEFB4D9B9}" dt="2021-12-02T18:41:10.699" v="873" actId="20577"/>
        <pc:sldMkLst>
          <pc:docMk/>
          <pc:sldMk cId="1872942955" sldId="268"/>
        </pc:sldMkLst>
        <pc:spChg chg="add del mod">
          <ac:chgData name="Harvey, Chris" userId="059c8d56-922c-405a-82ae-7db209cf59e4" providerId="ADAL" clId="{DE335226-06C9-46F6-B7D0-753FEFB4D9B9}" dt="2021-12-02T18:37:37.925" v="852" actId="478"/>
          <ac:spMkLst>
            <pc:docMk/>
            <pc:sldMk cId="1872942955" sldId="268"/>
            <ac:spMk id="4" creationId="{7276501D-2E84-48BF-A507-D930E8B353B2}"/>
          </ac:spMkLst>
        </pc:spChg>
        <pc:spChg chg="mod">
          <ac:chgData name="Harvey, Chris" userId="059c8d56-922c-405a-82ae-7db209cf59e4" providerId="ADAL" clId="{DE335226-06C9-46F6-B7D0-753FEFB4D9B9}" dt="2021-12-02T18:41:10.699" v="873" actId="20577"/>
          <ac:spMkLst>
            <pc:docMk/>
            <pc:sldMk cId="1872942955" sldId="268"/>
            <ac:spMk id="5" creationId="{0E63E534-50F2-4BCB-BA1B-608169F12DA4}"/>
          </ac:spMkLst>
        </pc:spChg>
      </pc:sldChg>
      <pc:sldChg chg="del">
        <pc:chgData name="Harvey, Chris" userId="059c8d56-922c-405a-82ae-7db209cf59e4" providerId="ADAL" clId="{DE335226-06C9-46F6-B7D0-753FEFB4D9B9}" dt="2021-12-03T13:55:07.005" v="1413" actId="47"/>
        <pc:sldMkLst>
          <pc:docMk/>
          <pc:sldMk cId="390769020" sldId="273"/>
        </pc:sldMkLst>
      </pc:sldChg>
      <pc:sldChg chg="del modNotes">
        <pc:chgData name="Harvey, Chris" userId="059c8d56-922c-405a-82ae-7db209cf59e4" providerId="ADAL" clId="{DE335226-06C9-46F6-B7D0-753FEFB4D9B9}" dt="2021-12-03T15:00:41.851" v="1560" actId="47"/>
        <pc:sldMkLst>
          <pc:docMk/>
          <pc:sldMk cId="1117966154" sldId="291"/>
        </pc:sldMkLst>
      </pc:sldChg>
      <pc:sldChg chg="del">
        <pc:chgData name="Harvey, Chris" userId="059c8d56-922c-405a-82ae-7db209cf59e4" providerId="ADAL" clId="{DE335226-06C9-46F6-B7D0-753FEFB4D9B9}" dt="2021-12-03T12:29:41.895" v="940" actId="47"/>
        <pc:sldMkLst>
          <pc:docMk/>
          <pc:sldMk cId="1446242010" sldId="300"/>
        </pc:sldMkLst>
      </pc:sldChg>
      <pc:sldChg chg="mod modShow">
        <pc:chgData name="Harvey, Chris" userId="059c8d56-922c-405a-82ae-7db209cf59e4" providerId="ADAL" clId="{DE335226-06C9-46F6-B7D0-753FEFB4D9B9}" dt="2021-12-03T12:30:39.967" v="941" actId="729"/>
        <pc:sldMkLst>
          <pc:docMk/>
          <pc:sldMk cId="2819768479" sldId="301"/>
        </pc:sldMkLst>
      </pc:sldChg>
      <pc:sldChg chg="del modNotes">
        <pc:chgData name="Harvey, Chris" userId="059c8d56-922c-405a-82ae-7db209cf59e4" providerId="ADAL" clId="{DE335226-06C9-46F6-B7D0-753FEFB4D9B9}" dt="2021-12-03T14:50:56.420" v="1452" actId="47"/>
        <pc:sldMkLst>
          <pc:docMk/>
          <pc:sldMk cId="2503637262" sldId="302"/>
        </pc:sldMkLst>
      </pc:sldChg>
      <pc:sldChg chg="del mod modShow modNotes">
        <pc:chgData name="Harvey, Chris" userId="059c8d56-922c-405a-82ae-7db209cf59e4" providerId="ADAL" clId="{DE335226-06C9-46F6-B7D0-753FEFB4D9B9}" dt="2021-12-03T14:51:58.793" v="1468" actId="47"/>
        <pc:sldMkLst>
          <pc:docMk/>
          <pc:sldMk cId="4078853604" sldId="303"/>
        </pc:sldMkLst>
      </pc:sldChg>
      <pc:sldChg chg="mod modShow">
        <pc:chgData name="Harvey, Chris" userId="059c8d56-922c-405a-82ae-7db209cf59e4" providerId="ADAL" clId="{DE335226-06C9-46F6-B7D0-753FEFB4D9B9}" dt="2021-12-03T13:53:26.594" v="1412" actId="729"/>
        <pc:sldMkLst>
          <pc:docMk/>
          <pc:sldMk cId="3643297903" sldId="304"/>
        </pc:sldMkLst>
      </pc:sldChg>
      <pc:sldChg chg="mod modShow">
        <pc:chgData name="Harvey, Chris" userId="059c8d56-922c-405a-82ae-7db209cf59e4" providerId="ADAL" clId="{DE335226-06C9-46F6-B7D0-753FEFB4D9B9}" dt="2021-12-02T18:16:39.862" v="1" actId="729"/>
        <pc:sldMkLst>
          <pc:docMk/>
          <pc:sldMk cId="1069836555" sldId="307"/>
        </pc:sldMkLst>
      </pc:sldChg>
      <pc:sldChg chg="del">
        <pc:chgData name="Harvey, Chris" userId="059c8d56-922c-405a-82ae-7db209cf59e4" providerId="ADAL" clId="{DE335226-06C9-46F6-B7D0-753FEFB4D9B9}" dt="2021-12-03T10:37:09.926" v="877" actId="47"/>
        <pc:sldMkLst>
          <pc:docMk/>
          <pc:sldMk cId="3703682123" sldId="315"/>
        </pc:sldMkLst>
      </pc:sldChg>
      <pc:sldChg chg="add del">
        <pc:chgData name="Harvey, Chris" userId="059c8d56-922c-405a-82ae-7db209cf59e4" providerId="ADAL" clId="{DE335226-06C9-46F6-B7D0-753FEFB4D9B9}" dt="2021-12-03T12:31:13.600" v="950" actId="47"/>
        <pc:sldMkLst>
          <pc:docMk/>
          <pc:sldMk cId="1125890381" sldId="403"/>
        </pc:sldMkLst>
      </pc:sldChg>
      <pc:sldChg chg="del modNotes">
        <pc:chgData name="Harvey, Chris" userId="059c8d56-922c-405a-82ae-7db209cf59e4" providerId="ADAL" clId="{DE335226-06C9-46F6-B7D0-753FEFB4D9B9}" dt="2021-12-03T14:52:27.881" v="1470" actId="47"/>
        <pc:sldMkLst>
          <pc:docMk/>
          <pc:sldMk cId="982372452" sldId="470"/>
        </pc:sldMkLst>
      </pc:sldChg>
      <pc:sldChg chg="del modNotes">
        <pc:chgData name="Harvey, Chris" userId="059c8d56-922c-405a-82ae-7db209cf59e4" providerId="ADAL" clId="{DE335226-06C9-46F6-B7D0-753FEFB4D9B9}" dt="2021-12-03T14:53:25.690" v="1505" actId="47"/>
        <pc:sldMkLst>
          <pc:docMk/>
          <pc:sldMk cId="3522963387" sldId="471"/>
        </pc:sldMkLst>
      </pc:sldChg>
      <pc:sldChg chg="modSp del mod">
        <pc:chgData name="Harvey, Chris" userId="059c8d56-922c-405a-82ae-7db209cf59e4" providerId="ADAL" clId="{DE335226-06C9-46F6-B7D0-753FEFB4D9B9}" dt="2021-12-03T13:55:07.005" v="1413" actId="47"/>
        <pc:sldMkLst>
          <pc:docMk/>
          <pc:sldMk cId="3451601124" sldId="472"/>
        </pc:sldMkLst>
        <pc:spChg chg="mod">
          <ac:chgData name="Harvey, Chris" userId="059c8d56-922c-405a-82ae-7db209cf59e4" providerId="ADAL" clId="{DE335226-06C9-46F6-B7D0-753FEFB4D9B9}" dt="2021-12-02T18:38:54.361" v="867" actId="20577"/>
          <ac:spMkLst>
            <pc:docMk/>
            <pc:sldMk cId="3451601124" sldId="472"/>
            <ac:spMk id="5" creationId="{47F9A960-7FDD-48A5-AEB7-75D0619D54A6}"/>
          </ac:spMkLst>
        </pc:spChg>
      </pc:sldChg>
      <pc:sldChg chg="del">
        <pc:chgData name="Harvey, Chris" userId="059c8d56-922c-405a-82ae-7db209cf59e4" providerId="ADAL" clId="{DE335226-06C9-46F6-B7D0-753FEFB4D9B9}" dt="2021-12-03T13:55:07.005" v="1413" actId="47"/>
        <pc:sldMkLst>
          <pc:docMk/>
          <pc:sldMk cId="2200711013" sldId="473"/>
        </pc:sldMkLst>
      </pc:sldChg>
      <pc:sldChg chg="del">
        <pc:chgData name="Harvey, Chris" userId="059c8d56-922c-405a-82ae-7db209cf59e4" providerId="ADAL" clId="{DE335226-06C9-46F6-B7D0-753FEFB4D9B9}" dt="2021-12-03T13:55:07.005" v="1413" actId="47"/>
        <pc:sldMkLst>
          <pc:docMk/>
          <pc:sldMk cId="935823658" sldId="474"/>
        </pc:sldMkLst>
      </pc:sldChg>
      <pc:sldChg chg="del">
        <pc:chgData name="Harvey, Chris" userId="059c8d56-922c-405a-82ae-7db209cf59e4" providerId="ADAL" clId="{DE335226-06C9-46F6-B7D0-753FEFB4D9B9}" dt="2021-12-03T13:55:07.005" v="1413" actId="47"/>
        <pc:sldMkLst>
          <pc:docMk/>
          <pc:sldMk cId="884173200" sldId="475"/>
        </pc:sldMkLst>
      </pc:sldChg>
      <pc:sldChg chg="modSp mod">
        <pc:chgData name="Harvey, Chris" userId="059c8d56-922c-405a-82ae-7db209cf59e4" providerId="ADAL" clId="{DE335226-06C9-46F6-B7D0-753FEFB4D9B9}" dt="2021-12-02T18:40:33.678" v="872" actId="6549"/>
        <pc:sldMkLst>
          <pc:docMk/>
          <pc:sldMk cId="1311643842" sldId="476"/>
        </pc:sldMkLst>
        <pc:spChg chg="mod">
          <ac:chgData name="Harvey, Chris" userId="059c8d56-922c-405a-82ae-7db209cf59e4" providerId="ADAL" clId="{DE335226-06C9-46F6-B7D0-753FEFB4D9B9}" dt="2021-12-02T18:40:33.678" v="872" actId="6549"/>
          <ac:spMkLst>
            <pc:docMk/>
            <pc:sldMk cId="1311643842" sldId="476"/>
            <ac:spMk id="6" creationId="{0C51A981-097A-4D46-8904-5B2F6D5B2175}"/>
          </ac:spMkLst>
        </pc:spChg>
      </pc:sldChg>
      <pc:sldChg chg="del modNotes">
        <pc:chgData name="Harvey, Chris" userId="059c8d56-922c-405a-82ae-7db209cf59e4" providerId="ADAL" clId="{DE335226-06C9-46F6-B7D0-753FEFB4D9B9}" dt="2021-12-03T14:53:38.620" v="1506" actId="47"/>
        <pc:sldMkLst>
          <pc:docMk/>
          <pc:sldMk cId="3639239017" sldId="477"/>
        </pc:sldMkLst>
      </pc:sldChg>
      <pc:sldChg chg="del modNotes">
        <pc:chgData name="Harvey, Chris" userId="059c8d56-922c-405a-82ae-7db209cf59e4" providerId="ADAL" clId="{DE335226-06C9-46F6-B7D0-753FEFB4D9B9}" dt="2021-12-03T14:55:16.742" v="1536" actId="47"/>
        <pc:sldMkLst>
          <pc:docMk/>
          <pc:sldMk cId="640008" sldId="478"/>
        </pc:sldMkLst>
      </pc:sldChg>
      <pc:sldChg chg="mod modShow">
        <pc:chgData name="Harvey, Chris" userId="059c8d56-922c-405a-82ae-7db209cf59e4" providerId="ADAL" clId="{DE335226-06C9-46F6-B7D0-753FEFB4D9B9}" dt="2021-12-03T13:55:23.587" v="1415" actId="729"/>
        <pc:sldMkLst>
          <pc:docMk/>
          <pc:sldMk cId="3056475747" sldId="480"/>
        </pc:sldMkLst>
      </pc:sldChg>
      <pc:sldChg chg="del modNotes">
        <pc:chgData name="Harvey, Chris" userId="059c8d56-922c-405a-82ae-7db209cf59e4" providerId="ADAL" clId="{DE335226-06C9-46F6-B7D0-753FEFB4D9B9}" dt="2021-12-03T14:56:09.999" v="1538" actId="47"/>
        <pc:sldMkLst>
          <pc:docMk/>
          <pc:sldMk cId="2175054481" sldId="481"/>
        </pc:sldMkLst>
      </pc:sldChg>
      <pc:sldChg chg="del modNotes">
        <pc:chgData name="Harvey, Chris" userId="059c8d56-922c-405a-82ae-7db209cf59e4" providerId="ADAL" clId="{DE335226-06C9-46F6-B7D0-753FEFB4D9B9}" dt="2021-12-03T14:58:42.364" v="1555" actId="47"/>
        <pc:sldMkLst>
          <pc:docMk/>
          <pc:sldMk cId="3309623678" sldId="482"/>
        </pc:sldMkLst>
      </pc:sldChg>
      <pc:sldChg chg="addSp delSp modSp del mod chgLayout modNotes">
        <pc:chgData name="Harvey, Chris" userId="059c8d56-922c-405a-82ae-7db209cf59e4" providerId="ADAL" clId="{DE335226-06C9-46F6-B7D0-753FEFB4D9B9}" dt="2021-12-03T15:02:35.533" v="1571" actId="47"/>
        <pc:sldMkLst>
          <pc:docMk/>
          <pc:sldMk cId="3165981055" sldId="483"/>
        </pc:sldMkLst>
        <pc:spChg chg="add del mod">
          <ac:chgData name="Harvey, Chris" userId="059c8d56-922c-405a-82ae-7db209cf59e4" providerId="ADAL" clId="{DE335226-06C9-46F6-B7D0-753FEFB4D9B9}" dt="2021-12-03T15:02:11.499" v="1566" actId="6264"/>
          <ac:spMkLst>
            <pc:docMk/>
            <pc:sldMk cId="3165981055" sldId="483"/>
            <ac:spMk id="2" creationId="{4EAF3FBC-FD93-4BBE-8773-61BE33983D9A}"/>
          </ac:spMkLst>
        </pc:spChg>
        <pc:spChg chg="add del mod ord">
          <ac:chgData name="Harvey, Chris" userId="059c8d56-922c-405a-82ae-7db209cf59e4" providerId="ADAL" clId="{DE335226-06C9-46F6-B7D0-753FEFB4D9B9}" dt="2021-12-03T15:02:11.499" v="1566" actId="6264"/>
          <ac:spMkLst>
            <pc:docMk/>
            <pc:sldMk cId="3165981055" sldId="483"/>
            <ac:spMk id="4" creationId="{2F0A4FA2-C866-49E9-A496-B4E027BA8C28}"/>
          </ac:spMkLst>
        </pc:spChg>
        <pc:spChg chg="mod ord">
          <ac:chgData name="Harvey, Chris" userId="059c8d56-922c-405a-82ae-7db209cf59e4" providerId="ADAL" clId="{DE335226-06C9-46F6-B7D0-753FEFB4D9B9}" dt="2021-12-03T15:02:11.499" v="1566" actId="6264"/>
          <ac:spMkLst>
            <pc:docMk/>
            <pc:sldMk cId="3165981055" sldId="483"/>
            <ac:spMk id="7171" creationId="{00000000-0000-0000-0000-000000000000}"/>
          </ac:spMkLst>
        </pc:spChg>
      </pc:sldChg>
      <pc:sldChg chg="del modNotes">
        <pc:chgData name="Harvey, Chris" userId="059c8d56-922c-405a-82ae-7db209cf59e4" providerId="ADAL" clId="{DE335226-06C9-46F6-B7D0-753FEFB4D9B9}" dt="2021-12-03T15:03:57.524" v="1578" actId="47"/>
        <pc:sldMkLst>
          <pc:docMk/>
          <pc:sldMk cId="1643273097" sldId="484"/>
        </pc:sldMkLst>
      </pc:sldChg>
      <pc:sldChg chg="del modNotes modNotesTx">
        <pc:chgData name="Harvey, Chris" userId="059c8d56-922c-405a-82ae-7db209cf59e4" providerId="ADAL" clId="{DE335226-06C9-46F6-B7D0-753FEFB4D9B9}" dt="2021-12-03T15:04:33.017" v="1584" actId="47"/>
        <pc:sldMkLst>
          <pc:docMk/>
          <pc:sldMk cId="3716748448" sldId="485"/>
        </pc:sldMkLst>
      </pc:sldChg>
      <pc:sldChg chg="modSp mod">
        <pc:chgData name="Harvey, Chris" userId="059c8d56-922c-405a-82ae-7db209cf59e4" providerId="ADAL" clId="{DE335226-06C9-46F6-B7D0-753FEFB4D9B9}" dt="2021-12-03T12:20:13.599" v="900" actId="20577"/>
        <pc:sldMkLst>
          <pc:docMk/>
          <pc:sldMk cId="1167730692" sldId="486"/>
        </pc:sldMkLst>
        <pc:spChg chg="mod">
          <ac:chgData name="Harvey, Chris" userId="059c8d56-922c-405a-82ae-7db209cf59e4" providerId="ADAL" clId="{DE335226-06C9-46F6-B7D0-753FEFB4D9B9}" dt="2021-12-03T12:20:13.599" v="900" actId="20577"/>
          <ac:spMkLst>
            <pc:docMk/>
            <pc:sldMk cId="1167730692" sldId="486"/>
            <ac:spMk id="3" creationId="{00000000-0000-0000-0000-000000000000}"/>
          </ac:spMkLst>
        </pc:spChg>
      </pc:sldChg>
      <pc:sldChg chg="modSp mod modShow modNotesTx">
        <pc:chgData name="Harvey, Chris" userId="059c8d56-922c-405a-82ae-7db209cf59e4" providerId="ADAL" clId="{DE335226-06C9-46F6-B7D0-753FEFB4D9B9}" dt="2021-12-03T12:27:20.467" v="939" actId="729"/>
        <pc:sldMkLst>
          <pc:docMk/>
          <pc:sldMk cId="847493752" sldId="487"/>
        </pc:sldMkLst>
        <pc:spChg chg="mod">
          <ac:chgData name="Harvey, Chris" userId="059c8d56-922c-405a-82ae-7db209cf59e4" providerId="ADAL" clId="{DE335226-06C9-46F6-B7D0-753FEFB4D9B9}" dt="2021-12-03T12:26:35.855" v="926" actId="20577"/>
          <ac:spMkLst>
            <pc:docMk/>
            <pc:sldMk cId="847493752" sldId="487"/>
            <ac:spMk id="6" creationId="{D8D35440-5132-4661-8FD4-C82E0F05ADAA}"/>
          </ac:spMkLst>
        </pc:spChg>
      </pc:sldChg>
      <pc:sldChg chg="modSp mod modShow modNotesTx">
        <pc:chgData name="Harvey, Chris" userId="059c8d56-922c-405a-82ae-7db209cf59e4" providerId="ADAL" clId="{DE335226-06C9-46F6-B7D0-753FEFB4D9B9}" dt="2021-12-03T12:27:20.467" v="939" actId="729"/>
        <pc:sldMkLst>
          <pc:docMk/>
          <pc:sldMk cId="3911018629" sldId="488"/>
        </pc:sldMkLst>
        <pc:spChg chg="mod">
          <ac:chgData name="Harvey, Chris" userId="059c8d56-922c-405a-82ae-7db209cf59e4" providerId="ADAL" clId="{DE335226-06C9-46F6-B7D0-753FEFB4D9B9}" dt="2021-12-03T12:27:06.119" v="935" actId="5793"/>
          <ac:spMkLst>
            <pc:docMk/>
            <pc:sldMk cId="3911018629" sldId="488"/>
            <ac:spMk id="6" creationId="{1D369675-90B2-4BB1-86BF-FD342ABDD91B}"/>
          </ac:spMkLst>
        </pc:spChg>
      </pc:sldChg>
      <pc:sldChg chg="add del">
        <pc:chgData name="Harvey, Chris" userId="059c8d56-922c-405a-82ae-7db209cf59e4" providerId="ADAL" clId="{DE335226-06C9-46F6-B7D0-753FEFB4D9B9}" dt="2021-12-03T12:34:29.715" v="1408" actId="47"/>
        <pc:sldMkLst>
          <pc:docMk/>
          <pc:sldMk cId="1267044399" sldId="491"/>
        </pc:sldMkLst>
      </pc:sldChg>
      <pc:sldChg chg="add del">
        <pc:chgData name="Harvey, Chris" userId="059c8d56-922c-405a-82ae-7db209cf59e4" providerId="ADAL" clId="{DE335226-06C9-46F6-B7D0-753FEFB4D9B9}" dt="2021-12-03T12:34:30.103" v="1409" actId="47"/>
        <pc:sldMkLst>
          <pc:docMk/>
          <pc:sldMk cId="214150576" sldId="492"/>
        </pc:sldMkLst>
      </pc:sldChg>
      <pc:sldChg chg="del">
        <pc:chgData name="Harvey, Chris" userId="059c8d56-922c-405a-82ae-7db209cf59e4" providerId="ADAL" clId="{DE335226-06C9-46F6-B7D0-753FEFB4D9B9}" dt="2021-12-03T12:31:13.974" v="951" actId="47"/>
        <pc:sldMkLst>
          <pc:docMk/>
          <pc:sldMk cId="3975638235" sldId="493"/>
        </pc:sldMkLst>
      </pc:sldChg>
      <pc:sldChg chg="ord">
        <pc:chgData name="Harvey, Chris" userId="059c8d56-922c-405a-82ae-7db209cf59e4" providerId="ADAL" clId="{DE335226-06C9-46F6-B7D0-753FEFB4D9B9}" dt="2021-12-03T12:31:01.002" v="949"/>
        <pc:sldMkLst>
          <pc:docMk/>
          <pc:sldMk cId="1841470069" sldId="495"/>
        </pc:sldMkLst>
      </pc:sldChg>
      <pc:sldChg chg="add modNotesTx">
        <pc:chgData name="Harvey, Chris" userId="059c8d56-922c-405a-82ae-7db209cf59e4" providerId="ADAL" clId="{DE335226-06C9-46F6-B7D0-753FEFB4D9B9}" dt="2021-12-03T12:34:23.396" v="1407" actId="20577"/>
        <pc:sldMkLst>
          <pc:docMk/>
          <pc:sldMk cId="3956943127" sldId="496"/>
        </pc:sldMkLst>
      </pc:sldChg>
      <pc:sldChg chg="del">
        <pc:chgData name="Harvey, Chris" userId="059c8d56-922c-405a-82ae-7db209cf59e4" providerId="ADAL" clId="{DE335226-06C9-46F6-B7D0-753FEFB4D9B9}" dt="2021-12-03T12:31:42.644" v="952" actId="2696"/>
        <pc:sldMkLst>
          <pc:docMk/>
          <pc:sldMk cId="4163130744" sldId="496"/>
        </pc:sldMkLst>
      </pc:sldChg>
      <pc:sldChg chg="del">
        <pc:chgData name="Harvey, Chris" userId="059c8d56-922c-405a-82ae-7db209cf59e4" providerId="ADAL" clId="{DE335226-06C9-46F6-B7D0-753FEFB4D9B9}" dt="2021-12-03T12:34:30.471" v="1410" actId="47"/>
        <pc:sldMkLst>
          <pc:docMk/>
          <pc:sldMk cId="92708501" sldId="500"/>
        </pc:sldMkLst>
      </pc:sldChg>
      <pc:sldChg chg="del">
        <pc:chgData name="Harvey, Chris" userId="059c8d56-922c-405a-82ae-7db209cf59e4" providerId="ADAL" clId="{DE335226-06C9-46F6-B7D0-753FEFB4D9B9}" dt="2021-12-03T12:34:30.720" v="1411" actId="47"/>
        <pc:sldMkLst>
          <pc:docMk/>
          <pc:sldMk cId="4097143054" sldId="501"/>
        </pc:sldMkLst>
      </pc:sldChg>
      <pc:sldChg chg="addSp delSp modSp add mod modNotesTx">
        <pc:chgData name="Harvey, Chris" userId="059c8d56-922c-405a-82ae-7db209cf59e4" providerId="ADAL" clId="{DE335226-06C9-46F6-B7D0-753FEFB4D9B9}" dt="2021-12-03T12:22:18.515" v="919" actId="208"/>
        <pc:sldMkLst>
          <pc:docMk/>
          <pc:sldMk cId="217514589" sldId="504"/>
        </pc:sldMkLst>
        <pc:spChg chg="mod">
          <ac:chgData name="Harvey, Chris" userId="059c8d56-922c-405a-82ae-7db209cf59e4" providerId="ADAL" clId="{DE335226-06C9-46F6-B7D0-753FEFB4D9B9}" dt="2021-12-03T12:20:49.441" v="917" actId="6549"/>
          <ac:spMkLst>
            <pc:docMk/>
            <pc:sldMk cId="217514589" sldId="504"/>
            <ac:spMk id="3" creationId="{00000000-0000-0000-0000-000000000000}"/>
          </ac:spMkLst>
        </pc:spChg>
        <pc:picChg chg="add del">
          <ac:chgData name="Harvey, Chris" userId="059c8d56-922c-405a-82ae-7db209cf59e4" providerId="ADAL" clId="{DE335226-06C9-46F6-B7D0-753FEFB4D9B9}" dt="2021-12-03T12:20:23.305" v="904" actId="22"/>
          <ac:picMkLst>
            <pc:docMk/>
            <pc:sldMk cId="217514589" sldId="504"/>
            <ac:picMk id="4" creationId="{1B817323-D56E-42CD-9A75-AA82ABBBCE1E}"/>
          </ac:picMkLst>
        </pc:picChg>
        <pc:picChg chg="add mod">
          <ac:chgData name="Harvey, Chris" userId="059c8d56-922c-405a-82ae-7db209cf59e4" providerId="ADAL" clId="{DE335226-06C9-46F6-B7D0-753FEFB4D9B9}" dt="2021-12-03T12:22:18.515" v="919" actId="208"/>
          <ac:picMkLst>
            <pc:docMk/>
            <pc:sldMk cId="217514589" sldId="504"/>
            <ac:picMk id="6" creationId="{247AA5F5-3FAC-4567-B612-63A835B20A69}"/>
          </ac:picMkLst>
        </pc:picChg>
        <pc:picChg chg="add del">
          <ac:chgData name="Harvey, Chris" userId="059c8d56-922c-405a-82ae-7db209cf59e4" providerId="ADAL" clId="{DE335226-06C9-46F6-B7D0-753FEFB4D9B9}" dt="2021-12-03T12:20:44.886" v="911" actId="478"/>
          <ac:picMkLst>
            <pc:docMk/>
            <pc:sldMk cId="217514589" sldId="504"/>
            <ac:picMk id="1026" creationId="{00000000-0000-0000-0000-000000000000}"/>
          </ac:picMkLst>
        </pc:picChg>
      </pc:sldChg>
      <pc:sldChg chg="modSp new mod">
        <pc:chgData name="Harvey, Chris" userId="059c8d56-922c-405a-82ae-7db209cf59e4" providerId="ADAL" clId="{DE335226-06C9-46F6-B7D0-753FEFB4D9B9}" dt="2021-12-03T14:50:24.633" v="1449" actId="20577"/>
        <pc:sldMkLst>
          <pc:docMk/>
          <pc:sldMk cId="1953543300" sldId="505"/>
        </pc:sldMkLst>
        <pc:spChg chg="mod">
          <ac:chgData name="Harvey, Chris" userId="059c8d56-922c-405a-82ae-7db209cf59e4" providerId="ADAL" clId="{DE335226-06C9-46F6-B7D0-753FEFB4D9B9}" dt="2021-12-03T14:50:18.118" v="1431" actId="20577"/>
          <ac:spMkLst>
            <pc:docMk/>
            <pc:sldMk cId="1953543300" sldId="505"/>
            <ac:spMk id="2" creationId="{49FBD863-0CD5-4937-B75E-A2061B2B177A}"/>
          </ac:spMkLst>
        </pc:spChg>
        <pc:spChg chg="mod">
          <ac:chgData name="Harvey, Chris" userId="059c8d56-922c-405a-82ae-7db209cf59e4" providerId="ADAL" clId="{DE335226-06C9-46F6-B7D0-753FEFB4D9B9}" dt="2021-12-03T14:50:24.633" v="1449" actId="20577"/>
          <ac:spMkLst>
            <pc:docMk/>
            <pc:sldMk cId="1953543300" sldId="505"/>
            <ac:spMk id="3" creationId="{FBED957E-7E13-4264-AC66-030949D13EA4}"/>
          </ac:spMkLst>
        </pc:spChg>
      </pc:sldChg>
      <pc:sldChg chg="modSp new mod">
        <pc:chgData name="Harvey, Chris" userId="059c8d56-922c-405a-82ae-7db209cf59e4" providerId="ADAL" clId="{DE335226-06C9-46F6-B7D0-753FEFB4D9B9}" dt="2021-12-03T14:51:04.225" v="1463" actId="20577"/>
        <pc:sldMkLst>
          <pc:docMk/>
          <pc:sldMk cId="2099416836" sldId="506"/>
        </pc:sldMkLst>
        <pc:spChg chg="mod">
          <ac:chgData name="Harvey, Chris" userId="059c8d56-922c-405a-82ae-7db209cf59e4" providerId="ADAL" clId="{DE335226-06C9-46F6-B7D0-753FEFB4D9B9}" dt="2021-12-03T14:51:04.225" v="1463" actId="20577"/>
          <ac:spMkLst>
            <pc:docMk/>
            <pc:sldMk cId="2099416836" sldId="506"/>
            <ac:spMk id="2" creationId="{E76D2AD7-715C-4556-B4AE-4EFD565C5DE9}"/>
          </ac:spMkLst>
        </pc:spChg>
      </pc:sldChg>
      <pc:sldChg chg="modSp new mod modNotesTx">
        <pc:chgData name="Harvey, Chris" userId="059c8d56-922c-405a-82ae-7db209cf59e4" providerId="ADAL" clId="{DE335226-06C9-46F6-B7D0-753FEFB4D9B9}" dt="2021-12-03T14:51:55.342" v="1467"/>
        <pc:sldMkLst>
          <pc:docMk/>
          <pc:sldMk cId="974356568" sldId="507"/>
        </pc:sldMkLst>
        <pc:spChg chg="mod">
          <ac:chgData name="Harvey, Chris" userId="059c8d56-922c-405a-82ae-7db209cf59e4" providerId="ADAL" clId="{DE335226-06C9-46F6-B7D0-753FEFB4D9B9}" dt="2021-12-03T14:51:33.729" v="1465"/>
          <ac:spMkLst>
            <pc:docMk/>
            <pc:sldMk cId="974356568" sldId="507"/>
            <ac:spMk id="2" creationId="{F4385EBD-E8CC-458D-A7BF-075D31966925}"/>
          </ac:spMkLst>
        </pc:spChg>
        <pc:spChg chg="mod">
          <ac:chgData name="Harvey, Chris" userId="059c8d56-922c-405a-82ae-7db209cf59e4" providerId="ADAL" clId="{DE335226-06C9-46F6-B7D0-753FEFB4D9B9}" dt="2021-12-03T14:51:50.373" v="1466"/>
          <ac:spMkLst>
            <pc:docMk/>
            <pc:sldMk cId="974356568" sldId="507"/>
            <ac:spMk id="3" creationId="{41E17B04-314F-4A51-B860-37CDF2F523FD}"/>
          </ac:spMkLst>
        </pc:spChg>
      </pc:sldChg>
      <pc:sldChg chg="modSp new mod">
        <pc:chgData name="Harvey, Chris" userId="059c8d56-922c-405a-82ae-7db209cf59e4" providerId="ADAL" clId="{DE335226-06C9-46F6-B7D0-753FEFB4D9B9}" dt="2021-12-03T14:52:33.178" v="1492" actId="20577"/>
        <pc:sldMkLst>
          <pc:docMk/>
          <pc:sldMk cId="3566836789" sldId="508"/>
        </pc:sldMkLst>
        <pc:spChg chg="mod">
          <ac:chgData name="Harvey, Chris" userId="059c8d56-922c-405a-82ae-7db209cf59e4" providerId="ADAL" clId="{DE335226-06C9-46F6-B7D0-753FEFB4D9B9}" dt="2021-12-03T14:52:33.178" v="1492" actId="20577"/>
          <ac:spMkLst>
            <pc:docMk/>
            <pc:sldMk cId="3566836789" sldId="508"/>
            <ac:spMk id="2" creationId="{71E2B672-30D9-4355-A32E-767FC01F3B21}"/>
          </ac:spMkLst>
        </pc:spChg>
      </pc:sldChg>
      <pc:sldChg chg="addSp delSp modSp new mod">
        <pc:chgData name="Harvey, Chris" userId="059c8d56-922c-405a-82ae-7db209cf59e4" providerId="ADAL" clId="{DE335226-06C9-46F6-B7D0-753FEFB4D9B9}" dt="2021-12-03T14:53:21.519" v="1504"/>
        <pc:sldMkLst>
          <pc:docMk/>
          <pc:sldMk cId="2459242169" sldId="509"/>
        </pc:sldMkLst>
        <pc:spChg chg="del">
          <ac:chgData name="Harvey, Chris" userId="059c8d56-922c-405a-82ae-7db209cf59e4" providerId="ADAL" clId="{DE335226-06C9-46F6-B7D0-753FEFB4D9B9}" dt="2021-12-03T14:53:20.592" v="1503" actId="478"/>
          <ac:spMkLst>
            <pc:docMk/>
            <pc:sldMk cId="2459242169" sldId="509"/>
            <ac:spMk id="2" creationId="{C45A9BA8-6115-4531-87D2-8CE9BBBC3898}"/>
          </ac:spMkLst>
        </pc:spChg>
        <pc:spChg chg="mod">
          <ac:chgData name="Harvey, Chris" userId="059c8d56-922c-405a-82ae-7db209cf59e4" providerId="ADAL" clId="{DE335226-06C9-46F6-B7D0-753FEFB4D9B9}" dt="2021-12-03T14:53:13.959" v="1502" actId="14100"/>
          <ac:spMkLst>
            <pc:docMk/>
            <pc:sldMk cId="2459242169" sldId="509"/>
            <ac:spMk id="4" creationId="{67BC9590-D028-4F80-9738-8CAC0EA7D5D2}"/>
          </ac:spMkLst>
        </pc:spChg>
        <pc:spChg chg="add mod">
          <ac:chgData name="Harvey, Chris" userId="059c8d56-922c-405a-82ae-7db209cf59e4" providerId="ADAL" clId="{DE335226-06C9-46F6-B7D0-753FEFB4D9B9}" dt="2021-12-03T14:53:21.519" v="1504"/>
          <ac:spMkLst>
            <pc:docMk/>
            <pc:sldMk cId="2459242169" sldId="509"/>
            <ac:spMk id="5" creationId="{7567E796-0EBD-4C35-97C8-E01850A7E0FA}"/>
          </ac:spMkLst>
        </pc:spChg>
        <pc:picChg chg="add mod">
          <ac:chgData name="Harvey, Chris" userId="059c8d56-922c-405a-82ae-7db209cf59e4" providerId="ADAL" clId="{DE335226-06C9-46F6-B7D0-753FEFB4D9B9}" dt="2021-12-03T14:53:21.519" v="1504"/>
          <ac:picMkLst>
            <pc:docMk/>
            <pc:sldMk cId="2459242169" sldId="509"/>
            <ac:picMk id="6" creationId="{220235B1-355A-480A-9E17-57564203DA94}"/>
          </ac:picMkLst>
        </pc:picChg>
        <pc:picChg chg="add mod">
          <ac:chgData name="Harvey, Chris" userId="059c8d56-922c-405a-82ae-7db209cf59e4" providerId="ADAL" clId="{DE335226-06C9-46F6-B7D0-753FEFB4D9B9}" dt="2021-12-03T14:53:21.519" v="1504"/>
          <ac:picMkLst>
            <pc:docMk/>
            <pc:sldMk cId="2459242169" sldId="509"/>
            <ac:picMk id="7" creationId="{EEF131D4-8941-4506-941D-947E12C9DA85}"/>
          </ac:picMkLst>
        </pc:picChg>
      </pc:sldChg>
      <pc:sldChg chg="modSp new mod">
        <pc:chgData name="Harvey, Chris" userId="059c8d56-922c-405a-82ae-7db209cf59e4" providerId="ADAL" clId="{DE335226-06C9-46F6-B7D0-753FEFB4D9B9}" dt="2021-12-03T14:53:51.297" v="1531" actId="20577"/>
        <pc:sldMkLst>
          <pc:docMk/>
          <pc:sldMk cId="2312171557" sldId="510"/>
        </pc:sldMkLst>
        <pc:spChg chg="mod">
          <ac:chgData name="Harvey, Chris" userId="059c8d56-922c-405a-82ae-7db209cf59e4" providerId="ADAL" clId="{DE335226-06C9-46F6-B7D0-753FEFB4D9B9}" dt="2021-12-03T14:53:51.297" v="1531" actId="20577"/>
          <ac:spMkLst>
            <pc:docMk/>
            <pc:sldMk cId="2312171557" sldId="510"/>
            <ac:spMk id="2" creationId="{F0B29CA4-729B-47CD-AC95-971A19B38C30}"/>
          </ac:spMkLst>
        </pc:spChg>
      </pc:sldChg>
      <pc:sldChg chg="addSp delSp modSp new mod">
        <pc:chgData name="Harvey, Chris" userId="059c8d56-922c-405a-82ae-7db209cf59e4" providerId="ADAL" clId="{DE335226-06C9-46F6-B7D0-753FEFB4D9B9}" dt="2021-12-03T14:55:11.341" v="1535"/>
        <pc:sldMkLst>
          <pc:docMk/>
          <pc:sldMk cId="2689756165" sldId="511"/>
        </pc:sldMkLst>
        <pc:spChg chg="del">
          <ac:chgData name="Harvey, Chris" userId="059c8d56-922c-405a-82ae-7db209cf59e4" providerId="ADAL" clId="{DE335226-06C9-46F6-B7D0-753FEFB4D9B9}" dt="2021-12-03T14:55:10.417" v="1534" actId="478"/>
          <ac:spMkLst>
            <pc:docMk/>
            <pc:sldMk cId="2689756165" sldId="511"/>
            <ac:spMk id="2" creationId="{ECB94A92-784E-47BB-AFB4-B66566F29A4C}"/>
          </ac:spMkLst>
        </pc:spChg>
        <pc:spChg chg="mod">
          <ac:chgData name="Harvey, Chris" userId="059c8d56-922c-405a-82ae-7db209cf59e4" providerId="ADAL" clId="{DE335226-06C9-46F6-B7D0-753FEFB4D9B9}" dt="2021-12-03T14:55:01.343" v="1533"/>
          <ac:spMkLst>
            <pc:docMk/>
            <pc:sldMk cId="2689756165" sldId="511"/>
            <ac:spMk id="4" creationId="{400E62FA-FD89-40DF-B264-0DE01DC219D5}"/>
          </ac:spMkLst>
        </pc:spChg>
        <pc:spChg chg="add mod">
          <ac:chgData name="Harvey, Chris" userId="059c8d56-922c-405a-82ae-7db209cf59e4" providerId="ADAL" clId="{DE335226-06C9-46F6-B7D0-753FEFB4D9B9}" dt="2021-12-03T14:55:11.341" v="1535"/>
          <ac:spMkLst>
            <pc:docMk/>
            <pc:sldMk cId="2689756165" sldId="511"/>
            <ac:spMk id="5" creationId="{3259CC54-BCB4-456E-ABF2-13E0D4784072}"/>
          </ac:spMkLst>
        </pc:spChg>
        <pc:spChg chg="add mod">
          <ac:chgData name="Harvey, Chris" userId="059c8d56-922c-405a-82ae-7db209cf59e4" providerId="ADAL" clId="{DE335226-06C9-46F6-B7D0-753FEFB4D9B9}" dt="2021-12-03T14:55:11.341" v="1535"/>
          <ac:spMkLst>
            <pc:docMk/>
            <pc:sldMk cId="2689756165" sldId="511"/>
            <ac:spMk id="6" creationId="{9E80213E-C24D-44FB-9519-4CA9FB5CBC4C}"/>
          </ac:spMkLst>
        </pc:spChg>
        <pc:picChg chg="add mod">
          <ac:chgData name="Harvey, Chris" userId="059c8d56-922c-405a-82ae-7db209cf59e4" providerId="ADAL" clId="{DE335226-06C9-46F6-B7D0-753FEFB4D9B9}" dt="2021-12-03T14:55:11.341" v="1535"/>
          <ac:picMkLst>
            <pc:docMk/>
            <pc:sldMk cId="2689756165" sldId="511"/>
            <ac:picMk id="7" creationId="{536AD4D9-CCF2-4ADE-A075-B07EFD71252D}"/>
          </ac:picMkLst>
        </pc:picChg>
        <pc:picChg chg="add mod">
          <ac:chgData name="Harvey, Chris" userId="059c8d56-922c-405a-82ae-7db209cf59e4" providerId="ADAL" clId="{DE335226-06C9-46F6-B7D0-753FEFB4D9B9}" dt="2021-12-03T14:55:11.341" v="1535"/>
          <ac:picMkLst>
            <pc:docMk/>
            <pc:sldMk cId="2689756165" sldId="511"/>
            <ac:picMk id="8" creationId="{313A2643-F676-4F09-A618-852F53A8DC23}"/>
          </ac:picMkLst>
        </pc:picChg>
        <pc:picChg chg="add mod">
          <ac:chgData name="Harvey, Chris" userId="059c8d56-922c-405a-82ae-7db209cf59e4" providerId="ADAL" clId="{DE335226-06C9-46F6-B7D0-753FEFB4D9B9}" dt="2021-12-03T14:55:11.341" v="1535"/>
          <ac:picMkLst>
            <pc:docMk/>
            <pc:sldMk cId="2689756165" sldId="511"/>
            <ac:picMk id="9" creationId="{41134798-5C2E-448E-B632-1DA690ACD00D}"/>
          </ac:picMkLst>
        </pc:picChg>
      </pc:sldChg>
      <pc:sldChg chg="modSp new mod">
        <pc:chgData name="Harvey, Chris" userId="059c8d56-922c-405a-82ae-7db209cf59e4" providerId="ADAL" clId="{DE335226-06C9-46F6-B7D0-753FEFB4D9B9}" dt="2021-12-03T14:56:13.986" v="1549" actId="20577"/>
        <pc:sldMkLst>
          <pc:docMk/>
          <pc:sldMk cId="887570447" sldId="512"/>
        </pc:sldMkLst>
        <pc:spChg chg="mod">
          <ac:chgData name="Harvey, Chris" userId="059c8d56-922c-405a-82ae-7db209cf59e4" providerId="ADAL" clId="{DE335226-06C9-46F6-B7D0-753FEFB4D9B9}" dt="2021-12-03T14:56:13.986" v="1549" actId="20577"/>
          <ac:spMkLst>
            <pc:docMk/>
            <pc:sldMk cId="887570447" sldId="512"/>
            <ac:spMk id="2" creationId="{590B9B3A-009E-4F31-B188-0176FAC33CAF}"/>
          </ac:spMkLst>
        </pc:spChg>
      </pc:sldChg>
      <pc:sldChg chg="addSp delSp modSp new mod modNotesTx">
        <pc:chgData name="Harvey, Chris" userId="059c8d56-922c-405a-82ae-7db209cf59e4" providerId="ADAL" clId="{DE335226-06C9-46F6-B7D0-753FEFB4D9B9}" dt="2021-12-03T14:57:09.717" v="1554"/>
        <pc:sldMkLst>
          <pc:docMk/>
          <pc:sldMk cId="2445791164" sldId="513"/>
        </pc:sldMkLst>
        <pc:spChg chg="mod">
          <ac:chgData name="Harvey, Chris" userId="059c8d56-922c-405a-82ae-7db209cf59e4" providerId="ADAL" clId="{DE335226-06C9-46F6-B7D0-753FEFB4D9B9}" dt="2021-12-03T14:56:55.702" v="1551"/>
          <ac:spMkLst>
            <pc:docMk/>
            <pc:sldMk cId="2445791164" sldId="513"/>
            <ac:spMk id="2" creationId="{54F57E13-995A-40C4-97F5-F470A0DF4A3B}"/>
          </ac:spMkLst>
        </pc:spChg>
        <pc:spChg chg="del">
          <ac:chgData name="Harvey, Chris" userId="059c8d56-922c-405a-82ae-7db209cf59e4" providerId="ADAL" clId="{DE335226-06C9-46F6-B7D0-753FEFB4D9B9}" dt="2021-12-03T14:57:03.833" v="1552" actId="478"/>
          <ac:spMkLst>
            <pc:docMk/>
            <pc:sldMk cId="2445791164" sldId="513"/>
            <ac:spMk id="3" creationId="{7AF75FC5-D21B-49CF-8C9D-C7DD6C4D757D}"/>
          </ac:spMkLst>
        </pc:spChg>
        <pc:spChg chg="add mod">
          <ac:chgData name="Harvey, Chris" userId="059c8d56-922c-405a-82ae-7db209cf59e4" providerId="ADAL" clId="{DE335226-06C9-46F6-B7D0-753FEFB4D9B9}" dt="2021-12-03T14:57:04.214" v="1553"/>
          <ac:spMkLst>
            <pc:docMk/>
            <pc:sldMk cId="2445791164" sldId="513"/>
            <ac:spMk id="5" creationId="{4FE94E17-1F5B-45A6-9B06-3847077796C1}"/>
          </ac:spMkLst>
        </pc:spChg>
        <pc:spChg chg="add mod">
          <ac:chgData name="Harvey, Chris" userId="059c8d56-922c-405a-82ae-7db209cf59e4" providerId="ADAL" clId="{DE335226-06C9-46F6-B7D0-753FEFB4D9B9}" dt="2021-12-03T14:57:04.214" v="1553"/>
          <ac:spMkLst>
            <pc:docMk/>
            <pc:sldMk cId="2445791164" sldId="513"/>
            <ac:spMk id="6" creationId="{0999747E-BAA7-4245-85AF-79387BA877A7}"/>
          </ac:spMkLst>
        </pc:spChg>
        <pc:picChg chg="add mod">
          <ac:chgData name="Harvey, Chris" userId="059c8d56-922c-405a-82ae-7db209cf59e4" providerId="ADAL" clId="{DE335226-06C9-46F6-B7D0-753FEFB4D9B9}" dt="2021-12-03T14:57:04.214" v="1553"/>
          <ac:picMkLst>
            <pc:docMk/>
            <pc:sldMk cId="2445791164" sldId="513"/>
            <ac:picMk id="7" creationId="{73F819AA-4B9F-4BDC-85CA-A050557DB7F1}"/>
          </ac:picMkLst>
        </pc:picChg>
        <pc:picChg chg="add mod">
          <ac:chgData name="Harvey, Chris" userId="059c8d56-922c-405a-82ae-7db209cf59e4" providerId="ADAL" clId="{DE335226-06C9-46F6-B7D0-753FEFB4D9B9}" dt="2021-12-03T14:57:04.214" v="1553"/>
          <ac:picMkLst>
            <pc:docMk/>
            <pc:sldMk cId="2445791164" sldId="513"/>
            <ac:picMk id="8" creationId="{659BD0ED-8CC0-4621-8918-7BFCCF0800B7}"/>
          </ac:picMkLst>
        </pc:picChg>
      </pc:sldChg>
      <pc:sldChg chg="addSp delSp modSp new mod modNotesTx">
        <pc:chgData name="Harvey, Chris" userId="059c8d56-922c-405a-82ae-7db209cf59e4" providerId="ADAL" clId="{DE335226-06C9-46F6-B7D0-753FEFB4D9B9}" dt="2021-12-03T15:01:16.768" v="1564" actId="1076"/>
        <pc:sldMkLst>
          <pc:docMk/>
          <pc:sldMk cId="193905596" sldId="514"/>
        </pc:sldMkLst>
        <pc:spChg chg="del mod">
          <ac:chgData name="Harvey, Chris" userId="059c8d56-922c-405a-82ae-7db209cf59e4" providerId="ADAL" clId="{DE335226-06C9-46F6-B7D0-753FEFB4D9B9}" dt="2021-12-03T15:01:10.795" v="1561" actId="478"/>
          <ac:spMkLst>
            <pc:docMk/>
            <pc:sldMk cId="193905596" sldId="514"/>
            <ac:spMk id="2" creationId="{37C18B4C-B5FF-43F7-B732-CD6CEFD618C6}"/>
          </ac:spMkLst>
        </pc:spChg>
        <pc:spChg chg="mod">
          <ac:chgData name="Harvey, Chris" userId="059c8d56-922c-405a-82ae-7db209cf59e4" providerId="ADAL" clId="{DE335226-06C9-46F6-B7D0-753FEFB4D9B9}" dt="2021-12-03T15:00:19.615" v="1557"/>
          <ac:spMkLst>
            <pc:docMk/>
            <pc:sldMk cId="193905596" sldId="514"/>
            <ac:spMk id="4" creationId="{71440BED-2277-4675-A789-35B4BE22308E}"/>
          </ac:spMkLst>
        </pc:spChg>
        <pc:spChg chg="add del mod">
          <ac:chgData name="Harvey, Chris" userId="059c8d56-922c-405a-82ae-7db209cf59e4" providerId="ADAL" clId="{DE335226-06C9-46F6-B7D0-753FEFB4D9B9}" dt="2021-12-03T15:01:13.762" v="1563" actId="478"/>
          <ac:spMkLst>
            <pc:docMk/>
            <pc:sldMk cId="193905596" sldId="514"/>
            <ac:spMk id="6" creationId="{CE528ADF-8B1A-4FC6-ABC9-556A9191B724}"/>
          </ac:spMkLst>
        </pc:spChg>
        <pc:spChg chg="add mod">
          <ac:chgData name="Harvey, Chris" userId="059c8d56-922c-405a-82ae-7db209cf59e4" providerId="ADAL" clId="{DE335226-06C9-46F6-B7D0-753FEFB4D9B9}" dt="2021-12-03T15:01:16.768" v="1564" actId="1076"/>
          <ac:spMkLst>
            <pc:docMk/>
            <pc:sldMk cId="193905596" sldId="514"/>
            <ac:spMk id="7" creationId="{5C9228CF-DBB3-49A0-9EDB-8EDE95B3E0DF}"/>
          </ac:spMkLst>
        </pc:spChg>
      </pc:sldChg>
      <pc:sldChg chg="modSp new mod modNotesTx">
        <pc:chgData name="Harvey, Chris" userId="059c8d56-922c-405a-82ae-7db209cf59e4" providerId="ADAL" clId="{DE335226-06C9-46F6-B7D0-753FEFB4D9B9}" dt="2021-12-03T15:03:15.617" v="1573" actId="948"/>
        <pc:sldMkLst>
          <pc:docMk/>
          <pc:sldMk cId="3140315763" sldId="515"/>
        </pc:sldMkLst>
        <pc:spChg chg="mod">
          <ac:chgData name="Harvey, Chris" userId="059c8d56-922c-405a-82ae-7db209cf59e4" providerId="ADAL" clId="{DE335226-06C9-46F6-B7D0-753FEFB4D9B9}" dt="2021-12-03T15:02:21.246" v="1568"/>
          <ac:spMkLst>
            <pc:docMk/>
            <pc:sldMk cId="3140315763" sldId="515"/>
            <ac:spMk id="3" creationId="{E9B1FFC4-0E05-475D-A28C-B07A048C83B4}"/>
          </ac:spMkLst>
        </pc:spChg>
        <pc:spChg chg="mod">
          <ac:chgData name="Harvey, Chris" userId="059c8d56-922c-405a-82ae-7db209cf59e4" providerId="ADAL" clId="{DE335226-06C9-46F6-B7D0-753FEFB4D9B9}" dt="2021-12-03T15:02:26.216" v="1569"/>
          <ac:spMkLst>
            <pc:docMk/>
            <pc:sldMk cId="3140315763" sldId="515"/>
            <ac:spMk id="4" creationId="{DD0EFD74-1941-46A1-8DAE-141429C16088}"/>
          </ac:spMkLst>
        </pc:spChg>
      </pc:sldChg>
      <pc:sldChg chg="modSp new mod modNotesTx">
        <pc:chgData name="Harvey, Chris" userId="059c8d56-922c-405a-82ae-7db209cf59e4" providerId="ADAL" clId="{DE335226-06C9-46F6-B7D0-753FEFB4D9B9}" dt="2021-12-03T15:03:53.566" v="1577"/>
        <pc:sldMkLst>
          <pc:docMk/>
          <pc:sldMk cId="2858566560" sldId="516"/>
        </pc:sldMkLst>
        <pc:spChg chg="mod">
          <ac:chgData name="Harvey, Chris" userId="059c8d56-922c-405a-82ae-7db209cf59e4" providerId="ADAL" clId="{DE335226-06C9-46F6-B7D0-753FEFB4D9B9}" dt="2021-12-03T15:03:53.566" v="1577"/>
          <ac:spMkLst>
            <pc:docMk/>
            <pc:sldMk cId="2858566560" sldId="516"/>
            <ac:spMk id="2" creationId="{7CC3ACA5-9C4B-4A2C-BDC4-8865FB724404}"/>
          </ac:spMkLst>
        </pc:spChg>
        <pc:spChg chg="mod">
          <ac:chgData name="Harvey, Chris" userId="059c8d56-922c-405a-82ae-7db209cf59e4" providerId="ADAL" clId="{DE335226-06C9-46F6-B7D0-753FEFB4D9B9}" dt="2021-12-03T15:03:41.917" v="1575"/>
          <ac:spMkLst>
            <pc:docMk/>
            <pc:sldMk cId="2858566560" sldId="516"/>
            <ac:spMk id="4" creationId="{6FD15BD3-67D9-463C-B88A-1CFDFBB82B19}"/>
          </ac:spMkLst>
        </pc:spChg>
      </pc:sldChg>
      <pc:sldChg chg="modSp new mod modNotesTx">
        <pc:chgData name="Harvey, Chris" userId="059c8d56-922c-405a-82ae-7db209cf59e4" providerId="ADAL" clId="{DE335226-06C9-46F6-B7D0-753FEFB4D9B9}" dt="2021-12-03T15:04:30.982" v="1583"/>
        <pc:sldMkLst>
          <pc:docMk/>
          <pc:sldMk cId="3022963073" sldId="517"/>
        </pc:sldMkLst>
        <pc:spChg chg="mod">
          <ac:chgData name="Harvey, Chris" userId="059c8d56-922c-405a-82ae-7db209cf59e4" providerId="ADAL" clId="{DE335226-06C9-46F6-B7D0-753FEFB4D9B9}" dt="2021-12-03T15:04:26.205" v="1582"/>
          <ac:spMkLst>
            <pc:docMk/>
            <pc:sldMk cId="3022963073" sldId="517"/>
            <ac:spMk id="2" creationId="{55E9CA52-A032-403C-AF88-AC38DB2CCBC5}"/>
          </ac:spMkLst>
        </pc:spChg>
        <pc:spChg chg="mod">
          <ac:chgData name="Harvey, Chris" userId="059c8d56-922c-405a-82ae-7db209cf59e4" providerId="ADAL" clId="{DE335226-06C9-46F6-B7D0-753FEFB4D9B9}" dt="2021-12-03T15:04:20.866" v="1581" actId="14100"/>
          <ac:spMkLst>
            <pc:docMk/>
            <pc:sldMk cId="3022963073" sldId="517"/>
            <ac:spMk id="4" creationId="{606B7A72-CA53-40EF-8A8D-B07925F83BA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r>
              <a:rPr lang="en-GB"/>
              <a:t>QAUX v2.0</a:t>
            </a:r>
            <a:endParaRPr lang="en-GB" dirty="0"/>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09/06/2023</a:t>
            </a:fld>
            <a:endParaRPr lang="en-GB" dirty="0"/>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dirty="0"/>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vl1pPr>
          </a:lstStyle>
          <a:p>
            <a:r>
              <a:rPr lang="en-GB"/>
              <a:t>QAUX v2.0</a:t>
            </a:r>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vl1pPr>
          </a:lstStyle>
          <a:p>
            <a:fld id="{1D6B66C6-1E92-0F4E-A300-9D4ED1F0C23F}" type="datetimeFigureOut">
              <a:rPr lang="en-GB" smtClean="0"/>
              <a:t>09/06/2023</a:t>
            </a:fld>
            <a:endParaRPr lang="en-GB" dirty="0"/>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dirty="0"/>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1</a:t>
            </a:fld>
            <a:endParaRPr lang="en-GB" dirty="0"/>
          </a:p>
        </p:txBody>
      </p:sp>
      <p:sp>
        <p:nvSpPr>
          <p:cNvPr id="5" name="Header Placeholder 4">
            <a:extLst>
              <a:ext uri="{FF2B5EF4-FFF2-40B4-BE49-F238E27FC236}">
                <a16:creationId xmlns:a16="http://schemas.microsoft.com/office/drawing/2014/main" id="{462E4CB7-B42A-4DA6-BE05-3CA78C2B76B4}"/>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112112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Developed by Garrett Jessie James, the five plane model is a UCD</a:t>
            </a:r>
            <a:r>
              <a:rPr lang="en-GB" baseline="0" dirty="0"/>
              <a:t> approach very will suited to understanding good UX principles. It builds five planes of activity into the development process for UX starting from the most abstract user centred to a working prototype at the end of development. </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dirty="0"/>
          </a:p>
          <a:p>
            <a:endParaRPr lang="en-GB" dirty="0"/>
          </a:p>
        </p:txBody>
      </p:sp>
      <p:sp>
        <p:nvSpPr>
          <p:cNvPr id="4" name="Header Placeholder 3">
            <a:extLst>
              <a:ext uri="{FF2B5EF4-FFF2-40B4-BE49-F238E27FC236}">
                <a16:creationId xmlns:a16="http://schemas.microsoft.com/office/drawing/2014/main" id="{2C700CFE-9454-49AE-A9C7-9EC5544E441C}"/>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905473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E8D3ADE3-96ED-422D-B0F7-151C21A4D492}"/>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317731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52291122-D045-4354-9CB8-B6A92C29A53F}"/>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99725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5</a:t>
            </a:fld>
            <a:endParaRPr lang="en-GB" dirty="0"/>
          </a:p>
        </p:txBody>
      </p:sp>
      <p:sp>
        <p:nvSpPr>
          <p:cNvPr id="5" name="Header Placeholder 4">
            <a:extLst>
              <a:ext uri="{FF2B5EF4-FFF2-40B4-BE49-F238E27FC236}">
                <a16:creationId xmlns:a16="http://schemas.microsoft.com/office/drawing/2014/main" id="{C7C9CDA9-D25C-45A1-8DCD-74791F580C9F}"/>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988942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Multi-screen or multi-monitor setups are a boon to user productivity as they allow for data to be displayed on a separate monitor that is independent of what is being worked on but important for helping the user make important decisions without navigating away from where they are.</a:t>
            </a:r>
          </a:p>
          <a:p>
            <a:endParaRPr lang="en-US"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6</a:t>
            </a:fld>
            <a:endParaRPr lang="en-GB" dirty="0"/>
          </a:p>
        </p:txBody>
      </p:sp>
      <p:sp>
        <p:nvSpPr>
          <p:cNvPr id="5" name="Header Placeholder 4">
            <a:extLst>
              <a:ext uri="{FF2B5EF4-FFF2-40B4-BE49-F238E27FC236}">
                <a16:creationId xmlns:a16="http://schemas.microsoft.com/office/drawing/2014/main" id="{82EAD60E-50B3-4F9D-AE14-1235B4AE542B}"/>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891564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cs typeface="Arial" charset="0"/>
            </a:endParaRPr>
          </a:p>
        </p:txBody>
      </p:sp>
      <p:sp>
        <p:nvSpPr>
          <p:cNvPr id="4" name="Header Placeholder 3">
            <a:extLst>
              <a:ext uri="{FF2B5EF4-FFF2-40B4-BE49-F238E27FC236}">
                <a16:creationId xmlns:a16="http://schemas.microsoft.com/office/drawing/2014/main" id="{FA88C524-0920-44D1-BE59-1FB41F1158D2}"/>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511340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5741EFB6-B4F8-49AE-8B2E-BB72A1CA5942}"/>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928038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Users find panning and zooming to be difficult to navigate unless the idiom supports the concept</a:t>
            </a:r>
          </a:p>
          <a:p>
            <a:r>
              <a:rPr lang="en-GB" dirty="0"/>
              <a:t>	Maps are one area where they understand the concept</a:t>
            </a:r>
          </a:p>
        </p:txBody>
      </p:sp>
      <p:sp>
        <p:nvSpPr>
          <p:cNvPr id="4" name="Header Placeholder 3">
            <a:extLst>
              <a:ext uri="{FF2B5EF4-FFF2-40B4-BE49-F238E27FC236}">
                <a16:creationId xmlns:a16="http://schemas.microsoft.com/office/drawing/2014/main" id="{8265F453-A892-4C6C-B6C6-BF6936BA6F5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440788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Provide appropriate mapping of controls to functions</a:t>
            </a:r>
          </a:p>
          <a:p>
            <a:r>
              <a:rPr lang="en-GB" dirty="0"/>
              <a:t>Gas</a:t>
            </a:r>
            <a:r>
              <a:rPr lang="en-GB" baseline="0" dirty="0"/>
              <a:t> cookers are usually terrible at this; at best they give you an idea which half of the stove the gas burner you are turning the knob for will be located</a:t>
            </a:r>
            <a:endParaRPr lang="en-GB" dirty="0"/>
          </a:p>
        </p:txBody>
      </p:sp>
      <p:sp>
        <p:nvSpPr>
          <p:cNvPr id="4" name="Header Placeholder 3">
            <a:extLst>
              <a:ext uri="{FF2B5EF4-FFF2-40B4-BE49-F238E27FC236}">
                <a16:creationId xmlns:a16="http://schemas.microsoft.com/office/drawing/2014/main" id="{10AA534C-C800-4CCD-AC82-D3F57FF9C81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057723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Gas hobs typically have very poor natural mapping. In the example on the left, it would be very hard to determine which knob controls the different gas heaters, without looking at labels or diagrams.</a:t>
            </a:r>
          </a:p>
          <a:p>
            <a:r>
              <a:rPr lang="en-GB" dirty="0"/>
              <a:t>In the example on the right, natural mapping has been used, and it would be much easier for the user to ascertain which knob controls the different heaters.</a:t>
            </a:r>
          </a:p>
        </p:txBody>
      </p:sp>
      <p:sp>
        <p:nvSpPr>
          <p:cNvPr id="4" name="Slide Number Placeholder 3"/>
          <p:cNvSpPr>
            <a:spLocks noGrp="1"/>
          </p:cNvSpPr>
          <p:nvPr>
            <p:ph type="sldNum" sz="quarter" idx="5"/>
          </p:nvPr>
        </p:nvSpPr>
        <p:spPr/>
        <p:txBody>
          <a:bodyPr/>
          <a:lstStyle/>
          <a:p>
            <a:fld id="{548901C6-1DA1-FB44-ABEE-06A0FEB7738E}" type="slidenum">
              <a:rPr lang="en-GB" smtClean="0"/>
              <a:t>11</a:t>
            </a:fld>
            <a:endParaRPr lang="en-GB" dirty="0"/>
          </a:p>
        </p:txBody>
      </p:sp>
      <p:sp>
        <p:nvSpPr>
          <p:cNvPr id="5" name="Header Placeholder 4">
            <a:extLst>
              <a:ext uri="{FF2B5EF4-FFF2-40B4-BE49-F238E27FC236}">
                <a16:creationId xmlns:a16="http://schemas.microsoft.com/office/drawing/2014/main" id="{73253756-0735-45E7-8D05-F4C2B241BEF9}"/>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029013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BB59779D-8BFC-4E84-903E-C7F7F5A67918}"/>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054263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7CB6CAF8-B8A8-43D5-93FC-355FD805CD69}"/>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584631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3FA7A5EE-1C90-4CF2-A504-DEBE0BB5B6E2}"/>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587201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p:sp>
      <p:sp>
        <p:nvSpPr>
          <p:cNvPr id="6" name="Notes Placeholder 5"/>
          <p:cNvSpPr>
            <a:spLocks noGrp="1"/>
          </p:cNvSpPr>
          <p:nvPr>
            <p:ph type="body" idx="1"/>
          </p:nvPr>
        </p:nvSpPr>
        <p:spPr/>
        <p:txBody>
          <a:bodyPr/>
          <a:lstStyle/>
          <a:p>
            <a:endParaRPr lang="en-GB" dirty="0"/>
          </a:p>
        </p:txBody>
      </p:sp>
      <p:sp>
        <p:nvSpPr>
          <p:cNvPr id="2" name="Header Placeholder 1">
            <a:extLst>
              <a:ext uri="{FF2B5EF4-FFF2-40B4-BE49-F238E27FC236}">
                <a16:creationId xmlns:a16="http://schemas.microsoft.com/office/drawing/2014/main" id="{33805826-C687-41D4-A369-C2667BCC5DEB}"/>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795066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p:sp>
      <p:sp>
        <p:nvSpPr>
          <p:cNvPr id="6" name="Notes Placeholder 5"/>
          <p:cNvSpPr>
            <a:spLocks noGrp="1"/>
          </p:cNvSpPr>
          <p:nvPr>
            <p:ph type="body" idx="1"/>
          </p:nvPr>
        </p:nvSpPr>
        <p:spPr/>
        <p:txBody>
          <a:bodyPr/>
          <a:lstStyle/>
          <a:p>
            <a:endParaRPr lang="en-GB" dirty="0"/>
          </a:p>
        </p:txBody>
      </p:sp>
      <p:sp>
        <p:nvSpPr>
          <p:cNvPr id="2" name="Header Placeholder 1">
            <a:extLst>
              <a:ext uri="{FF2B5EF4-FFF2-40B4-BE49-F238E27FC236}">
                <a16:creationId xmlns:a16="http://schemas.microsoft.com/office/drawing/2014/main" id="{8EFAE3E0-E13D-4401-8582-DB21F8DDF7E6}"/>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781294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8F553F1E-5636-4FCB-8B6B-92770FFF94F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584295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18</a:t>
            </a:fld>
            <a:endParaRPr lang="en-GB" dirty="0"/>
          </a:p>
        </p:txBody>
      </p:sp>
      <p:sp>
        <p:nvSpPr>
          <p:cNvPr id="5" name="Header Placeholder 4">
            <a:extLst>
              <a:ext uri="{FF2B5EF4-FFF2-40B4-BE49-F238E27FC236}">
                <a16:creationId xmlns:a16="http://schemas.microsoft.com/office/drawing/2014/main" id="{81AAFCDE-DCF0-4242-94FA-CCE972E5BD9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210291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19</a:t>
            </a:fld>
            <a:endParaRPr lang="en-GB" dirty="0"/>
          </a:p>
        </p:txBody>
      </p:sp>
      <p:sp>
        <p:nvSpPr>
          <p:cNvPr id="5" name="Header Placeholder 4">
            <a:extLst>
              <a:ext uri="{FF2B5EF4-FFF2-40B4-BE49-F238E27FC236}">
                <a16:creationId xmlns:a16="http://schemas.microsoft.com/office/drawing/2014/main" id="{2DD88C80-4C91-420A-8CB3-928D91B0DB2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150472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F72CF9D0-133B-479A-8A3C-DF2283EFBE63}"/>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169859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14D2735E-B84A-4192-B89F-C93989D313A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4268874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F76B2189-B049-488A-B6F9-7F4B6DCF125D}"/>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264806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F96CA939-0058-4F14-AF28-7CE043BE34C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559311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GB" b="1" dirty="0">
                <a:solidFill>
                  <a:srgbClr val="202124"/>
                </a:solidFill>
                <a:latin typeface="arial" panose="020B0604020202020204" pitchFamily="34" charset="0"/>
              </a:rPr>
              <a:t>Modeless</a:t>
            </a:r>
            <a:r>
              <a:rPr lang="en-GB" dirty="0">
                <a:solidFill>
                  <a:srgbClr val="202124"/>
                </a:solidFill>
                <a:latin typeface="arial" panose="020B0604020202020204" pitchFamily="34" charset="0"/>
              </a:rPr>
              <a:t> – a communication with the user that they do not have to close it in order to use the application or the document </a:t>
            </a:r>
            <a:r>
              <a:rPr lang="en-GB" b="0" i="0" dirty="0">
                <a:solidFill>
                  <a:srgbClr val="202124"/>
                </a:solidFill>
                <a:effectLst/>
                <a:latin typeface="arial" panose="020B0604020202020204" pitchFamily="34" charset="0"/>
              </a:rPr>
              <a:t>in the background.</a:t>
            </a:r>
            <a:br>
              <a:rPr lang="en-GB" b="0" i="0" dirty="0">
                <a:solidFill>
                  <a:srgbClr val="202124"/>
                </a:solidFill>
                <a:effectLst/>
                <a:latin typeface="arial" panose="020B0604020202020204" pitchFamily="34" charset="0"/>
              </a:rPr>
            </a:br>
            <a:r>
              <a:rPr lang="en-GB" b="0" i="0" dirty="0">
                <a:solidFill>
                  <a:srgbClr val="202124"/>
                </a:solidFill>
                <a:effectLst/>
                <a:latin typeface="arial" panose="020B0604020202020204" pitchFamily="34" charset="0"/>
              </a:rPr>
              <a:t>For example, in Microsoft Word press CTRL &amp; H to display the Find and Replace dialog box. Notice that you can click back into your document without needing to close this dialog box.</a:t>
            </a:r>
          </a:p>
          <a:p>
            <a:pPr marL="285750" indent="-285750">
              <a:buFont typeface="Arial" panose="020B0604020202020204" pitchFamily="34" charset="0"/>
              <a:buChar char="•"/>
            </a:pPr>
            <a:r>
              <a:rPr lang="en-GB" b="1" dirty="0">
                <a:solidFill>
                  <a:srgbClr val="202124"/>
                </a:solidFill>
                <a:latin typeface="arial" panose="020B0604020202020204" pitchFamily="34" charset="0"/>
              </a:rPr>
              <a:t>Modal</a:t>
            </a:r>
            <a:r>
              <a:rPr lang="en-GB" dirty="0">
                <a:solidFill>
                  <a:srgbClr val="202124"/>
                </a:solidFill>
                <a:latin typeface="arial" panose="020B0604020202020204" pitchFamily="34" charset="0"/>
              </a:rPr>
              <a:t> – a communication with which the user needs to close in order to continue (e.g. click on the OK button).</a:t>
            </a:r>
            <a:br>
              <a:rPr lang="en-GB" dirty="0">
                <a:solidFill>
                  <a:srgbClr val="202124"/>
                </a:solidFill>
                <a:latin typeface="arial" panose="020B0604020202020204" pitchFamily="34" charset="0"/>
              </a:rPr>
            </a:br>
            <a:r>
              <a:rPr lang="en-GB" dirty="0">
                <a:solidFill>
                  <a:srgbClr val="202124"/>
                </a:solidFill>
                <a:latin typeface="arial" panose="020B0604020202020204" pitchFamily="34" charset="0"/>
              </a:rPr>
              <a:t>This is the more common type of dialog box within applications. For example, in Microsoft Word press CTRL &amp; D to display the Font dialog box. Notice that if you try and click into the document the dialog box will flash, a sound will be made – you cannot interact with the application while a Modal type dialog box is on the screen.</a:t>
            </a:r>
            <a:endParaRPr lang="en-GB" b="1" dirty="0"/>
          </a:p>
          <a:p>
            <a:endParaRPr lang="en-GB" dirty="0"/>
          </a:p>
        </p:txBody>
      </p:sp>
      <p:sp>
        <p:nvSpPr>
          <p:cNvPr id="4" name="Header Placeholder 3">
            <a:extLst>
              <a:ext uri="{FF2B5EF4-FFF2-40B4-BE49-F238E27FC236}">
                <a16:creationId xmlns:a16="http://schemas.microsoft.com/office/drawing/2014/main" id="{BCD730FB-C4D7-427C-AE5E-FAB40922710A}"/>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426484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88470425-F6CA-4478-A10C-8548E07DE47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675305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D082532A-8E9D-4695-90CC-6B906C00320D}"/>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356681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27</a:t>
            </a:fld>
            <a:endParaRPr lang="en-GB" dirty="0"/>
          </a:p>
        </p:txBody>
      </p:sp>
      <p:sp>
        <p:nvSpPr>
          <p:cNvPr id="5" name="Header Placeholder 4">
            <a:extLst>
              <a:ext uri="{FF2B5EF4-FFF2-40B4-BE49-F238E27FC236}">
                <a16:creationId xmlns:a16="http://schemas.microsoft.com/office/drawing/2014/main" id="{225AE6C3-9AF1-4982-83BA-5BEC3E2B4B97}"/>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2718898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28</a:t>
            </a:fld>
            <a:endParaRPr lang="en-GB" dirty="0"/>
          </a:p>
        </p:txBody>
      </p:sp>
      <p:sp>
        <p:nvSpPr>
          <p:cNvPr id="5" name="Header Placeholder 4">
            <a:extLst>
              <a:ext uri="{FF2B5EF4-FFF2-40B4-BE49-F238E27FC236}">
                <a16:creationId xmlns:a16="http://schemas.microsoft.com/office/drawing/2014/main" id="{2581215A-C911-448A-AA37-4070E70490DA}"/>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4763548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2E387FF9-0DCA-4ADD-B4FE-B526B9898CE2}"/>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5619151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6705635F-5120-4D51-B135-2BE46213ED2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992101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2535530B-D2D8-438A-9262-C78D206A13C3}"/>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552796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32</a:t>
            </a:fld>
            <a:endParaRPr lang="en-GB" dirty="0"/>
          </a:p>
        </p:txBody>
      </p:sp>
      <p:sp>
        <p:nvSpPr>
          <p:cNvPr id="5" name="Header Placeholder 4">
            <a:extLst>
              <a:ext uri="{FF2B5EF4-FFF2-40B4-BE49-F238E27FC236}">
                <a16:creationId xmlns:a16="http://schemas.microsoft.com/office/drawing/2014/main" id="{34B48F51-559A-4948-8A01-D6EB0964E889}"/>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9300017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ontserrat" panose="00000500000000000000" pitchFamily="2" charset="0"/>
                <a:cs typeface="Arial" charset="0"/>
              </a:rPr>
              <a:t>A wireframe is a blueprint or schematic that represents the skeletal framework of a website or application. They are created as part of any design process to help arrange elements to best serve</a:t>
            </a:r>
            <a:r>
              <a:rPr lang="en-US" baseline="0" dirty="0">
                <a:latin typeface="Montserrat" panose="00000500000000000000" pitchFamily="2" charset="0"/>
                <a:cs typeface="Arial" charset="0"/>
              </a:rPr>
              <a:t> a chosen purpose as defined by the specifications laid out for the project.</a:t>
            </a:r>
          </a:p>
          <a:p>
            <a:endParaRPr lang="en-US" baseline="0" dirty="0">
              <a:latin typeface="Montserrat" panose="00000500000000000000" pitchFamily="2" charset="0"/>
              <a:cs typeface="Arial" charset="0"/>
            </a:endParaRPr>
          </a:p>
          <a:p>
            <a:r>
              <a:rPr lang="en-US" baseline="0" dirty="0">
                <a:latin typeface="Montserrat" panose="00000500000000000000" pitchFamily="2" charset="0"/>
                <a:cs typeface="Arial" charset="0"/>
              </a:rPr>
              <a:t>It depicts a page layout or arrangement of the content, interface elements (widgets etc.) and navigation systems, and how they interact with each other.</a:t>
            </a:r>
          </a:p>
          <a:p>
            <a:endParaRPr lang="en-US" baseline="0" dirty="0">
              <a:latin typeface="Montserrat" panose="00000500000000000000" pitchFamily="2" charset="0"/>
              <a:cs typeface="Arial" charset="0"/>
            </a:endParaRPr>
          </a:p>
          <a:p>
            <a:r>
              <a:rPr lang="en-US" baseline="0" dirty="0">
                <a:latin typeface="Montserrat" panose="00000500000000000000" pitchFamily="2" charset="0"/>
                <a:cs typeface="Arial" charset="0"/>
              </a:rPr>
              <a:t>Most will lack any visual resemblance to the end product in their look and feel, as the purpose is to focus on the functionality, behavior and hierarchy rather than what it looks like.</a:t>
            </a:r>
          </a:p>
          <a:p>
            <a:endParaRPr lang="en-US" baseline="0"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33</a:t>
            </a:fld>
            <a:endParaRPr lang="en-GB" dirty="0"/>
          </a:p>
        </p:txBody>
      </p:sp>
      <p:sp>
        <p:nvSpPr>
          <p:cNvPr id="5" name="Header Placeholder 4">
            <a:extLst>
              <a:ext uri="{FF2B5EF4-FFF2-40B4-BE49-F238E27FC236}">
                <a16:creationId xmlns:a16="http://schemas.microsoft.com/office/drawing/2014/main" id="{F744F23A-DC2B-4FBB-959D-F71F79F31F0A}"/>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8874310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latin typeface="Montserrat" panose="00000500000000000000" pitchFamily="2" charset="0"/>
                <a:cs typeface="Arial" charset="0"/>
              </a:rPr>
              <a:t>Wireframes can be pen and pencil drawings on paper or a whiteboard, or they can be produced by a wide range of software that range from specialist applications such as Axure or Omnigraffle, to illustration applications such as Photoshop or Illustrator.</a:t>
            </a:r>
          </a:p>
          <a:p>
            <a:endParaRPr lang="en-US" baseline="0"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34</a:t>
            </a:fld>
            <a:endParaRPr lang="en-GB" dirty="0"/>
          </a:p>
        </p:txBody>
      </p:sp>
      <p:sp>
        <p:nvSpPr>
          <p:cNvPr id="5" name="Header Placeholder 4">
            <a:extLst>
              <a:ext uri="{FF2B5EF4-FFF2-40B4-BE49-F238E27FC236}">
                <a16:creationId xmlns:a16="http://schemas.microsoft.com/office/drawing/2014/main" id="{1C8B601E-7538-4960-8508-4F29347585CE}"/>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76814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latin typeface="Montserrat" panose="00000500000000000000" pitchFamily="2" charset="0"/>
                <a:cs typeface="Arial" charset="0"/>
              </a:rPr>
              <a:t>They focus on</a:t>
            </a:r>
          </a:p>
          <a:p>
            <a:pPr marL="171450" indent="-171450">
              <a:buFont typeface="Wingdings" panose="05000000000000000000" pitchFamily="2" charset="2"/>
              <a:buChar char="§"/>
            </a:pPr>
            <a:r>
              <a:rPr lang="en-US" baseline="0" dirty="0">
                <a:latin typeface="Montserrat" panose="00000500000000000000" pitchFamily="2" charset="0"/>
                <a:cs typeface="Arial" charset="0"/>
              </a:rPr>
              <a:t>	The type of information displayed</a:t>
            </a:r>
          </a:p>
          <a:p>
            <a:pPr marL="171450" indent="-171450">
              <a:buFont typeface="Wingdings" panose="05000000000000000000" pitchFamily="2" charset="2"/>
              <a:buChar char="§"/>
            </a:pPr>
            <a:r>
              <a:rPr lang="en-US" baseline="0" dirty="0">
                <a:latin typeface="Montserrat" panose="00000500000000000000" pitchFamily="2" charset="0"/>
                <a:cs typeface="Arial" charset="0"/>
              </a:rPr>
              <a:t>	The range of functions available</a:t>
            </a:r>
          </a:p>
          <a:p>
            <a:pPr marL="171450" indent="-171450">
              <a:buFont typeface="Wingdings" panose="05000000000000000000" pitchFamily="2" charset="2"/>
              <a:buChar char="§"/>
            </a:pPr>
            <a:r>
              <a:rPr lang="en-US" baseline="0" dirty="0">
                <a:latin typeface="Montserrat" panose="00000500000000000000" pitchFamily="2" charset="0"/>
                <a:cs typeface="Arial" charset="0"/>
              </a:rPr>
              <a:t>	The relative priorities of the information and functions</a:t>
            </a:r>
          </a:p>
          <a:p>
            <a:pPr marL="171450" indent="-171450">
              <a:buFont typeface="Wingdings" panose="05000000000000000000" pitchFamily="2" charset="2"/>
              <a:buChar char="§"/>
            </a:pPr>
            <a:r>
              <a:rPr lang="en-US" baseline="0" dirty="0">
                <a:latin typeface="Montserrat" panose="00000500000000000000" pitchFamily="2" charset="0"/>
                <a:cs typeface="Arial" charset="0"/>
              </a:rPr>
              <a:t>	The rules for displaying different types of information</a:t>
            </a:r>
          </a:p>
          <a:p>
            <a:pPr marL="171450" indent="-171450">
              <a:buFont typeface="Wingdings" panose="05000000000000000000" pitchFamily="2" charset="2"/>
              <a:buChar char="§"/>
            </a:pPr>
            <a:r>
              <a:rPr lang="en-US" baseline="0" dirty="0">
                <a:latin typeface="Montserrat" panose="00000500000000000000" pitchFamily="2" charset="0"/>
                <a:cs typeface="Arial" charset="0"/>
              </a:rPr>
              <a:t>	the effect of different scenarios on the display</a:t>
            </a:r>
          </a:p>
          <a:p>
            <a:endParaRPr lang="en-US" baseline="0"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35</a:t>
            </a:fld>
            <a:endParaRPr lang="en-GB" dirty="0"/>
          </a:p>
        </p:txBody>
      </p:sp>
      <p:sp>
        <p:nvSpPr>
          <p:cNvPr id="5" name="Header Placeholder 4">
            <a:extLst>
              <a:ext uri="{FF2B5EF4-FFF2-40B4-BE49-F238E27FC236}">
                <a16:creationId xmlns:a16="http://schemas.microsoft.com/office/drawing/2014/main" id="{5EC88A8A-0ECF-4202-996F-C7308FF61FC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022580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dirty="0">
                <a:latin typeface="Montserrat" panose="00000500000000000000" pitchFamily="2" charset="0"/>
                <a:cs typeface="Arial" charset="0"/>
              </a:rPr>
              <a:t>Different types of wireframes</a:t>
            </a:r>
          </a:p>
          <a:p>
            <a:r>
              <a:rPr lang="en-US" b="1" i="1" baseline="0" dirty="0">
                <a:latin typeface="Montserrat" panose="00000500000000000000" pitchFamily="2" charset="0"/>
                <a:cs typeface="Arial" charset="0"/>
              </a:rPr>
              <a:t>Low fidelity</a:t>
            </a:r>
          </a:p>
          <a:p>
            <a:r>
              <a:rPr lang="en-US" baseline="0" dirty="0">
                <a:latin typeface="Montserrat" panose="00000500000000000000" pitchFamily="2" charset="0"/>
                <a:cs typeface="Arial" charset="0"/>
              </a:rPr>
              <a:t>Sometimes referred to as “Scamps”</a:t>
            </a:r>
          </a:p>
          <a:p>
            <a:r>
              <a:rPr lang="en-US" baseline="0" dirty="0">
                <a:latin typeface="Montserrat" panose="00000500000000000000" pitchFamily="2" charset="0"/>
                <a:cs typeface="Arial" charset="0"/>
              </a:rPr>
              <a:t>These are rough sketches or quick mockups that have little detail and are quick to produce. These wireframes are more abstract, allowing the project team to collaborate more quickly. They use simple shapes such are circles and rectangles with labelling to represent content, or may include dummy or symbolic content to represent data which is unavailable.</a:t>
            </a:r>
          </a:p>
          <a:p>
            <a:endParaRPr lang="en-US" baseline="0" dirty="0">
              <a:latin typeface="Montserrat" panose="00000500000000000000" pitchFamily="2" charset="0"/>
              <a:cs typeface="Arial" charset="0"/>
            </a:endParaRPr>
          </a:p>
          <a:p>
            <a:r>
              <a:rPr lang="en-US" b="1" i="1" baseline="0" dirty="0">
                <a:latin typeface="Montserrat" panose="00000500000000000000" pitchFamily="2" charset="0"/>
                <a:cs typeface="Arial" charset="0"/>
              </a:rPr>
              <a:t>High fidelity</a:t>
            </a:r>
          </a:p>
          <a:p>
            <a:r>
              <a:rPr lang="en-US" baseline="0" dirty="0">
                <a:latin typeface="Montserrat" panose="00000500000000000000" pitchFamily="2" charset="0"/>
                <a:cs typeface="Arial" charset="0"/>
              </a:rPr>
              <a:t>These incorporate a higher level of detail, this take longer to create. These are usually what you will see in project documentation, as the level of detail more closely resembles the design of the final product.</a:t>
            </a:r>
          </a:p>
          <a:p>
            <a:endParaRPr lang="en-US" baseline="0" dirty="0">
              <a:latin typeface="Montserrat" panose="00000500000000000000" pitchFamily="2" charset="0"/>
              <a:cs typeface="Arial" charset="0"/>
            </a:endParaRPr>
          </a:p>
          <a:p>
            <a:r>
              <a:rPr lang="en-GB" baseline="0" dirty="0">
                <a:latin typeface="Montserrat" panose="00000500000000000000" pitchFamily="2" charset="0"/>
                <a:cs typeface="Arial" charset="0"/>
              </a:rPr>
              <a:t>For simple or low-fidelity drawings, paper prototyping is a common technique. Since these sketches are just representations, annotations—adjacent notes to explain behaviour—are useful. For more complex projects, rendering wireframes using computer software is popular. Some tools allow the incorporation of interactivity including Flash animation, and front-end web technologies such as, HTML, CSS, and JavaScript.</a:t>
            </a:r>
          </a:p>
          <a:p>
            <a:endParaRPr lang="en-GB" baseline="0"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36</a:t>
            </a:fld>
            <a:endParaRPr lang="en-GB" dirty="0"/>
          </a:p>
        </p:txBody>
      </p:sp>
      <p:sp>
        <p:nvSpPr>
          <p:cNvPr id="5" name="Header Placeholder 4">
            <a:extLst>
              <a:ext uri="{FF2B5EF4-FFF2-40B4-BE49-F238E27FC236}">
                <a16:creationId xmlns:a16="http://schemas.microsoft.com/office/drawing/2014/main" id="{E821D7F2-7977-43EB-8E33-58613BA439A8}"/>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551854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baseline="0" dirty="0">
                <a:latin typeface="Montserrat" panose="00000500000000000000" pitchFamily="2" charset="0"/>
                <a:cs typeface="Arial" charset="0"/>
              </a:rPr>
              <a:t>Elements of a Wireframe</a:t>
            </a:r>
          </a:p>
          <a:p>
            <a:r>
              <a:rPr lang="en-GB" sz="1200" b="0" i="0" kern="1200" dirty="0">
                <a:solidFill>
                  <a:schemeClr val="tx1"/>
                </a:solidFill>
                <a:effectLst/>
                <a:latin typeface="Montserrat" panose="00000500000000000000" pitchFamily="2" charset="0"/>
                <a:ea typeface="+mn-ea"/>
                <a:cs typeface="Arial" pitchFamily="34" charset="0"/>
              </a:rPr>
              <a:t>The skeleton plan of an application can be broken down into three components: information design, navigation design, and interface design. Page layout is where these components come together visually, while wireframing is what depicts the relationship between these components</a:t>
            </a:r>
          </a:p>
          <a:p>
            <a:endParaRPr lang="en-GB" sz="1200" b="0" i="0" kern="1200" baseline="0" dirty="0">
              <a:solidFill>
                <a:schemeClr val="tx1"/>
              </a:solidFill>
              <a:effectLst/>
              <a:latin typeface="Montserrat" panose="00000500000000000000" pitchFamily="2" charset="0"/>
              <a:ea typeface="+mn-ea"/>
              <a:cs typeface="Arial" pitchFamily="34" charset="0"/>
            </a:endParaRPr>
          </a:p>
          <a:p>
            <a:r>
              <a:rPr lang="en-GB" sz="1200" b="1" i="0" kern="1200" baseline="0" dirty="0">
                <a:solidFill>
                  <a:schemeClr val="tx1"/>
                </a:solidFill>
                <a:effectLst/>
                <a:latin typeface="Montserrat" panose="00000500000000000000" pitchFamily="2" charset="0"/>
                <a:ea typeface="+mn-ea"/>
                <a:cs typeface="Arial" pitchFamily="34" charset="0"/>
              </a:rPr>
              <a:t>Information Design</a:t>
            </a:r>
          </a:p>
          <a:p>
            <a:r>
              <a:rPr lang="en-GB" sz="1200" b="0" i="0" kern="1200" baseline="0" dirty="0">
                <a:solidFill>
                  <a:schemeClr val="tx1"/>
                </a:solidFill>
                <a:effectLst/>
                <a:latin typeface="Montserrat" panose="00000500000000000000" pitchFamily="2" charset="0"/>
                <a:ea typeface="+mn-ea"/>
                <a:cs typeface="Arial" pitchFamily="34" charset="0"/>
              </a:rPr>
              <a:t>Information design is the presentation—placement and prioritization of information in a way that facilitates understanding. Information design is an area of graphic design, meant to display information effectively for clear communication. Information elements should be arranged in a way that reflects the goals and tasks of the user</a:t>
            </a:r>
          </a:p>
          <a:p>
            <a:endParaRPr lang="en-GB" sz="1200" b="0" i="0" kern="1200" baseline="0" dirty="0">
              <a:solidFill>
                <a:schemeClr val="tx1"/>
              </a:solidFill>
              <a:effectLst/>
              <a:latin typeface="Montserrat" panose="00000500000000000000" pitchFamily="2" charset="0"/>
              <a:ea typeface="+mn-ea"/>
              <a:cs typeface="Arial" pitchFamily="34" charset="0"/>
            </a:endParaRPr>
          </a:p>
          <a:p>
            <a:r>
              <a:rPr lang="en-GB" sz="1200" b="1" i="0" kern="1200" baseline="0" dirty="0">
                <a:solidFill>
                  <a:schemeClr val="tx1"/>
                </a:solidFill>
                <a:effectLst/>
                <a:latin typeface="Montserrat" panose="00000500000000000000" pitchFamily="2" charset="0"/>
                <a:ea typeface="+mn-ea"/>
                <a:cs typeface="Arial" pitchFamily="34" charset="0"/>
              </a:rPr>
              <a:t>Navigation Design</a:t>
            </a:r>
          </a:p>
          <a:p>
            <a:r>
              <a:rPr lang="en-GB" sz="1200" b="0" i="0" kern="1200" baseline="0" dirty="0">
                <a:solidFill>
                  <a:schemeClr val="tx1"/>
                </a:solidFill>
                <a:effectLst/>
                <a:latin typeface="Montserrat" panose="00000500000000000000" pitchFamily="2" charset="0"/>
                <a:ea typeface="+mn-ea"/>
                <a:cs typeface="Arial" pitchFamily="34" charset="0"/>
              </a:rPr>
              <a:t>The navigation system provides a set of screen elements that allow the user to move page to page through a website or application. The navigation design should communicate the relationship between the links it contains so that users understand the options they have for navigating the site. Often, websites contain multiple navigation systems such as a global navigation, local navigation, supplementary navigation, contextual navigation, and courtesy navigation.</a:t>
            </a:r>
          </a:p>
          <a:p>
            <a:endParaRPr lang="en-GB" sz="1200" b="0" i="0" kern="1200" baseline="0" dirty="0">
              <a:solidFill>
                <a:schemeClr val="tx1"/>
              </a:solidFill>
              <a:effectLst/>
              <a:latin typeface="Montserrat" panose="00000500000000000000" pitchFamily="2" charset="0"/>
              <a:ea typeface="+mn-ea"/>
              <a:cs typeface="Arial" pitchFamily="34" charset="0"/>
            </a:endParaRPr>
          </a:p>
          <a:p>
            <a:r>
              <a:rPr lang="en-GB" sz="1200" b="1" i="0" kern="1200" baseline="0" dirty="0">
                <a:solidFill>
                  <a:schemeClr val="tx1"/>
                </a:solidFill>
                <a:effectLst/>
                <a:latin typeface="Montserrat" panose="00000500000000000000" pitchFamily="2" charset="0"/>
                <a:ea typeface="+mn-ea"/>
                <a:cs typeface="Arial" pitchFamily="34" charset="0"/>
              </a:rPr>
              <a:t>Interface Design</a:t>
            </a:r>
          </a:p>
          <a:p>
            <a:r>
              <a:rPr lang="en-GB" sz="1200" b="0" i="0" kern="1200" baseline="0" dirty="0">
                <a:solidFill>
                  <a:schemeClr val="tx1"/>
                </a:solidFill>
                <a:effectLst/>
                <a:latin typeface="Montserrat" panose="00000500000000000000" pitchFamily="2" charset="0"/>
                <a:ea typeface="+mn-ea"/>
                <a:cs typeface="Arial" pitchFamily="34" charset="0"/>
              </a:rPr>
              <a:t>User interface design includes selecting and arranging interface elements to enable users to interact with the functionality of the system. The goal is to facilitate usability and efficiency as much as possible. Common elements found in interface design are action buttons, text fields, check boxes, radio buttons and drop-down menus</a:t>
            </a:r>
          </a:p>
          <a:p>
            <a:endParaRPr lang="en-US" baseline="0" dirty="0">
              <a:latin typeface="Montserrat" panose="00000500000000000000" pitchFamily="2" charset="0"/>
              <a:cs typeface="Arial" charset="0"/>
            </a:endParaRPr>
          </a:p>
          <a:p>
            <a:endParaRPr lang="en-GB" sz="1200" b="0" i="0" kern="1200" baseline="0" dirty="0">
              <a:solidFill>
                <a:schemeClr val="tx1"/>
              </a:solidFill>
              <a:effectLst/>
              <a:latin typeface="Montserrat" panose="00000500000000000000" pitchFamily="2" charset="0"/>
              <a:ea typeface="+mn-ea"/>
              <a:cs typeface="Arial" pitchFamily="34"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37</a:t>
            </a:fld>
            <a:endParaRPr lang="en-GB" dirty="0"/>
          </a:p>
        </p:txBody>
      </p:sp>
      <p:sp>
        <p:nvSpPr>
          <p:cNvPr id="5" name="Header Placeholder 4">
            <a:extLst>
              <a:ext uri="{FF2B5EF4-FFF2-40B4-BE49-F238E27FC236}">
                <a16:creationId xmlns:a16="http://schemas.microsoft.com/office/drawing/2014/main" id="{E5D36257-31BF-49C8-9994-8BEBF16F16FD}"/>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778606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When it comes to wireframes, whilst there are common solutions, it usually comes down to boxes and labels.</a:t>
            </a:r>
          </a:p>
          <a:p>
            <a:endParaRPr lang="en-GB" baseline="0" dirty="0"/>
          </a:p>
          <a:p>
            <a:r>
              <a:rPr lang="en-GB" baseline="0" dirty="0"/>
              <a:t>Any labelling or marking is to aid in instant recognition of what you are representing. As long as you visually convey your message, it does not matter what symbols you are using.</a:t>
            </a:r>
          </a:p>
          <a:p>
            <a:endParaRPr lang="en-GB" baseline="0" dirty="0"/>
          </a:p>
          <a:p>
            <a:endParaRPr lang="en-GB" dirty="0"/>
          </a:p>
        </p:txBody>
      </p:sp>
      <p:sp>
        <p:nvSpPr>
          <p:cNvPr id="4" name="Header Placeholder 3">
            <a:extLst>
              <a:ext uri="{FF2B5EF4-FFF2-40B4-BE49-F238E27FC236}">
                <a16:creationId xmlns:a16="http://schemas.microsoft.com/office/drawing/2014/main" id="{547CA2FD-10A4-4CA0-98D4-B086B6648C35}"/>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3838134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E6507F9A-C44D-41A8-B5BF-0364DF731540}"/>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0076301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Text</a:t>
            </a:r>
          </a:p>
          <a:p>
            <a:pPr lvl="1"/>
            <a:r>
              <a:rPr lang="en-GB" dirty="0"/>
              <a:t>Self explanatory</a:t>
            </a:r>
          </a:p>
          <a:p>
            <a:r>
              <a:rPr lang="en-GB" i="1" dirty="0"/>
              <a:t>Graphic Elements</a:t>
            </a:r>
          </a:p>
          <a:p>
            <a:pPr lvl="1"/>
            <a:r>
              <a:rPr lang="en-GB" dirty="0"/>
              <a:t>Any artwork</a:t>
            </a:r>
            <a:r>
              <a:rPr lang="en-GB" baseline="0" dirty="0"/>
              <a:t> that is displayed. This includes icons, pictures, and textures</a:t>
            </a:r>
          </a:p>
          <a:p>
            <a:r>
              <a:rPr lang="en-GB" i="1" dirty="0"/>
              <a:t>Widgets</a:t>
            </a:r>
          </a:p>
          <a:p>
            <a:pPr lvl="1"/>
            <a:r>
              <a:rPr lang="en-GB" b="0" i="0" u="none" dirty="0"/>
              <a:t>A GUI widget or control is an element of a graphical user interface (GUI) that displays information that is changeable by the user, such as a window or a text box. The defining characteristic of a widget is to provide a single interaction point for the direct manipulation of a given kind of data. i.e. widgets are basic visual building blocks which, combined in an application, hold all the data processed by the application and the available interactions on this data.</a:t>
            </a:r>
          </a:p>
          <a:p>
            <a:pPr lvl="0"/>
            <a:endParaRPr lang="en-GB" baseline="0" dirty="0"/>
          </a:p>
        </p:txBody>
      </p:sp>
      <p:sp>
        <p:nvSpPr>
          <p:cNvPr id="4" name="Header Placeholder 3">
            <a:extLst>
              <a:ext uri="{FF2B5EF4-FFF2-40B4-BE49-F238E27FC236}">
                <a16:creationId xmlns:a16="http://schemas.microsoft.com/office/drawing/2014/main" id="{88B6BCB3-5A38-4F7E-B443-AE2269C0126B}"/>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4213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Icons</a:t>
            </a:r>
          </a:p>
          <a:p>
            <a:pPr lvl="1"/>
            <a:r>
              <a:rPr lang="en-GB" dirty="0"/>
              <a:t>A pictogram Graphic Element that is displayed to help the user navigate the system, or understand the data presented.</a:t>
            </a:r>
          </a:p>
          <a:p>
            <a:pPr lvl="1"/>
            <a:r>
              <a:rPr lang="en-GB" dirty="0"/>
              <a:t>They</a:t>
            </a:r>
            <a:r>
              <a:rPr lang="en-GB" baseline="0" dirty="0"/>
              <a:t> are designed to be easily comprehensible and as such are stripped of extraneous detail.</a:t>
            </a:r>
          </a:p>
          <a:p>
            <a:r>
              <a:rPr lang="en-GB" i="1" dirty="0"/>
              <a:t>Alignment grids</a:t>
            </a:r>
          </a:p>
          <a:p>
            <a:pPr lvl="1"/>
            <a:r>
              <a:rPr lang="en-GB" dirty="0"/>
              <a:t>A set of invisible lines that content is “snapped to”</a:t>
            </a:r>
          </a:p>
          <a:p>
            <a:pPr lvl="1"/>
            <a:r>
              <a:rPr lang="en-GB" dirty="0"/>
              <a:t>It is a way of reducing visual clutter, creating clean and evenly spaced layouts, and maintaining coherency</a:t>
            </a:r>
            <a:r>
              <a:rPr lang="en-GB" baseline="0" dirty="0"/>
              <a:t> across a product or product line.</a:t>
            </a:r>
            <a:endParaRPr lang="en-GB" dirty="0"/>
          </a:p>
          <a:p>
            <a:pPr lvl="0"/>
            <a:endParaRPr lang="en-GB" dirty="0"/>
          </a:p>
        </p:txBody>
      </p:sp>
      <p:sp>
        <p:nvSpPr>
          <p:cNvPr id="4" name="Header Placeholder 3">
            <a:extLst>
              <a:ext uri="{FF2B5EF4-FFF2-40B4-BE49-F238E27FC236}">
                <a16:creationId xmlns:a16="http://schemas.microsoft.com/office/drawing/2014/main" id="{FA2517DB-3D56-45FF-9E23-7031CCEA1DC7}"/>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26244483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should be a single wireframe, that includes concepts on navigation and interaction.</a:t>
            </a:r>
          </a:p>
          <a:p>
            <a:r>
              <a:rPr lang="en-GB" dirty="0"/>
              <a:t>If</a:t>
            </a:r>
            <a:r>
              <a:rPr lang="en-GB" baseline="0" dirty="0"/>
              <a:t> the candidates look like they are splitting off into separate groups, nudge them back together; they are working on the wireframe as a whole, and doing it as a group.</a:t>
            </a:r>
          </a:p>
          <a:p>
            <a:endParaRPr lang="en-GB" baseline="0" dirty="0"/>
          </a:p>
          <a:p>
            <a:r>
              <a:rPr lang="en-GB" baseline="0" dirty="0"/>
              <a:t>If they are presenting different wireframes, tell them to pick the elements that they like, and work it into the main wireframe.</a:t>
            </a:r>
          </a:p>
          <a:p>
            <a:endParaRPr lang="en-GB" baseline="0" dirty="0"/>
          </a:p>
          <a:p>
            <a:r>
              <a:rPr lang="en-GB" baseline="0" dirty="0"/>
              <a:t>Encourage them to erase, revise, and iterate on the whiteboard; you want them to get used to a dynamic design session where it is about throwing ideas out and seeing what does and does not work. Remind them that there are no bad ideas; only ideas that aren’t right for *this* scenario, and that they will get better results by throwing those ideas up, and discarding them later than if they thought about them before they threw them up there.</a:t>
            </a:r>
            <a:endParaRPr lang="en-GB" dirty="0"/>
          </a:p>
          <a:p>
            <a:endParaRPr lang="en-GB" dirty="0"/>
          </a:p>
        </p:txBody>
      </p:sp>
      <p:sp>
        <p:nvSpPr>
          <p:cNvPr id="4" name="Header Placeholder 3">
            <a:extLst>
              <a:ext uri="{FF2B5EF4-FFF2-40B4-BE49-F238E27FC236}">
                <a16:creationId xmlns:a16="http://schemas.microsoft.com/office/drawing/2014/main" id="{4F1F15C9-3D09-4B8A-9CF1-2DBC223EC179}"/>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5039576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B70E3EFF-BCA2-426C-A5E8-4E9794D44F7A}"/>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1356522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You’re probably thinking “Why can’t I do this as a series</a:t>
            </a:r>
            <a:r>
              <a:rPr lang="en-GB" baseline="0" dirty="0"/>
              <a:t> of web pages?” since it’s a fairly straight forward set of static designs that are navigated through containing mainly boxes and text.</a:t>
            </a:r>
          </a:p>
          <a:p>
            <a:endParaRPr lang="en-GB" baseline="0" dirty="0"/>
          </a:p>
          <a:p>
            <a:r>
              <a:rPr lang="en-GB" baseline="0" dirty="0"/>
              <a:t>The answer is that you can.</a:t>
            </a:r>
          </a:p>
          <a:p>
            <a:endParaRPr lang="en-GB" baseline="0" dirty="0"/>
          </a:p>
          <a:p>
            <a:r>
              <a:rPr lang="en-GB" baseline="0" dirty="0"/>
              <a:t>In fact, this is what most interactive prototypes are; a set of static html pages that can be navigated through to simulate the application.</a:t>
            </a:r>
          </a:p>
          <a:p>
            <a:endParaRPr lang="en-GB" baseline="0" dirty="0"/>
          </a:p>
          <a:p>
            <a:r>
              <a:rPr lang="en-GB" baseline="0" dirty="0"/>
              <a:t>If your end product is in HTML/CSS you may even find yourself building on your wireframes, adding more detail and refinement until they have been transformed into a releasable product.</a:t>
            </a:r>
          </a:p>
          <a:p>
            <a:endParaRPr lang="en-GB" baseline="0" dirty="0"/>
          </a:p>
          <a:p>
            <a:r>
              <a:rPr lang="en-GB" baseline="0" dirty="0"/>
              <a:t>Also known as Rapid Prototyping, this is the current trend for replacing the High-Fidelity wireframes, as it is easier to maintain, more user friendly, and much quicker to create.</a:t>
            </a:r>
            <a:endParaRPr lang="en-GB" dirty="0"/>
          </a:p>
        </p:txBody>
      </p:sp>
      <p:sp>
        <p:nvSpPr>
          <p:cNvPr id="4" name="Header Placeholder 3">
            <a:extLst>
              <a:ext uri="{FF2B5EF4-FFF2-40B4-BE49-F238E27FC236}">
                <a16:creationId xmlns:a16="http://schemas.microsoft.com/office/drawing/2014/main" id="{81D70555-A9F7-4201-AA26-8FD20E9AD413}"/>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5037589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FB7ED72B-8E48-4456-B804-AE8687DC51D0}"/>
              </a:ext>
            </a:extLst>
          </p:cNvPr>
          <p:cNvSpPr>
            <a:spLocks noGrp="1"/>
          </p:cNvSpPr>
          <p:nvPr>
            <p:ph type="hdr" sz="quarter"/>
          </p:nvPr>
        </p:nvSpPr>
        <p:spPr/>
        <p:txBody>
          <a:bodyPr/>
          <a:lstStyle/>
          <a:p>
            <a:r>
              <a:rPr lang="en-GB"/>
              <a:t>QAUX v2.0</a:t>
            </a:r>
            <a:endParaRPr lang="en-GB" dirty="0"/>
          </a:p>
        </p:txBody>
      </p:sp>
    </p:spTree>
    <p:extLst>
      <p:ext uri="{BB962C8B-B14F-4D97-AF65-F5344CB8AC3E}">
        <p14:creationId xmlns:p14="http://schemas.microsoft.com/office/powerpoint/2010/main" val="1622372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43098901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dirty="0"/>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179172249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dirty="0"/>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1283692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dirty="0"/>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159390810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265164738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19570105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dirty="0"/>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Tree>
    <p:extLst>
      <p:ext uri="{BB962C8B-B14F-4D97-AF65-F5344CB8AC3E}">
        <p14:creationId xmlns:p14="http://schemas.microsoft.com/office/powerpoint/2010/main" val="3647231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97518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dirty="0"/>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46610657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dirty="0"/>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6525209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dirty="0"/>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1933683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dirty="0"/>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41640908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3693500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Tree>
    <p:extLst>
      <p:ext uri="{BB962C8B-B14F-4D97-AF65-F5344CB8AC3E}">
        <p14:creationId xmlns:p14="http://schemas.microsoft.com/office/powerpoint/2010/main" val="5790450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8851007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dirty="0"/>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4B543A0A-6279-4BC8-96A2-782947AA23D7}"/>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806961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4B543A0A-6279-4BC8-96A2-782947AA23D7}"/>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568609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0" name="Text Placeholder 2">
            <a:extLst>
              <a:ext uri="{FF2B5EF4-FFF2-40B4-BE49-F238E27FC236}">
                <a16:creationId xmlns:a16="http://schemas.microsoft.com/office/drawing/2014/main" id="{A0C796F0-274B-4369-B143-1FB3858C8704}"/>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9225408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979788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dirty="0">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3" name="Text Placeholder 2">
            <a:extLst>
              <a:ext uri="{FF2B5EF4-FFF2-40B4-BE49-F238E27FC236}">
                <a16:creationId xmlns:a16="http://schemas.microsoft.com/office/drawing/2014/main" id="{887C134E-FF34-427E-A1A9-5665198516FF}"/>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9632173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5" name="Text Placeholder 2">
            <a:extLst>
              <a:ext uri="{FF2B5EF4-FFF2-40B4-BE49-F238E27FC236}">
                <a16:creationId xmlns:a16="http://schemas.microsoft.com/office/drawing/2014/main" id="{C1CE118D-6684-414D-A495-A3B8A68324FF}"/>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10720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dirty="0"/>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157393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dirty="0"/>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433680"/>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756434"/>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dirty="0"/>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dirty="0"/>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dirty="0"/>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dirty="0"/>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66078844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dirty="0"/>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134502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dirty="0"/>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852141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dirty="0"/>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503606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dirty="0"/>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916284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14750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562647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935292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73222" y="1037052"/>
            <a:ext cx="5722778"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19359597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635597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dirty="0"/>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86289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84889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536498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93202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501041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85310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dirty="0">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716946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605671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295162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7103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 y="5813020"/>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dirty="0"/>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79755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cstate="email">
            <a:biLevel thresh="25000"/>
            <a:extLst>
              <a:ext uri="{28A0092B-C50C-407E-A947-70E740481C1C}">
                <a14:useLocalDpi xmlns:a14="http://schemas.microsoft.com/office/drawing/2010/main"/>
              </a:ext>
            </a:extLst>
          </a:blip>
          <a:srcRect/>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75503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sp>
        <p:nvSpPr>
          <p:cNvPr id="5" name="Text Placeholder 4"/>
          <p:cNvSpPr>
            <a:spLocks noGrp="1"/>
          </p:cNvSpPr>
          <p:nvPr>
            <p:ph type="body" sz="quarter" idx="11" hasCustomPrompt="1"/>
          </p:nvPr>
        </p:nvSpPr>
        <p:spPr>
          <a:xfrm>
            <a:off x="6195034" y="3432175"/>
            <a:ext cx="5621337" cy="3046413"/>
          </a:xfrm>
        </p:spPr>
        <p:txBody>
          <a:bodyPr/>
          <a:lstStyle>
            <a:lvl1pPr marL="270000" indent="-270000">
              <a:buFont typeface="Arial" panose="020B0604020202020204" pitchFamily="34" charset="0"/>
              <a:buChar char="•"/>
              <a:defRPr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4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1">
              <a:lnSpc>
                <a:spcPct val="100000"/>
              </a:lnSpc>
              <a:spcAft>
                <a:spcPts val="1200"/>
              </a:spcAft>
              <a:buFont typeface="Arial" panose="020B0604020202020204" pitchFamily="34" charset="0"/>
              <a:buChar char="•"/>
            </a:pPr>
            <a:r>
              <a:rPr lang="en-GB" dirty="0"/>
              <a:t>Text to sit here</a:t>
            </a:r>
          </a:p>
          <a:p>
            <a:pPr lvl="1">
              <a:lnSpc>
                <a:spcPct val="100000"/>
              </a:lnSpc>
              <a:spcAft>
                <a:spcPts val="1200"/>
              </a:spcAft>
              <a:buFont typeface="Arial" panose="020B0604020202020204" pitchFamily="34" charset="0"/>
              <a:buChar char="•"/>
            </a:pPr>
            <a:r>
              <a:rPr lang="en-GB" dirty="0"/>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dirty="0"/>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dirty="0"/>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dirty="0"/>
              <a:t>Text to sit here</a:t>
            </a:r>
          </a:p>
          <a:p>
            <a:pPr lvl="1">
              <a:lnSpc>
                <a:spcPct val="100000"/>
              </a:lnSpc>
              <a:spcAft>
                <a:spcPts val="1200"/>
              </a:spcAft>
              <a:buFont typeface="Arial" panose="020B0604020202020204" pitchFamily="34" charset="0"/>
              <a:buChar char="•"/>
            </a:pPr>
            <a:endParaRPr lang="en-GB" dirty="0"/>
          </a:p>
          <a:p>
            <a:pPr lvl="1">
              <a:lnSpc>
                <a:spcPct val="100000"/>
              </a:lnSpc>
              <a:spcAft>
                <a:spcPts val="1200"/>
              </a:spcAft>
              <a:buFont typeface="Arial" panose="020B0604020202020204" pitchFamily="34" charset="0"/>
              <a:buChar char="•"/>
            </a:pPr>
            <a:endParaRPr lang="en-GB" dirty="0"/>
          </a:p>
          <a:p>
            <a:pPr lvl="1">
              <a:lnSpc>
                <a:spcPct val="100000"/>
              </a:lnSpc>
              <a:spcAft>
                <a:spcPts val="1200"/>
              </a:spcAft>
              <a:buFont typeface="Arial" panose="020B0604020202020204" pitchFamily="34" charset="0"/>
              <a:buChar char="•"/>
            </a:pPr>
            <a:endParaRPr lang="en-GB"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70624071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ext Slide B">
    <p:spTree>
      <p:nvGrpSpPr>
        <p:cNvPr id="1" name=""/>
        <p:cNvGrpSpPr/>
        <p:nvPr/>
      </p:nvGrpSpPr>
      <p:grpSpPr>
        <a:xfrm>
          <a:off x="0" y="0"/>
          <a:ext cx="0" cy="0"/>
          <a:chOff x="0" y="0"/>
          <a:chExt cx="0" cy="0"/>
        </a:xfrm>
      </p:grpSpPr>
      <p:sp>
        <p:nvSpPr>
          <p:cNvPr id="14" name="Text Placeholder 2"/>
          <p:cNvSpPr>
            <a:spLocks noGrp="1"/>
          </p:cNvSpPr>
          <p:nvPr>
            <p:ph type="body" sz="quarter" idx="10" hasCustomPrompt="1"/>
          </p:nvPr>
        </p:nvSpPr>
        <p:spPr>
          <a:xfrm>
            <a:off x="380832" y="1242034"/>
            <a:ext cx="2721143" cy="1962150"/>
          </a:xfrm>
        </p:spPr>
        <p:txBody>
          <a:bodyPr/>
          <a:lstStyle>
            <a:lvl1pPr marL="0" indent="0">
              <a:lnSpc>
                <a:spcPct val="90000"/>
              </a:lnSpc>
              <a:spcAft>
                <a:spcPts val="0"/>
              </a:spcAft>
              <a:buFont typeface="Arial" panose="020B0604020202020204" pitchFamily="34" charset="0"/>
              <a:buNone/>
              <a:defRPr sz="3600" cap="none" baseline="0">
                <a:solidFill>
                  <a:srgbClr val="FF004C"/>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a:t>
            </a:r>
            <a:br>
              <a:rPr lang="en-US" dirty="0"/>
            </a:br>
            <a:r>
              <a:rPr lang="en-US" dirty="0"/>
              <a:t>here</a:t>
            </a:r>
          </a:p>
        </p:txBody>
      </p:sp>
      <p:sp>
        <p:nvSpPr>
          <p:cNvPr id="18" name="Text Placeholder 4"/>
          <p:cNvSpPr>
            <a:spLocks noGrp="1"/>
          </p:cNvSpPr>
          <p:nvPr>
            <p:ph type="body" sz="quarter" idx="15" hasCustomPrompt="1"/>
          </p:nvPr>
        </p:nvSpPr>
        <p:spPr>
          <a:xfrm>
            <a:off x="3293084" y="2366057"/>
            <a:ext cx="2719387"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9" name="Text Placeholder 4"/>
          <p:cNvSpPr>
            <a:spLocks noGrp="1"/>
          </p:cNvSpPr>
          <p:nvPr>
            <p:ph type="body" sz="quarter" idx="16" hasCustomPrompt="1"/>
          </p:nvPr>
        </p:nvSpPr>
        <p:spPr>
          <a:xfrm>
            <a:off x="6195034" y="2366057"/>
            <a:ext cx="2710841"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20" name="Text Placeholder 4"/>
          <p:cNvSpPr>
            <a:spLocks noGrp="1"/>
          </p:cNvSpPr>
          <p:nvPr>
            <p:ph type="body" sz="quarter" idx="17" hasCustomPrompt="1"/>
          </p:nvPr>
        </p:nvSpPr>
        <p:spPr>
          <a:xfrm>
            <a:off x="9094769" y="2366057"/>
            <a:ext cx="2719387"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22" name="Picture Placeholder 21"/>
          <p:cNvSpPr>
            <a:spLocks noGrp="1"/>
          </p:cNvSpPr>
          <p:nvPr>
            <p:ph type="pic" sz="quarter" idx="18" hasCustomPrompt="1"/>
          </p:nvPr>
        </p:nvSpPr>
        <p:spPr>
          <a:xfrm>
            <a:off x="3284538" y="1233488"/>
            <a:ext cx="785813" cy="785812"/>
          </a:xfrm>
        </p:spPr>
        <p:txBody>
          <a:bodyPr/>
          <a:lstStyle>
            <a:lvl1pPr marL="0" indent="0">
              <a:buNone/>
              <a:defRPr/>
            </a:lvl1pPr>
          </a:lstStyle>
          <a:p>
            <a:r>
              <a:rPr lang="en-GB" dirty="0"/>
              <a:t>icon</a:t>
            </a:r>
          </a:p>
        </p:txBody>
      </p:sp>
      <p:sp>
        <p:nvSpPr>
          <p:cNvPr id="23" name="Picture Placeholder 21"/>
          <p:cNvSpPr>
            <a:spLocks noGrp="1"/>
          </p:cNvSpPr>
          <p:nvPr>
            <p:ph type="pic" sz="quarter" idx="19" hasCustomPrompt="1"/>
          </p:nvPr>
        </p:nvSpPr>
        <p:spPr>
          <a:xfrm>
            <a:off x="6186488" y="1226412"/>
            <a:ext cx="785813" cy="785812"/>
          </a:xfrm>
        </p:spPr>
        <p:txBody>
          <a:bodyPr/>
          <a:lstStyle>
            <a:lvl1pPr marL="0" indent="0">
              <a:buNone/>
              <a:defRPr/>
            </a:lvl1pPr>
          </a:lstStyle>
          <a:p>
            <a:r>
              <a:rPr lang="en-GB" dirty="0"/>
              <a:t>icon</a:t>
            </a:r>
          </a:p>
        </p:txBody>
      </p:sp>
      <p:sp>
        <p:nvSpPr>
          <p:cNvPr id="24" name="Picture Placeholder 21"/>
          <p:cNvSpPr>
            <a:spLocks noGrp="1"/>
          </p:cNvSpPr>
          <p:nvPr>
            <p:ph type="pic" sz="quarter" idx="20" hasCustomPrompt="1"/>
          </p:nvPr>
        </p:nvSpPr>
        <p:spPr>
          <a:xfrm>
            <a:off x="9094769" y="1233488"/>
            <a:ext cx="785813" cy="785812"/>
          </a:xfrm>
        </p:spPr>
        <p:txBody>
          <a:bodyPr/>
          <a:lstStyle>
            <a:lvl1pPr marL="0" indent="0">
              <a:buNone/>
              <a:defRPr/>
            </a:lvl1pPr>
          </a:lstStyle>
          <a:p>
            <a:r>
              <a:rPr lang="en-GB" dirty="0"/>
              <a:t>icon</a:t>
            </a:r>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289020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2" name="Picture 1"/>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4435268"/>
            <a:ext cx="4722378" cy="1628175"/>
          </a:xfrm>
          <a:prstGeom prst="rect">
            <a:avLst/>
          </a:prstGeom>
        </p:spPr>
      </p:pic>
    </p:spTree>
    <p:extLst>
      <p:ext uri="{BB962C8B-B14F-4D97-AF65-F5344CB8AC3E}">
        <p14:creationId xmlns:p14="http://schemas.microsoft.com/office/powerpoint/2010/main" val="32038592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C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7" name="Text Placeholder 4"/>
          <p:cNvSpPr>
            <a:spLocks noGrp="1"/>
          </p:cNvSpPr>
          <p:nvPr>
            <p:ph type="body" sz="quarter" idx="15" hasCustomPrompt="1"/>
          </p:nvPr>
        </p:nvSpPr>
        <p:spPr>
          <a:xfrm>
            <a:off x="5037138"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Text Placeholder 4"/>
          <p:cNvSpPr>
            <a:spLocks noGrp="1"/>
          </p:cNvSpPr>
          <p:nvPr>
            <p:ph type="body" sz="quarter" idx="16" hasCustomPrompt="1"/>
          </p:nvPr>
        </p:nvSpPr>
        <p:spPr>
          <a:xfrm>
            <a:off x="8517222"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6238" y="4446884"/>
            <a:ext cx="4375225" cy="1964632"/>
          </a:xfrm>
          <a:prstGeom prst="rect">
            <a:avLst/>
          </a:prstGeom>
        </p:spPr>
      </p:pic>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133153472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dirty="0"/>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dirty="0"/>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dirty="0"/>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dirty="0"/>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dirty="0"/>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dirty="0"/>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567564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dirty="0"/>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345510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dirty="0"/>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46869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dirty="0"/>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574894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dirty="0"/>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266284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444175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112540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3800561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dirty="0"/>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868987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126890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dirty="0"/>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766949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dirty="0">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054351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dirty="0"/>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dirty="0"/>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7279005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dirty="0"/>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99137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982254041"/>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Text Placeholder 4"/>
          <p:cNvSpPr>
            <a:spLocks noGrp="1"/>
          </p:cNvSpPr>
          <p:nvPr>
            <p:ph type="body" sz="quarter" idx="16" hasCustomPrompt="1"/>
          </p:nvPr>
        </p:nvSpPr>
        <p:spPr>
          <a:xfrm>
            <a:off x="8120063"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250600754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ext Slide C">
    <p:spTree>
      <p:nvGrpSpPr>
        <p:cNvPr id="1" name=""/>
        <p:cNvGrpSpPr/>
        <p:nvPr/>
      </p:nvGrpSpPr>
      <p:grpSpPr>
        <a:xfrm>
          <a:off x="0" y="0"/>
          <a:ext cx="0" cy="0"/>
          <a:chOff x="0" y="0"/>
          <a:chExt cx="0" cy="0"/>
        </a:xfrm>
      </p:grpSpPr>
      <p:pic>
        <p:nvPicPr>
          <p:cNvPr id="27" name="Picture 2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990616" y="930001"/>
            <a:ext cx="6306432" cy="1739432"/>
          </a:xfrm>
          <a:prstGeom prst="rect">
            <a:avLst/>
          </a:prstGeom>
        </p:spPr>
      </p:pic>
      <p:sp>
        <p:nvSpPr>
          <p:cNvPr id="7" name="Text Placeholder 2"/>
          <p:cNvSpPr>
            <a:spLocks noGrp="1"/>
          </p:cNvSpPr>
          <p:nvPr>
            <p:ph type="body" sz="quarter" idx="10" hasCustomPrompt="1"/>
          </p:nvPr>
        </p:nvSpPr>
        <p:spPr>
          <a:xfrm>
            <a:off x="384784" y="1242034"/>
            <a:ext cx="4834916"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sp>
        <p:nvSpPr>
          <p:cNvPr id="3" name="Text Placeholder 2"/>
          <p:cNvSpPr>
            <a:spLocks noGrp="1"/>
          </p:cNvSpPr>
          <p:nvPr>
            <p:ph type="body" sz="quarter" idx="11"/>
          </p:nvPr>
        </p:nvSpPr>
        <p:spPr>
          <a:xfrm>
            <a:off x="6186488" y="3429000"/>
            <a:ext cx="5621337" cy="3049588"/>
          </a:xfrm>
        </p:spPr>
        <p:txBody>
          <a:bodyPr/>
          <a:lstStyle>
            <a:lvl1pPr marL="0" indent="0">
              <a:lnSpc>
                <a:spcPct val="100000"/>
              </a:lnSpc>
              <a:buFont typeface="Arial" panose="020B0604020202020204" pitchFamily="34" charset="0"/>
              <a:buNone/>
              <a:defRPr b="0"/>
            </a:lvl1pPr>
            <a:lvl2pPr marL="180000" indent="-180000">
              <a:lnSpc>
                <a:spcPct val="100000"/>
              </a:lnSpc>
              <a:buFont typeface="Arial" panose="020B0604020202020204" pitchFamily="34" charset="0"/>
              <a:buChar char="•"/>
              <a:defRPr sz="1400"/>
            </a:lvl2pPr>
          </a:lstStyle>
          <a:p>
            <a:pPr lvl="0"/>
            <a:r>
              <a:rPr lang="en-US"/>
              <a:t>Click to edit Master text styles</a:t>
            </a:r>
          </a:p>
          <a:p>
            <a:pPr lvl="1"/>
            <a:r>
              <a:rPr lang="en-US"/>
              <a:t>Second level</a:t>
            </a:r>
          </a:p>
        </p:txBody>
      </p:sp>
      <p:sp>
        <p:nvSpPr>
          <p:cNvPr id="10" name="Text Placeholder 2"/>
          <p:cNvSpPr>
            <a:spLocks noGrp="1"/>
          </p:cNvSpPr>
          <p:nvPr>
            <p:ph type="body" sz="quarter" idx="12"/>
          </p:nvPr>
        </p:nvSpPr>
        <p:spPr>
          <a:xfrm>
            <a:off x="384784" y="3438258"/>
            <a:ext cx="5621337" cy="3049588"/>
          </a:xfrm>
        </p:spPr>
        <p:txBody>
          <a:bodyPr/>
          <a:lstStyle>
            <a:lvl1pPr marL="0" indent="0">
              <a:lnSpc>
                <a:spcPct val="100000"/>
              </a:lnSpc>
              <a:buFont typeface="Arial" panose="020B0604020202020204" pitchFamily="34" charset="0"/>
              <a:buNone/>
              <a:defRPr b="0"/>
            </a:lvl1pPr>
            <a:lvl2pPr marL="180000" indent="-180000">
              <a:lnSpc>
                <a:spcPct val="100000"/>
              </a:lnSpc>
              <a:buFont typeface="Arial" panose="020B0604020202020204" pitchFamily="34" charset="0"/>
              <a:buChar char="•"/>
              <a:defRPr sz="1400"/>
            </a:lvl2pPr>
          </a:lstStyle>
          <a:p>
            <a:pPr lvl="0"/>
            <a:r>
              <a:rPr lang="en-US"/>
              <a:t>Click to edit Master text styles</a:t>
            </a:r>
          </a:p>
          <a:p>
            <a:pPr lvl="1"/>
            <a:r>
              <a:rPr lang="en-US"/>
              <a:t>Second level</a:t>
            </a:r>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403143956"/>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12" name="Text Placeholder 2"/>
          <p:cNvSpPr>
            <a:spLocks noGrp="1"/>
          </p:cNvSpPr>
          <p:nvPr>
            <p:ph type="body" sz="quarter" idx="10" hasCustomPrompt="1"/>
          </p:nvPr>
        </p:nvSpPr>
        <p:spPr>
          <a:xfrm>
            <a:off x="384784" y="1242034"/>
            <a:ext cx="3683110" cy="3654706"/>
          </a:xfrm>
        </p:spPr>
        <p:txBody>
          <a:bodyPr/>
          <a:lstStyle>
            <a:lvl1pPr marL="0" indent="0">
              <a:lnSpc>
                <a:spcPct val="90000"/>
              </a:lnSpc>
              <a:spcAft>
                <a:spcPts val="0"/>
              </a:spcAft>
              <a:buFont typeface="Arial" panose="020B0604020202020204" pitchFamily="34" charset="0"/>
              <a:buNone/>
              <a:defRPr sz="4000" cap="none" baseline="0">
                <a:solidFill>
                  <a:srgbClr val="7F007D"/>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sp>
        <p:nvSpPr>
          <p:cNvPr id="3" name="Picture Placeholder 2"/>
          <p:cNvSpPr>
            <a:spLocks noGrp="1"/>
          </p:cNvSpPr>
          <p:nvPr>
            <p:ph type="pic" sz="quarter" idx="11" hasCustomPrompt="1"/>
          </p:nvPr>
        </p:nvSpPr>
        <p:spPr>
          <a:xfrm>
            <a:off x="4251325" y="2111375"/>
            <a:ext cx="1055688" cy="1055688"/>
          </a:xfrm>
        </p:spPr>
        <p:txBody>
          <a:bodyPr/>
          <a:lstStyle>
            <a:lvl1pPr marL="0" indent="0">
              <a:buNone/>
              <a:defRPr/>
            </a:lvl1pPr>
          </a:lstStyle>
          <a:p>
            <a:r>
              <a:rPr lang="en-GB" dirty="0"/>
              <a:t>Icon</a:t>
            </a:r>
          </a:p>
        </p:txBody>
      </p:sp>
      <p:sp>
        <p:nvSpPr>
          <p:cNvPr id="22" name="Picture Placeholder 2"/>
          <p:cNvSpPr>
            <a:spLocks noGrp="1"/>
          </p:cNvSpPr>
          <p:nvPr>
            <p:ph type="pic" sz="quarter" idx="12" hasCustomPrompt="1"/>
          </p:nvPr>
        </p:nvSpPr>
        <p:spPr>
          <a:xfrm>
            <a:off x="6186488" y="2111375"/>
            <a:ext cx="1055688" cy="1055688"/>
          </a:xfrm>
        </p:spPr>
        <p:txBody>
          <a:bodyPr/>
          <a:lstStyle>
            <a:lvl1pPr marL="0" indent="0">
              <a:buNone/>
              <a:defRPr/>
            </a:lvl1pPr>
          </a:lstStyle>
          <a:p>
            <a:r>
              <a:rPr lang="en-GB" dirty="0"/>
              <a:t>Icon</a:t>
            </a:r>
          </a:p>
        </p:txBody>
      </p:sp>
      <p:sp>
        <p:nvSpPr>
          <p:cNvPr id="23" name="Picture Placeholder 2"/>
          <p:cNvSpPr>
            <a:spLocks noGrp="1"/>
          </p:cNvSpPr>
          <p:nvPr>
            <p:ph type="pic" sz="quarter" idx="13" hasCustomPrompt="1"/>
          </p:nvPr>
        </p:nvSpPr>
        <p:spPr>
          <a:xfrm>
            <a:off x="8120063" y="2111375"/>
            <a:ext cx="1055688" cy="1055688"/>
          </a:xfrm>
        </p:spPr>
        <p:txBody>
          <a:bodyPr/>
          <a:lstStyle>
            <a:lvl1pPr marL="0" indent="0">
              <a:buNone/>
              <a:defRPr/>
            </a:lvl1pPr>
          </a:lstStyle>
          <a:p>
            <a:r>
              <a:rPr lang="en-GB" dirty="0"/>
              <a:t>Icon</a:t>
            </a:r>
          </a:p>
        </p:txBody>
      </p:sp>
      <p:sp>
        <p:nvSpPr>
          <p:cNvPr id="25" name="Picture Placeholder 2"/>
          <p:cNvSpPr>
            <a:spLocks noGrp="1"/>
          </p:cNvSpPr>
          <p:nvPr>
            <p:ph type="pic" sz="quarter" idx="14" hasCustomPrompt="1"/>
          </p:nvPr>
        </p:nvSpPr>
        <p:spPr>
          <a:xfrm>
            <a:off x="10056094" y="2111375"/>
            <a:ext cx="1055688" cy="1055688"/>
          </a:xfrm>
        </p:spPr>
        <p:txBody>
          <a:bodyPr/>
          <a:lstStyle>
            <a:lvl1pPr marL="0" indent="0">
              <a:buNone/>
              <a:defRPr/>
            </a:lvl1pPr>
          </a:lstStyle>
          <a:p>
            <a:r>
              <a:rPr lang="en-GB" dirty="0"/>
              <a:t>Icon</a:t>
            </a:r>
          </a:p>
        </p:txBody>
      </p:sp>
      <p:sp>
        <p:nvSpPr>
          <p:cNvPr id="5" name="Text Placeholder 4"/>
          <p:cNvSpPr>
            <a:spLocks noGrp="1"/>
          </p:cNvSpPr>
          <p:nvPr>
            <p:ph type="body" sz="quarter" idx="15"/>
          </p:nvPr>
        </p:nvSpPr>
        <p:spPr>
          <a:xfrm>
            <a:off x="6186488"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6" name="Text Placeholder 4"/>
          <p:cNvSpPr>
            <a:spLocks noGrp="1"/>
          </p:cNvSpPr>
          <p:nvPr>
            <p:ph type="body" sz="quarter" idx="16"/>
          </p:nvPr>
        </p:nvSpPr>
        <p:spPr>
          <a:xfrm>
            <a:off x="4251325"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7" name="Text Placeholder 4"/>
          <p:cNvSpPr>
            <a:spLocks noGrp="1"/>
          </p:cNvSpPr>
          <p:nvPr>
            <p:ph type="body" sz="quarter" idx="17"/>
          </p:nvPr>
        </p:nvSpPr>
        <p:spPr>
          <a:xfrm>
            <a:off x="8120063"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8" name="Text Placeholder 4"/>
          <p:cNvSpPr>
            <a:spLocks noGrp="1"/>
          </p:cNvSpPr>
          <p:nvPr>
            <p:ph type="body" sz="quarter" idx="18"/>
          </p:nvPr>
        </p:nvSpPr>
        <p:spPr>
          <a:xfrm>
            <a:off x="10056094"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551745423"/>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6195079" y="2102264"/>
            <a:ext cx="4645959"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1"/>
          </p:nvPr>
        </p:nvSpPr>
        <p:spPr>
          <a:xfrm>
            <a:off x="1357921" y="2102264"/>
            <a:ext cx="4646004"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
          <p:cNvSpPr>
            <a:spLocks noGrp="1"/>
          </p:cNvSpPr>
          <p:nvPr>
            <p:ph type="body" sz="quarter" idx="12" hasCustomPrompt="1"/>
          </p:nvPr>
        </p:nvSpPr>
        <p:spPr>
          <a:xfrm>
            <a:off x="1357920" y="1240172"/>
            <a:ext cx="9491663"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Tree>
    <p:extLst>
      <p:ext uri="{BB962C8B-B14F-4D97-AF65-F5344CB8AC3E}">
        <p14:creationId xmlns:p14="http://schemas.microsoft.com/office/powerpoint/2010/main" val="294380888"/>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7694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894080" y="785794"/>
            <a:ext cx="991616" cy="707136"/>
          </a:xfrm>
          <a:prstGeom prst="rect">
            <a:avLst/>
          </a:prstGeom>
        </p:spPr>
      </p:pic>
    </p:spTree>
    <p:extLst>
      <p:ext uri="{BB962C8B-B14F-4D97-AF65-F5344CB8AC3E}">
        <p14:creationId xmlns:p14="http://schemas.microsoft.com/office/powerpoint/2010/main" val="298854928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28538204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90463" y="928694"/>
            <a:ext cx="11715792" cy="5286375"/>
          </a:xfrm>
        </p:spPr>
        <p:txBody>
          <a:bodyPr/>
          <a:lstStyle>
            <a:lvl1pPr>
              <a:buNone/>
              <a:defRPr/>
            </a:lvl1pPr>
          </a:lstStyle>
          <a:p>
            <a:pPr lvl="0"/>
            <a:r>
              <a:rPr lang="en-US"/>
              <a:t>Click to edit Master text styles</a:t>
            </a:r>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160167948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508000" y="6553200"/>
            <a:ext cx="2540000" cy="228600"/>
          </a:xfrm>
          <a:prstGeom prst="rect">
            <a:avLst/>
          </a:prstGeom>
          <a:ln/>
        </p:spPr>
        <p:txBody>
          <a:bodyPr/>
          <a:lstStyle>
            <a:lvl1pPr>
              <a:defRPr/>
            </a:lvl1pPr>
          </a:lstStyle>
          <a:p>
            <a:pPr>
              <a:defRPr/>
            </a:pPr>
            <a:fld id="{B4106271-ACC8-46FB-ABC3-2EF86CF4B3C3}" type="datetime9">
              <a:rPr lang="en-US"/>
              <a:pPr>
                <a:defRPr/>
              </a:pPr>
              <a:t>6/9/2023 11:10:51 AM</a:t>
            </a:fld>
            <a:endParaRPr lang="en-US" dirty="0"/>
          </a:p>
        </p:txBody>
      </p:sp>
      <p:sp>
        <p:nvSpPr>
          <p:cNvPr id="4" name="Rectangle 5"/>
          <p:cNvSpPr>
            <a:spLocks noGrp="1" noChangeArrowheads="1"/>
          </p:cNvSpPr>
          <p:nvPr>
            <p:ph type="ftr" sz="quarter" idx="11"/>
          </p:nvPr>
        </p:nvSpPr>
        <p:spPr>
          <a:xfrm>
            <a:off x="3454400" y="6553200"/>
            <a:ext cx="5283200" cy="228600"/>
          </a:xfrm>
          <a:prstGeom prst="rect">
            <a:avLst/>
          </a:prstGeom>
          <a:ln/>
        </p:spPr>
        <p:txBody>
          <a:bodyPr/>
          <a:lstStyle>
            <a:lvl1pPr>
              <a:defRPr/>
            </a:lvl1pPr>
          </a:lstStyle>
          <a:p>
            <a:pPr>
              <a:defRPr/>
            </a:pPr>
            <a:r>
              <a:rPr lang="en-US" dirty="0"/>
              <a:t>acme travel</a:t>
            </a:r>
          </a:p>
        </p:txBody>
      </p:sp>
      <p:sp>
        <p:nvSpPr>
          <p:cNvPr id="5" name="Rectangle 6"/>
          <p:cNvSpPr>
            <a:spLocks noGrp="1" noChangeArrowheads="1"/>
          </p:cNvSpPr>
          <p:nvPr>
            <p:ph type="sldNum" sz="quarter" idx="12"/>
          </p:nvPr>
        </p:nvSpPr>
        <p:spPr>
          <a:xfrm>
            <a:off x="9144000" y="6553200"/>
            <a:ext cx="2540000" cy="228600"/>
          </a:xfrm>
          <a:prstGeom prst="rect">
            <a:avLst/>
          </a:prstGeom>
          <a:ln/>
        </p:spPr>
        <p:txBody>
          <a:bodyPr/>
          <a:lstStyle>
            <a:lvl1pPr>
              <a:defRPr/>
            </a:lvl1pPr>
          </a:lstStyle>
          <a:p>
            <a:pPr>
              <a:defRPr/>
            </a:pPr>
            <a:r>
              <a:rPr lang="en-US" dirty="0"/>
              <a:t>Page </a:t>
            </a:r>
            <a:fld id="{5D980A35-6BF4-449A-A86B-20174B102B7C}" type="slidenum">
              <a:rPr lang="en-US"/>
              <a:pPr>
                <a:defRPr/>
              </a:pPr>
              <a:t>‹#›</a:t>
            </a:fld>
            <a:endParaRPr lang="en-US" dirty="0"/>
          </a:p>
        </p:txBody>
      </p:sp>
    </p:spTree>
    <p:extLst>
      <p:ext uri="{BB962C8B-B14F-4D97-AF65-F5344CB8AC3E}">
        <p14:creationId xmlns:p14="http://schemas.microsoft.com/office/powerpoint/2010/main" val="269771631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135F9F90-7CEE-44D3-AE2A-20C614587DD1}" type="datetimeFigureOut">
              <a:rPr lang="en-GB" smtClean="0"/>
              <a:t>09/06/2023</a:t>
            </a:fld>
            <a:endParaRPr lang="en-GB" dirty="0"/>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GB"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4B6AD2ED-B194-4CDB-9F8E-7F3B4FA7A0D6}" type="slidenum">
              <a:rPr lang="en-GB" smtClean="0"/>
              <a:t>‹#›</a:t>
            </a:fld>
            <a:endParaRPr lang="en-GB" dirty="0"/>
          </a:p>
        </p:txBody>
      </p:sp>
    </p:spTree>
    <p:extLst>
      <p:ext uri="{BB962C8B-B14F-4D97-AF65-F5344CB8AC3E}">
        <p14:creationId xmlns:p14="http://schemas.microsoft.com/office/powerpoint/2010/main" val="16309347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894080" y="785794"/>
            <a:ext cx="991616" cy="707136"/>
          </a:xfrm>
          <a:prstGeom prst="rect">
            <a:avLst/>
          </a:prstGeom>
        </p:spPr>
      </p:pic>
    </p:spTree>
    <p:extLst>
      <p:ext uri="{BB962C8B-B14F-4D97-AF65-F5344CB8AC3E}">
        <p14:creationId xmlns:p14="http://schemas.microsoft.com/office/powerpoint/2010/main" val="10118711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78113803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90463" y="928694"/>
            <a:ext cx="11715792" cy="5286375"/>
          </a:xfrm>
        </p:spPr>
        <p:txBody>
          <a:bodyPr/>
          <a:lstStyle>
            <a:lvl1pPr>
              <a:buNone/>
              <a:defRPr/>
            </a:lvl1pPr>
          </a:lstStyle>
          <a:p>
            <a:pPr lvl="0"/>
            <a:r>
              <a:rPr lang="en-US" dirty="0"/>
              <a:t>Click to edit Master text styles</a:t>
            </a:r>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319171627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1.png"/><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slideLayout" Target="../slideLayouts/slideLayout92.xml"/><Relationship Id="rId1" Type="http://schemas.openxmlformats.org/officeDocument/2006/relationships/slideLayout" Target="../slideLayouts/slideLayout9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649" r:id="rId1"/>
    <p:sldLayoutId id="2147483709" r:id="rId2"/>
    <p:sldLayoutId id="2147483710" r:id="rId3"/>
    <p:sldLayoutId id="2147483711"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6" r:id="rId21"/>
    <p:sldLayoutId id="2147483771" r:id="rId22"/>
    <p:sldLayoutId id="2147483772" r:id="rId23"/>
    <p:sldLayoutId id="2147483773" r:id="rId24"/>
    <p:sldLayoutId id="2147483774" r:id="rId25"/>
    <p:sldLayoutId id="2147483775" r:id="rId26"/>
    <p:sldLayoutId id="2147483713" r:id="rId27"/>
    <p:sldLayoutId id="2147483712" r:id="rId28"/>
    <p:sldLayoutId id="2147483778" r:id="rId29"/>
    <p:sldLayoutId id="2147483779" r:id="rId30"/>
    <p:sldLayoutId id="2147483780" r:id="rId31"/>
    <p:sldLayoutId id="2147483781" r:id="rId32"/>
    <p:sldLayoutId id="2147483782" r:id="rId33"/>
    <p:sldLayoutId id="2147483783" r:id="rId34"/>
    <p:sldLayoutId id="2147483784" r:id="rId35"/>
    <p:sldLayoutId id="2147483785" r:id="rId36"/>
    <p:sldLayoutId id="2147483786" r:id="rId37"/>
    <p:sldLayoutId id="2147483787" r:id="rId38"/>
    <p:sldLayoutId id="2147483788" r:id="rId39"/>
    <p:sldLayoutId id="2147483789" r:id="rId40"/>
    <p:sldLayoutId id="2147483790" r:id="rId41"/>
    <p:sldLayoutId id="2147483799" r:id="rId42"/>
    <p:sldLayoutId id="2147483791" r:id="rId43"/>
    <p:sldLayoutId id="2147483792" r:id="rId44"/>
    <p:sldLayoutId id="2147483793" r:id="rId45"/>
    <p:sldLayoutId id="2147483794" r:id="rId46"/>
    <p:sldLayoutId id="2147483795" r:id="rId47"/>
    <p:sldLayoutId id="2147483796" r:id="rId48"/>
    <p:sldLayoutId id="2147483797" r:id="rId49"/>
    <p:sldLayoutId id="2147483798" r:id="rId50"/>
    <p:sldLayoutId id="2147483714" r:id="rId51"/>
    <p:sldLayoutId id="2147483718" r:id="rId52"/>
    <p:sldLayoutId id="2147483686" r:id="rId53"/>
    <p:sldLayoutId id="2147483687" r:id="rId54"/>
    <p:sldLayoutId id="2147483688" r:id="rId55"/>
    <p:sldLayoutId id="2147483696" r:id="rId56"/>
    <p:sldLayoutId id="2147483699"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 id="2147483740" r:id="rId66"/>
    <p:sldLayoutId id="2147483741" r:id="rId67"/>
    <p:sldLayoutId id="2147483742" r:id="rId68"/>
    <p:sldLayoutId id="2147483743" r:id="rId69"/>
    <p:sldLayoutId id="2147483744" r:id="rId70"/>
    <p:sldLayoutId id="2147483745" r:id="rId71"/>
    <p:sldLayoutId id="2147483746" r:id="rId72"/>
    <p:sldLayoutId id="2147483747" r:id="rId73"/>
    <p:sldLayoutId id="2147483748" r:id="rId74"/>
    <p:sldLayoutId id="2147483749" r:id="rId75"/>
    <p:sldLayoutId id="2147483750" r:id="rId76"/>
    <p:sldLayoutId id="2147483751" r:id="rId77"/>
    <p:sldLayoutId id="2147483752" r:id="rId78"/>
    <p:sldLayoutId id="2147483691" r:id="rId79"/>
    <p:sldLayoutId id="2147483698" r:id="rId80"/>
    <p:sldLayoutId id="2147483689" r:id="rId81"/>
    <p:sldLayoutId id="2147483692" r:id="rId82"/>
    <p:sldLayoutId id="2147483650" r:id="rId83"/>
    <p:sldLayoutId id="2147483693" r:id="rId84"/>
    <p:sldLayoutId id="2147483660" r:id="rId85"/>
    <p:sldLayoutId id="2147483753" r:id="rId86"/>
    <p:sldLayoutId id="2147483754" r:id="rId87"/>
    <p:sldLayoutId id="2147483777" r:id="rId88"/>
    <p:sldLayoutId id="2147483800" r:id="rId89"/>
    <p:sldLayoutId id="2147483801" r:id="rId90"/>
  </p:sldLayoutIdLst>
  <p:hf hdr="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92"/>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92"/>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92"/>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92"/>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92"/>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chemeClr val="bg1"/>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chemeClr val="bg1"/>
              </a:solidFill>
              <a:effectLst/>
              <a:uLnTx/>
              <a:uFillTx/>
              <a:latin typeface="Montserrat" panose="00000500000000000000" pitchFamily="2" charset="0"/>
              <a:ea typeface="+mn-ea"/>
              <a:cs typeface="Arial" pitchFamily="34" charset="0"/>
            </a:endParaRPr>
          </a:p>
        </p:txBody>
      </p:sp>
      <p:sp>
        <p:nvSpPr>
          <p:cNvPr id="13" name="TextBox 12"/>
          <p:cNvSpPr txBox="1"/>
          <p:nvPr/>
        </p:nvSpPr>
        <p:spPr>
          <a:xfrm>
            <a:off x="0" y="39514"/>
            <a:ext cx="12192000" cy="246221"/>
          </a:xfrm>
          <a:prstGeom prst="rect">
            <a:avLst/>
          </a:prstGeom>
          <a:noFill/>
        </p:spPr>
        <p:txBody>
          <a:bodyPr wrap="square" rtlCol="0">
            <a:spAutoFit/>
          </a:bodyPr>
          <a:lstStyle/>
          <a:p>
            <a:pPr>
              <a:tabLst>
                <a:tab pos="8793163" algn="r"/>
              </a:tabLst>
            </a:pPr>
            <a:r>
              <a:rPr lang="en-GB" sz="1000" baseline="0" dirty="0">
                <a:solidFill>
                  <a:srgbClr val="0070C0"/>
                </a:solidFill>
                <a:latin typeface="Montserrat" panose="00000500000000000000" pitchFamily="2" charset="0"/>
                <a:cs typeface="Arial" pitchFamily="34" charset="0"/>
              </a:rPr>
              <a:t>	QAUXFUND v1.0</a:t>
            </a:r>
            <a:endParaRPr lang="en-GB" sz="1000" dirty="0">
              <a:solidFill>
                <a:srgbClr val="0070C0"/>
              </a:solidFill>
              <a:latin typeface="Montserrat" panose="00000500000000000000" pitchFamily="2" charset="0"/>
              <a:cs typeface="Arial" pitchFamily="34" charset="0"/>
            </a:endParaRPr>
          </a:p>
        </p:txBody>
      </p:sp>
      <p:sp>
        <p:nvSpPr>
          <p:cNvPr id="2" name="Title Placeholder 1"/>
          <p:cNvSpPr>
            <a:spLocks noGrp="1"/>
          </p:cNvSpPr>
          <p:nvPr>
            <p:ph type="title"/>
          </p:nvPr>
        </p:nvSpPr>
        <p:spPr>
          <a:xfrm>
            <a:off x="190459" y="356400"/>
            <a:ext cx="11715832" cy="500400"/>
          </a:xfrm>
          <a:prstGeom prst="rect">
            <a:avLst/>
          </a:prstGeom>
        </p:spPr>
        <p:txBody>
          <a:bodyPr vert="horz" lIns="91440" tIns="45720" rIns="91440" bIns="45720" rtlCol="0" anchor="ctr">
            <a:normAutofit/>
          </a:bodyPr>
          <a:lstStyle/>
          <a:p>
            <a:pPr marL="342900" marR="0" lvl="0" indent="-342900" defTabSz="914400" rtl="0" eaLnBrk="1" fontAlgn="auto" latinLnBrk="0" hangingPunct="1">
              <a:lnSpc>
                <a:spcPct val="100000"/>
              </a:lnSpc>
              <a:spcBef>
                <a:spcPct val="20000"/>
              </a:spcBef>
              <a:spcAft>
                <a:spcPts val="0"/>
              </a:spcAft>
              <a:tabLst/>
              <a:defRPr/>
            </a:pPr>
            <a:r>
              <a:rPr kumimoji="0" lang="en-US"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rPr>
              <a:t>Click to edit Master title style</a:t>
            </a:r>
            <a:endParaRPr kumimoji="0" lang="en-GB"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
        <p:nvSpPr>
          <p:cNvPr id="3" name="Text Placeholder 2"/>
          <p:cNvSpPr>
            <a:spLocks noGrp="1"/>
          </p:cNvSpPr>
          <p:nvPr>
            <p:ph type="body" idx="1"/>
          </p:nvPr>
        </p:nvSpPr>
        <p:spPr>
          <a:xfrm>
            <a:off x="190459" y="928800"/>
            <a:ext cx="11715832" cy="521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7" name="Straight Connector 6"/>
          <p:cNvCxnSpPr/>
          <p:nvPr/>
        </p:nvCxnSpPr>
        <p:spPr>
          <a:xfrm>
            <a:off x="157099" y="285728"/>
            <a:ext cx="118110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4"/>
          <p:cNvSpPr txBox="1">
            <a:spLocks/>
          </p:cNvSpPr>
          <p:nvPr/>
        </p:nvSpPr>
        <p:spPr>
          <a:xfrm>
            <a:off x="190459" y="357166"/>
            <a:ext cx="11715832" cy="500400"/>
          </a:xfrm>
          <a:prstGeom prst="rect">
            <a:avLst/>
          </a:prstGeo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marR="0" lvl="0" indent="-342900" algn="l" defTabSz="914400" rtl="0" eaLnBrk="1" fontAlgn="auto" latinLnBrk="0" hangingPunct="1">
              <a:lnSpc>
                <a:spcPct val="100000"/>
              </a:lnSpc>
              <a:spcBef>
                <a:spcPct val="20000"/>
              </a:spcBef>
              <a:spcAft>
                <a:spcPts val="0"/>
              </a:spcAft>
              <a:buClr>
                <a:schemeClr val="accent1"/>
              </a:buClr>
              <a:buSzTx/>
              <a:buFont typeface="Wingdings" pitchFamily="2" charset="2"/>
              <a:buNone/>
              <a:tabLst/>
              <a:defRPr/>
            </a:pPr>
            <a:endParaRPr kumimoji="0" lang="en-GB" sz="2400" b="1" i="0" u="none" strike="noStrike" kern="1200" cap="none" spc="0" normalizeH="0" baseline="0" noProof="0" dirty="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404464186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Lst>
  <p:hf hdr="0"/>
  <p:txStyles>
    <p:titleStyle>
      <a:lvl1pPr marL="342900" marR="0" indent="-342900" algn="l" defTabSz="914400" rtl="0" eaLnBrk="1" fontAlgn="auto" latinLnBrk="0" hangingPunct="1">
        <a:lnSpc>
          <a:spcPct val="100000"/>
        </a:lnSpc>
        <a:spcBef>
          <a:spcPct val="20000"/>
        </a:spcBef>
        <a:spcAft>
          <a:spcPts val="0"/>
        </a:spcAft>
        <a:buNone/>
        <a:tabLst/>
        <a:defRPr kumimoji="0" lang="en-GB" sz="2400" b="1" i="0" u="none" strike="noStrike" kern="1200" cap="none" spc="0" normalizeH="0" baseline="0" noProof="0">
          <a:ln>
            <a:noFill/>
          </a:ln>
          <a:solidFill>
            <a:srgbClr val="0070C0"/>
          </a:solidFill>
          <a:effectLst/>
          <a:uLnTx/>
          <a:uFillTx/>
          <a:latin typeface="Montserrat" panose="00000500000000000000" pitchFamily="2" charset="0"/>
          <a:ea typeface="+mj-ea"/>
          <a:cs typeface="Arial" pitchFamily="34" charset="0"/>
        </a:defRPr>
      </a:lvl1pPr>
    </p:titleStyle>
    <p:body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Montserrat" panose="00000500000000000000" pitchFamily="2"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2.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3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33.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30.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32.xml"/><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33.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34.xm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9.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7.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2.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3.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www.uxforthemasses.com/rapid-prototyping/" TargetMode="External"/><Relationship Id="rId2" Type="http://schemas.openxmlformats.org/officeDocument/2006/relationships/notesSlide" Target="../notesSlides/notesSlide44.xml"/><Relationship Id="rId1" Type="http://schemas.openxmlformats.org/officeDocument/2006/relationships/slideLayout" Target="../slideLayouts/slideLayout33.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BD863-0CD5-4937-B75E-A2061B2B177A}"/>
              </a:ext>
            </a:extLst>
          </p:cNvPr>
          <p:cNvSpPr>
            <a:spLocks noGrp="1"/>
          </p:cNvSpPr>
          <p:nvPr>
            <p:ph type="ctrTitle"/>
          </p:nvPr>
        </p:nvSpPr>
        <p:spPr/>
        <p:txBody>
          <a:bodyPr/>
          <a:lstStyle/>
          <a:p>
            <a:r>
              <a:rPr lang="en-GB" dirty="0"/>
              <a:t>UX Fundamentals</a:t>
            </a:r>
          </a:p>
        </p:txBody>
      </p:sp>
      <p:sp>
        <p:nvSpPr>
          <p:cNvPr id="3" name="Text Placeholder 2">
            <a:extLst>
              <a:ext uri="{FF2B5EF4-FFF2-40B4-BE49-F238E27FC236}">
                <a16:creationId xmlns:a16="http://schemas.microsoft.com/office/drawing/2014/main" id="{FBED957E-7E13-4264-AC66-030949D13EA4}"/>
              </a:ext>
            </a:extLst>
          </p:cNvPr>
          <p:cNvSpPr>
            <a:spLocks noGrp="1"/>
          </p:cNvSpPr>
          <p:nvPr>
            <p:ph type="body" sz="quarter" idx="10"/>
          </p:nvPr>
        </p:nvSpPr>
        <p:spPr/>
        <p:txBody>
          <a:bodyPr/>
          <a:lstStyle/>
          <a:p>
            <a:r>
              <a:rPr lang="en-GB" dirty="0"/>
              <a:t>The Skeleton Plane</a:t>
            </a:r>
          </a:p>
        </p:txBody>
      </p:sp>
    </p:spTree>
    <p:extLst>
      <p:ext uri="{BB962C8B-B14F-4D97-AF65-F5344CB8AC3E}">
        <p14:creationId xmlns:p14="http://schemas.microsoft.com/office/powerpoint/2010/main" val="1953543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124712" y="357188"/>
            <a:ext cx="10591038" cy="500062"/>
          </a:xfrm>
        </p:spPr>
        <p:txBody>
          <a:bodyPr/>
          <a:lstStyle/>
          <a:p>
            <a:r>
              <a:rPr lang="en-GB" dirty="0"/>
              <a:t>The Five Plane Model</a:t>
            </a:r>
          </a:p>
        </p:txBody>
      </p:sp>
      <p:sp>
        <p:nvSpPr>
          <p:cNvPr id="6" name="Oval 5">
            <a:extLst>
              <a:ext uri="{FF2B5EF4-FFF2-40B4-BE49-F238E27FC236}">
                <a16:creationId xmlns:a16="http://schemas.microsoft.com/office/drawing/2014/main" id="{970DEFD7-F0C6-489F-8AED-BCDCCD6463E8}"/>
              </a:ext>
            </a:extLst>
          </p:cNvPr>
          <p:cNvSpPr/>
          <p:nvPr/>
        </p:nvSpPr>
        <p:spPr>
          <a:xfrm>
            <a:off x="8799238" y="2687085"/>
            <a:ext cx="1618154" cy="1618419"/>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0A7BE745-C145-44CF-8800-C2C8EDDD96DA}"/>
              </a:ext>
            </a:extLst>
          </p:cNvPr>
          <p:cNvSpPr/>
          <p:nvPr/>
        </p:nvSpPr>
        <p:spPr>
          <a:xfrm>
            <a:off x="8852631"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6" tIns="237417" rIns="236885"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Surface</a:t>
            </a:r>
          </a:p>
        </p:txBody>
      </p:sp>
      <p:sp>
        <p:nvSpPr>
          <p:cNvPr id="12" name="Teardrop 11">
            <a:extLst>
              <a:ext uri="{FF2B5EF4-FFF2-40B4-BE49-F238E27FC236}">
                <a16:creationId xmlns:a16="http://schemas.microsoft.com/office/drawing/2014/main" id="{6AFABAA8-793E-4319-92A0-8AD827C921A3}"/>
              </a:ext>
            </a:extLst>
          </p:cNvPr>
          <p:cNvSpPr/>
          <p:nvPr/>
        </p:nvSpPr>
        <p:spPr>
          <a:xfrm rot="2700000">
            <a:off x="7126062" y="2687169"/>
            <a:ext cx="1617967" cy="1617967"/>
          </a:xfrm>
          <a:prstGeom prst="teardrop">
            <a:avLst>
              <a:gd name="adj" fmla="val 100000"/>
            </a:avLst>
          </a:prstGeom>
        </p:spPr>
        <p:style>
          <a:lnRef idx="2">
            <a:schemeClr val="lt1">
              <a:hueOff val="0"/>
              <a:satOff val="0"/>
              <a:lumOff val="0"/>
              <a:alphaOff val="0"/>
            </a:schemeClr>
          </a:lnRef>
          <a:fillRef idx="1">
            <a:schemeClr val="accent4">
              <a:hueOff val="-4408969"/>
              <a:satOff val="-1691"/>
              <a:lumOff val="2353"/>
              <a:alphaOff val="0"/>
            </a:schemeClr>
          </a:fillRef>
          <a:effectRef idx="0">
            <a:schemeClr val="accent4">
              <a:hueOff val="-4408969"/>
              <a:satOff val="-1691"/>
              <a:lumOff val="2353"/>
              <a:alphaOff val="0"/>
            </a:schemeClr>
          </a:effectRef>
          <a:fontRef idx="minor">
            <a:schemeClr val="lt1"/>
          </a:fontRef>
        </p:style>
      </p:sp>
      <p:sp>
        <p:nvSpPr>
          <p:cNvPr id="14" name="Freeform: Shape 13">
            <a:extLst>
              <a:ext uri="{FF2B5EF4-FFF2-40B4-BE49-F238E27FC236}">
                <a16:creationId xmlns:a16="http://schemas.microsoft.com/office/drawing/2014/main" id="{3C992D20-297B-48D5-956C-77FA46C8D090}"/>
              </a:ext>
            </a:extLst>
          </p:cNvPr>
          <p:cNvSpPr/>
          <p:nvPr/>
        </p:nvSpPr>
        <p:spPr>
          <a:xfrm>
            <a:off x="7181084"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4408969"/>
              <a:satOff val="-1691"/>
              <a:lumOff val="235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6884" tIns="237417" rIns="237747"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Skelton</a:t>
            </a:r>
          </a:p>
        </p:txBody>
      </p:sp>
      <p:sp>
        <p:nvSpPr>
          <p:cNvPr id="15" name="Teardrop 14">
            <a:extLst>
              <a:ext uri="{FF2B5EF4-FFF2-40B4-BE49-F238E27FC236}">
                <a16:creationId xmlns:a16="http://schemas.microsoft.com/office/drawing/2014/main" id="{7B0338BA-0051-4B77-9518-63BBB12BBDEA}"/>
              </a:ext>
            </a:extLst>
          </p:cNvPr>
          <p:cNvSpPr/>
          <p:nvPr/>
        </p:nvSpPr>
        <p:spPr>
          <a:xfrm rot="2700000">
            <a:off x="5454515" y="2687169"/>
            <a:ext cx="1617967" cy="1617967"/>
          </a:xfrm>
          <a:prstGeom prst="teardrop">
            <a:avLst>
              <a:gd name="adj" fmla="val 100000"/>
            </a:avLst>
          </a:prstGeom>
        </p:spPr>
        <p:style>
          <a:lnRef idx="2">
            <a:schemeClr val="lt1">
              <a:hueOff val="0"/>
              <a:satOff val="0"/>
              <a:lumOff val="0"/>
              <a:alphaOff val="0"/>
            </a:schemeClr>
          </a:lnRef>
          <a:fillRef idx="1">
            <a:schemeClr val="accent4">
              <a:hueOff val="-8817938"/>
              <a:satOff val="-3381"/>
              <a:lumOff val="4706"/>
              <a:alphaOff val="0"/>
            </a:schemeClr>
          </a:fillRef>
          <a:effectRef idx="0">
            <a:schemeClr val="accent4">
              <a:hueOff val="-8817938"/>
              <a:satOff val="-3381"/>
              <a:lumOff val="4706"/>
              <a:alphaOff val="0"/>
            </a:schemeClr>
          </a:effectRef>
          <a:fontRef idx="minor">
            <a:schemeClr val="lt1"/>
          </a:fontRef>
        </p:style>
      </p:sp>
      <p:sp>
        <p:nvSpPr>
          <p:cNvPr id="16" name="Freeform: Shape 15">
            <a:extLst>
              <a:ext uri="{FF2B5EF4-FFF2-40B4-BE49-F238E27FC236}">
                <a16:creationId xmlns:a16="http://schemas.microsoft.com/office/drawing/2014/main" id="{0CCBC23D-D0A5-43AD-83B8-49C06E0B0C9A}"/>
              </a:ext>
            </a:extLst>
          </p:cNvPr>
          <p:cNvSpPr/>
          <p:nvPr/>
        </p:nvSpPr>
        <p:spPr>
          <a:xfrm>
            <a:off x="5508675"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8817938"/>
              <a:satOff val="-3381"/>
              <a:lumOff val="47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6885" tIns="237417" rIns="237746"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Structure</a:t>
            </a:r>
          </a:p>
        </p:txBody>
      </p:sp>
      <p:sp>
        <p:nvSpPr>
          <p:cNvPr id="17" name="Teardrop 16">
            <a:extLst>
              <a:ext uri="{FF2B5EF4-FFF2-40B4-BE49-F238E27FC236}">
                <a16:creationId xmlns:a16="http://schemas.microsoft.com/office/drawing/2014/main" id="{062DF8D4-2142-4CCC-A78F-94CAEABF3E1E}"/>
              </a:ext>
            </a:extLst>
          </p:cNvPr>
          <p:cNvSpPr/>
          <p:nvPr/>
        </p:nvSpPr>
        <p:spPr>
          <a:xfrm rot="2700000">
            <a:off x="3782106" y="2687169"/>
            <a:ext cx="1617967" cy="1617967"/>
          </a:xfrm>
          <a:prstGeom prst="teardrop">
            <a:avLst>
              <a:gd name="adj" fmla="val 100000"/>
            </a:avLst>
          </a:prstGeom>
        </p:spPr>
        <p:style>
          <a:lnRef idx="2">
            <a:schemeClr val="lt1">
              <a:hueOff val="0"/>
              <a:satOff val="0"/>
              <a:lumOff val="0"/>
              <a:alphaOff val="0"/>
            </a:schemeClr>
          </a:lnRef>
          <a:fillRef idx="1">
            <a:schemeClr val="accent4">
              <a:hueOff val="-13226907"/>
              <a:satOff val="-5072"/>
              <a:lumOff val="7058"/>
              <a:alphaOff val="0"/>
            </a:schemeClr>
          </a:fillRef>
          <a:effectRef idx="0">
            <a:schemeClr val="accent4">
              <a:hueOff val="-13226907"/>
              <a:satOff val="-5072"/>
              <a:lumOff val="7058"/>
              <a:alphaOff val="0"/>
            </a:schemeClr>
          </a:effectRef>
          <a:fontRef idx="minor">
            <a:schemeClr val="lt1"/>
          </a:fontRef>
        </p:style>
      </p:sp>
      <p:sp>
        <p:nvSpPr>
          <p:cNvPr id="18" name="Freeform: Shape 17">
            <a:extLst>
              <a:ext uri="{FF2B5EF4-FFF2-40B4-BE49-F238E27FC236}">
                <a16:creationId xmlns:a16="http://schemas.microsoft.com/office/drawing/2014/main" id="{64B008E3-F0EB-48A8-8E97-955D49B356D4}"/>
              </a:ext>
            </a:extLst>
          </p:cNvPr>
          <p:cNvSpPr/>
          <p:nvPr/>
        </p:nvSpPr>
        <p:spPr>
          <a:xfrm>
            <a:off x="3836267"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13226907"/>
              <a:satOff val="-5072"/>
              <a:lumOff val="705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5" tIns="237417" rIns="236886"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Scope</a:t>
            </a:r>
          </a:p>
        </p:txBody>
      </p:sp>
      <p:sp>
        <p:nvSpPr>
          <p:cNvPr id="19" name="Teardrop 18">
            <a:extLst>
              <a:ext uri="{FF2B5EF4-FFF2-40B4-BE49-F238E27FC236}">
                <a16:creationId xmlns:a16="http://schemas.microsoft.com/office/drawing/2014/main" id="{F9944CFF-ECE0-4220-8FF1-BECC2437CC15}"/>
              </a:ext>
            </a:extLst>
          </p:cNvPr>
          <p:cNvSpPr/>
          <p:nvPr/>
        </p:nvSpPr>
        <p:spPr>
          <a:xfrm rot="2700000">
            <a:off x="2109697" y="2687169"/>
            <a:ext cx="1617967" cy="1617967"/>
          </a:xfrm>
          <a:prstGeom prst="teardrop">
            <a:avLst>
              <a:gd name="adj" fmla="val 100000"/>
            </a:avLst>
          </a:prstGeom>
        </p:spPr>
        <p:style>
          <a:lnRef idx="2">
            <a:schemeClr val="lt1">
              <a:hueOff val="0"/>
              <a:satOff val="0"/>
              <a:lumOff val="0"/>
              <a:alphaOff val="0"/>
            </a:schemeClr>
          </a:lnRef>
          <a:fillRef idx="1">
            <a:schemeClr val="accent4">
              <a:hueOff val="-17635876"/>
              <a:satOff val="-6763"/>
              <a:lumOff val="9411"/>
              <a:alphaOff val="0"/>
            </a:schemeClr>
          </a:fillRef>
          <a:effectRef idx="0">
            <a:schemeClr val="accent4">
              <a:hueOff val="-17635876"/>
              <a:satOff val="-6763"/>
              <a:lumOff val="9411"/>
              <a:alphaOff val="0"/>
            </a:schemeClr>
          </a:effectRef>
          <a:fontRef idx="minor">
            <a:schemeClr val="lt1"/>
          </a:fontRef>
        </p:style>
      </p:sp>
      <p:sp>
        <p:nvSpPr>
          <p:cNvPr id="20" name="Freeform: Shape 19">
            <a:extLst>
              <a:ext uri="{FF2B5EF4-FFF2-40B4-BE49-F238E27FC236}">
                <a16:creationId xmlns:a16="http://schemas.microsoft.com/office/drawing/2014/main" id="{BB0271C5-2A82-44D5-A903-7510168D5023}"/>
              </a:ext>
            </a:extLst>
          </p:cNvPr>
          <p:cNvSpPr/>
          <p:nvPr/>
        </p:nvSpPr>
        <p:spPr>
          <a:xfrm>
            <a:off x="2163858"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a:ln>
            <a:no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6" tIns="237417" rIns="236885"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Strategy</a:t>
            </a:r>
          </a:p>
        </p:txBody>
      </p:sp>
      <p:cxnSp>
        <p:nvCxnSpPr>
          <p:cNvPr id="7" name="Straight Arrow Connector 6"/>
          <p:cNvCxnSpPr/>
          <p:nvPr/>
        </p:nvCxnSpPr>
        <p:spPr>
          <a:xfrm>
            <a:off x="2542371" y="4587974"/>
            <a:ext cx="7683689"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8" name="TextBox 7"/>
          <p:cNvSpPr txBox="1"/>
          <p:nvPr/>
        </p:nvSpPr>
        <p:spPr>
          <a:xfrm>
            <a:off x="1980358" y="4659079"/>
            <a:ext cx="1164101"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Courier New" pitchFamily="49" charset="0"/>
              </a:rPr>
              <a:t>Abstract</a:t>
            </a:r>
          </a:p>
        </p:txBody>
      </p:sp>
      <p:sp>
        <p:nvSpPr>
          <p:cNvPr id="9" name="TextBox 8"/>
          <p:cNvSpPr txBox="1"/>
          <p:nvPr/>
        </p:nvSpPr>
        <p:spPr>
          <a:xfrm>
            <a:off x="9264408" y="4659079"/>
            <a:ext cx="1245854"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Courier New" pitchFamily="49" charset="0"/>
              </a:rPr>
              <a:t>Concrete</a:t>
            </a:r>
          </a:p>
        </p:txBody>
      </p:sp>
      <p:sp>
        <p:nvSpPr>
          <p:cNvPr id="2" name="Slide Number Placeholder 1">
            <a:extLst>
              <a:ext uri="{FF2B5EF4-FFF2-40B4-BE49-F238E27FC236}">
                <a16:creationId xmlns:a16="http://schemas.microsoft.com/office/drawing/2014/main" id="{D2CB516D-8E57-412B-9FAB-1895330444E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760" b="1" i="0" u="none" strike="noStrike" kern="1200" cap="none" spc="0" normalizeH="0" baseline="0" noProof="0" dirty="0">
              <a:ln>
                <a:noFill/>
              </a:ln>
              <a:solidFill>
                <a:srgbClr val="004050"/>
              </a:solidFill>
              <a:effectLst/>
              <a:uLnTx/>
              <a:uFillTx/>
              <a:latin typeface="Montserrat" pitchFamily="2" charset="77"/>
              <a:ea typeface="+mn-ea"/>
              <a:cs typeface="+mn-cs"/>
            </a:endParaRPr>
          </a:p>
        </p:txBody>
      </p:sp>
      <p:grpSp>
        <p:nvGrpSpPr>
          <p:cNvPr id="24" name="Group 23">
            <a:extLst>
              <a:ext uri="{FF2B5EF4-FFF2-40B4-BE49-F238E27FC236}">
                <a16:creationId xmlns:a16="http://schemas.microsoft.com/office/drawing/2014/main" id="{FCFCB0D2-5BFB-4F52-8537-39AF5EF74BDF}"/>
              </a:ext>
            </a:extLst>
          </p:cNvPr>
          <p:cNvGrpSpPr/>
          <p:nvPr/>
        </p:nvGrpSpPr>
        <p:grpSpPr>
          <a:xfrm>
            <a:off x="5995937" y="1819275"/>
            <a:ext cx="533400" cy="776287"/>
            <a:chOff x="-723900" y="1900461"/>
            <a:chExt cx="533400" cy="776287"/>
          </a:xfrm>
          <a:solidFill>
            <a:srgbClr val="004050"/>
          </a:solidFill>
        </p:grpSpPr>
        <p:sp>
          <p:nvSpPr>
            <p:cNvPr id="5" name="Freeform: Shape 4">
              <a:extLst>
                <a:ext uri="{FF2B5EF4-FFF2-40B4-BE49-F238E27FC236}">
                  <a16:creationId xmlns:a16="http://schemas.microsoft.com/office/drawing/2014/main" id="{B59A7A08-AB4C-4CD4-AC98-F47F522A8CCA}"/>
                </a:ext>
              </a:extLst>
            </p:cNvPr>
            <p:cNvSpPr/>
            <p:nvPr/>
          </p:nvSpPr>
          <p:spPr>
            <a:xfrm rot="5400000">
              <a:off x="-616744" y="2021905"/>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grpFill/>
            <a:ln w="95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7A0BBE3-98B4-4176-B4DD-C7079C0059DB}"/>
                </a:ext>
              </a:extLst>
            </p:cNvPr>
            <p:cNvSpPr/>
            <p:nvPr/>
          </p:nvSpPr>
          <p:spPr>
            <a:xfrm rot="5400000">
              <a:off x="-616744" y="1793305"/>
              <a:ext cx="319087" cy="533400"/>
            </a:xfrm>
            <a:custGeom>
              <a:avLst/>
              <a:gdLst>
                <a:gd name="connsiteX0" fmla="*/ 0 w 319087"/>
                <a:gd name="connsiteY0" fmla="*/ 533400 h 533400"/>
                <a:gd name="connsiteX1" fmla="*/ 119063 w 319087"/>
                <a:gd name="connsiteY1" fmla="*/ 533400 h 533400"/>
                <a:gd name="connsiteX2" fmla="*/ 319088 w 319087"/>
                <a:gd name="connsiteY2" fmla="*/ 266700 h 533400"/>
                <a:gd name="connsiteX3" fmla="*/ 119063 w 319087"/>
                <a:gd name="connsiteY3" fmla="*/ 0 h 533400"/>
                <a:gd name="connsiteX4" fmla="*/ 0 w 319087"/>
                <a:gd name="connsiteY4" fmla="*/ 0 h 533400"/>
                <a:gd name="connsiteX5" fmla="*/ 200025 w 319087"/>
                <a:gd name="connsiteY5" fmla="*/ 266700 h 533400"/>
                <a:gd name="connsiteX6" fmla="*/ 0 w 319087"/>
                <a:gd name="connsiteY6" fmla="*/ 53340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0" y="533400"/>
                  </a:moveTo>
                  <a:lnTo>
                    <a:pt x="119063" y="533400"/>
                  </a:lnTo>
                  <a:lnTo>
                    <a:pt x="319088" y="266700"/>
                  </a:lnTo>
                  <a:lnTo>
                    <a:pt x="119063" y="0"/>
                  </a:lnTo>
                  <a:lnTo>
                    <a:pt x="0" y="0"/>
                  </a:lnTo>
                  <a:lnTo>
                    <a:pt x="200025" y="266700"/>
                  </a:lnTo>
                  <a:lnTo>
                    <a:pt x="0" y="533400"/>
                  </a:lnTo>
                  <a:close/>
                </a:path>
              </a:pathLst>
            </a:custGeom>
            <a:grpFill/>
            <a:ln w="9525"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C00553E0-2468-4A89-A9B6-F6FE0B61AA5D}"/>
                </a:ext>
              </a:extLst>
            </p:cNvPr>
            <p:cNvSpPr/>
            <p:nvPr/>
          </p:nvSpPr>
          <p:spPr>
            <a:xfrm rot="5400000">
              <a:off x="-616744" y="2250505"/>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196723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500"/>
                                  </p:stCondLst>
                                  <p:childTnLst>
                                    <p:animMotion origin="layout" path="M -1.875E-6 7.40741E-7 L 0.13724 -0.00347 " pathEditMode="relative" rAng="0" ptsTypes="AA">
                                      <p:cBhvr>
                                        <p:cTn id="6" dur="2000" fill="hold"/>
                                        <p:tgtEl>
                                          <p:spTgt spid="24"/>
                                        </p:tgtEl>
                                        <p:attrNameLst>
                                          <p:attrName>ppt_x</p:attrName>
                                          <p:attrName>ppt_y</p:attrName>
                                        </p:attrNameLst>
                                      </p:cBhvr>
                                      <p:rCtr x="6862"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The Skeleton Plane</a:t>
            </a:r>
          </a:p>
        </p:txBody>
      </p:sp>
      <p:sp>
        <p:nvSpPr>
          <p:cNvPr id="5" name="Rectangle 4">
            <a:extLst>
              <a:ext uri="{FF2B5EF4-FFF2-40B4-BE49-F238E27FC236}">
                <a16:creationId xmlns:a16="http://schemas.microsoft.com/office/drawing/2014/main" id="{DF2D9D8D-A69D-4B8C-8FF4-4D0537FD2532}"/>
              </a:ext>
            </a:extLst>
          </p:cNvPr>
          <p:cNvSpPr/>
          <p:nvPr/>
        </p:nvSpPr>
        <p:spPr>
          <a:xfrm>
            <a:off x="4693920" y="1147215"/>
            <a:ext cx="6617208" cy="4801314"/>
          </a:xfrm>
          <a:prstGeom prst="rect">
            <a:avLst/>
          </a:prstGeom>
        </p:spPr>
        <p:txBody>
          <a:bodyPr wrap="square">
            <a:spAutoFit/>
          </a:bodyPr>
          <a:lstStyle/>
          <a:p>
            <a:pPr marL="285750" indent="-285750">
              <a:buFont typeface="Arial" panose="020B0604020202020204" pitchFamily="34" charset="0"/>
              <a:buChar char="•"/>
            </a:pPr>
            <a:r>
              <a:rPr lang="en-GB" b="1" dirty="0"/>
              <a:t>The skeleton plane defines the form and functionality</a:t>
            </a:r>
          </a:p>
          <a:p>
            <a:pPr marL="742950" lvl="1" indent="-285750">
              <a:buFont typeface="Arial" panose="020B0604020202020204" pitchFamily="34" charset="0"/>
              <a:buChar char="•"/>
            </a:pPr>
            <a:r>
              <a:rPr lang="en-GB" dirty="0"/>
              <a:t>Addressing more concrete issues of presentation at an abstract level</a:t>
            </a:r>
          </a:p>
          <a:p>
            <a:pPr marL="1200150" lvl="2" indent="-285750">
              <a:buFont typeface="Arial" panose="020B0604020202020204" pitchFamily="34" charset="0"/>
              <a:buChar char="•"/>
            </a:pPr>
            <a:r>
              <a:rPr lang="en-GB" dirty="0"/>
              <a:t>The high fidelity nature of colours etc… occur in the surface plane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The skeleton is defined through:</a:t>
            </a:r>
          </a:p>
          <a:p>
            <a:pPr marL="742950" lvl="1" indent="-285750">
              <a:buFont typeface="Arial" panose="020B0604020202020204" pitchFamily="34" charset="0"/>
              <a:buChar char="•"/>
            </a:pPr>
            <a:r>
              <a:rPr lang="en-GB" dirty="0"/>
              <a:t>Interface design – buttons, fields, and the like</a:t>
            </a:r>
          </a:p>
          <a:p>
            <a:pPr marL="742950" lvl="1" indent="-285750">
              <a:buFont typeface="Arial" panose="020B0604020202020204" pitchFamily="34" charset="0"/>
              <a:buChar char="•"/>
            </a:pPr>
            <a:r>
              <a:rPr lang="en-GB" dirty="0"/>
              <a:t>Navigation design – effective journeys through the application</a:t>
            </a:r>
          </a:p>
          <a:p>
            <a:pPr marL="742950" lvl="1" indent="-285750">
              <a:buFont typeface="Arial" panose="020B0604020202020204" pitchFamily="34" charset="0"/>
              <a:buChar char="•"/>
            </a:pPr>
            <a:r>
              <a:rPr lang="en-GB" dirty="0"/>
              <a:t>Information design – presentation of information in layout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These areas are linked together but best considered separately</a:t>
            </a:r>
          </a:p>
          <a:p>
            <a:pPr marL="742950" lvl="1" indent="-285750">
              <a:buFont typeface="Arial" panose="020B0604020202020204" pitchFamily="34" charset="0"/>
              <a:buChar char="•"/>
            </a:pPr>
            <a:r>
              <a:rPr lang="en-GB" dirty="0"/>
              <a:t>Then linked together</a:t>
            </a:r>
          </a:p>
        </p:txBody>
      </p:sp>
    </p:spTree>
    <p:extLst>
      <p:ext uri="{BB962C8B-B14F-4D97-AF65-F5344CB8AC3E}">
        <p14:creationId xmlns:p14="http://schemas.microsoft.com/office/powerpoint/2010/main" val="34498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a:t>In this section we will examine:</a:t>
            </a:r>
            <a:endParaRPr lang="en-GB" sz="3200" dirty="0"/>
          </a:p>
        </p:txBody>
      </p:sp>
      <p:sp>
        <p:nvSpPr>
          <p:cNvPr id="5" name="Rectangle 4">
            <a:extLst>
              <a:ext uri="{FF2B5EF4-FFF2-40B4-BE49-F238E27FC236}">
                <a16:creationId xmlns:a16="http://schemas.microsoft.com/office/drawing/2014/main" id="{3D8E8D79-D303-4F5A-BDDA-49290A06C6EA}"/>
              </a:ext>
            </a:extLst>
          </p:cNvPr>
          <p:cNvSpPr/>
          <p:nvPr/>
        </p:nvSpPr>
        <p:spPr>
          <a:xfrm>
            <a:off x="4401312" y="1349985"/>
            <a:ext cx="6096000" cy="1200329"/>
          </a:xfrm>
          <a:prstGeom prst="rect">
            <a:avLst/>
          </a:prstGeom>
        </p:spPr>
        <p:txBody>
          <a:bodyPr>
            <a:spAutoFit/>
          </a:bodyPr>
          <a:lstStyle/>
          <a:p>
            <a:pPr marL="285750" indent="-285750">
              <a:buFont typeface="Arial" panose="020B0604020202020204" pitchFamily="34" charset="0"/>
              <a:buChar char="•"/>
            </a:pPr>
            <a:r>
              <a:rPr lang="en-GB" b="1" dirty="0"/>
              <a:t>Interface Design</a:t>
            </a:r>
          </a:p>
          <a:p>
            <a:pPr marL="285750" indent="-285750">
              <a:buFont typeface="Arial" panose="020B0604020202020204" pitchFamily="34" charset="0"/>
              <a:buChar char="•"/>
            </a:pPr>
            <a:r>
              <a:rPr lang="en-GB" b="1" dirty="0"/>
              <a:t>Navigation</a:t>
            </a:r>
          </a:p>
          <a:p>
            <a:pPr marL="285750" indent="-285750">
              <a:buFont typeface="Arial" panose="020B0604020202020204" pitchFamily="34" charset="0"/>
              <a:buChar char="•"/>
            </a:pPr>
            <a:r>
              <a:rPr lang="en-GB" b="1" dirty="0"/>
              <a:t>Information Design</a:t>
            </a:r>
          </a:p>
          <a:p>
            <a:pPr marL="285750" indent="-285750">
              <a:buFont typeface="Arial" panose="020B0604020202020204" pitchFamily="34" charset="0"/>
              <a:buChar char="•"/>
            </a:pPr>
            <a:r>
              <a:rPr lang="en-GB" b="1" dirty="0"/>
              <a:t>Wireframes</a:t>
            </a:r>
          </a:p>
        </p:txBody>
      </p:sp>
    </p:spTree>
    <p:extLst>
      <p:ext uri="{BB962C8B-B14F-4D97-AF65-F5344CB8AC3E}">
        <p14:creationId xmlns:p14="http://schemas.microsoft.com/office/powerpoint/2010/main" val="10948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D2AD7-715C-4556-B4AE-4EFD565C5DE9}"/>
              </a:ext>
            </a:extLst>
          </p:cNvPr>
          <p:cNvSpPr>
            <a:spLocks noGrp="1"/>
          </p:cNvSpPr>
          <p:nvPr>
            <p:ph type="ctrTitle"/>
          </p:nvPr>
        </p:nvSpPr>
        <p:spPr/>
        <p:txBody>
          <a:bodyPr/>
          <a:lstStyle/>
          <a:p>
            <a:r>
              <a:rPr lang="en-GB" dirty="0"/>
              <a:t>Navigation</a:t>
            </a:r>
          </a:p>
        </p:txBody>
      </p:sp>
    </p:spTree>
    <p:extLst>
      <p:ext uri="{BB962C8B-B14F-4D97-AF65-F5344CB8AC3E}">
        <p14:creationId xmlns:p14="http://schemas.microsoft.com/office/powerpoint/2010/main" val="2099416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385EBD-E8CC-458D-A7BF-075D31966925}"/>
              </a:ext>
            </a:extLst>
          </p:cNvPr>
          <p:cNvSpPr>
            <a:spLocks noGrp="1"/>
          </p:cNvSpPr>
          <p:nvPr>
            <p:ph type="body" sz="quarter" idx="10"/>
          </p:nvPr>
        </p:nvSpPr>
        <p:spPr/>
        <p:txBody>
          <a:bodyPr/>
          <a:lstStyle/>
          <a:p>
            <a:r>
              <a:rPr lang="en-US" dirty="0"/>
              <a:t>Navigating Multiple Screens</a:t>
            </a:r>
          </a:p>
          <a:p>
            <a:endParaRPr lang="en-GB" dirty="0"/>
          </a:p>
        </p:txBody>
      </p:sp>
      <p:sp>
        <p:nvSpPr>
          <p:cNvPr id="3" name="Text Placeholder 2">
            <a:extLst>
              <a:ext uri="{FF2B5EF4-FFF2-40B4-BE49-F238E27FC236}">
                <a16:creationId xmlns:a16="http://schemas.microsoft.com/office/drawing/2014/main" id="{41E17B04-314F-4A51-B860-37CDF2F523FD}"/>
              </a:ext>
            </a:extLst>
          </p:cNvPr>
          <p:cNvSpPr>
            <a:spLocks noGrp="1"/>
          </p:cNvSpPr>
          <p:nvPr>
            <p:ph type="body" sz="quarter" idx="15"/>
          </p:nvPr>
        </p:nvSpPr>
        <p:spPr/>
        <p:txBody>
          <a:bodyPr/>
          <a:lstStyle/>
          <a:p>
            <a:pPr marL="285750" indent="-285750">
              <a:buFont typeface="Arial" panose="020B0604020202020204" pitchFamily="34" charset="0"/>
              <a:buChar char="•"/>
            </a:pPr>
            <a:r>
              <a:rPr lang="en-US" b="1" dirty="0"/>
              <a:t>Allows large amounts of data to be displayed without the user navigating to it from another application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Decisions can be made with multiple sources of information displayed without obscuring each other, or breaking the user’s flow</a:t>
            </a:r>
          </a:p>
          <a:p>
            <a:endParaRPr lang="en-GB" dirty="0"/>
          </a:p>
        </p:txBody>
      </p:sp>
      <p:sp>
        <p:nvSpPr>
          <p:cNvPr id="4" name="Slide Number Placeholder 3">
            <a:extLst>
              <a:ext uri="{FF2B5EF4-FFF2-40B4-BE49-F238E27FC236}">
                <a16:creationId xmlns:a16="http://schemas.microsoft.com/office/drawing/2014/main" id="{80DCE4B1-627E-4C78-AAE4-7AB0BE381717}"/>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974356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Navigating Multiple Views or Pages</a:t>
            </a:r>
          </a:p>
        </p:txBody>
      </p:sp>
      <p:sp>
        <p:nvSpPr>
          <p:cNvPr id="5" name="Rectangle 4">
            <a:extLst>
              <a:ext uri="{FF2B5EF4-FFF2-40B4-BE49-F238E27FC236}">
                <a16:creationId xmlns:a16="http://schemas.microsoft.com/office/drawing/2014/main" id="{245917D0-7977-4E05-80B7-03A5C812A741}"/>
              </a:ext>
            </a:extLst>
          </p:cNvPr>
          <p:cNvSpPr/>
          <p:nvPr/>
        </p:nvSpPr>
        <p:spPr>
          <a:xfrm>
            <a:off x="4437888" y="1261194"/>
            <a:ext cx="6096000" cy="2031325"/>
          </a:xfrm>
          <a:prstGeom prst="rect">
            <a:avLst/>
          </a:prstGeom>
        </p:spPr>
        <p:txBody>
          <a:bodyPr>
            <a:spAutoFit/>
          </a:bodyPr>
          <a:lstStyle/>
          <a:p>
            <a:pPr marL="285750" indent="-285750">
              <a:buFont typeface="Arial" panose="020B0604020202020204" pitchFamily="34" charset="0"/>
              <a:buChar char="•"/>
            </a:pPr>
            <a:r>
              <a:rPr lang="en-GB" b="1" dirty="0"/>
              <a:t>Navigating among multiple application views or pages is disorienting for the user</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Usually results in obscuring information in order to display the different page or view</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p:txBody>
      </p:sp>
    </p:spTree>
    <p:extLst>
      <p:ext uri="{BB962C8B-B14F-4D97-AF65-F5344CB8AC3E}">
        <p14:creationId xmlns:p14="http://schemas.microsoft.com/office/powerpoint/2010/main" val="3643297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Navigation Between Tools and Menus</a:t>
            </a:r>
          </a:p>
        </p:txBody>
      </p:sp>
      <p:sp>
        <p:nvSpPr>
          <p:cNvPr id="5" name="Rectangle 4">
            <a:extLst>
              <a:ext uri="{FF2B5EF4-FFF2-40B4-BE49-F238E27FC236}">
                <a16:creationId xmlns:a16="http://schemas.microsoft.com/office/drawing/2014/main" id="{A4D55FF2-0460-4576-A230-B221D4B8412B}"/>
              </a:ext>
            </a:extLst>
          </p:cNvPr>
          <p:cNvSpPr/>
          <p:nvPr/>
        </p:nvSpPr>
        <p:spPr>
          <a:xfrm>
            <a:off x="4346447" y="1349985"/>
            <a:ext cx="7460767" cy="2862322"/>
          </a:xfrm>
          <a:prstGeom prst="rect">
            <a:avLst/>
          </a:prstGeom>
        </p:spPr>
        <p:txBody>
          <a:bodyPr wrap="square">
            <a:spAutoFit/>
          </a:bodyPr>
          <a:lstStyle/>
          <a:p>
            <a:pPr marL="285750" indent="-285750">
              <a:buFont typeface="Arial" panose="020B0604020202020204" pitchFamily="34" charset="0"/>
              <a:buChar char="•"/>
            </a:pPr>
            <a:r>
              <a:rPr lang="en-GB" b="1" dirty="0"/>
              <a:t>Tools that are used frequently and in conjunction with each other should be grouped together</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Commonly used functions should be provided in toolbars or palettes rather than in a menu where they cannot be seen prior to clicking</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Menus should be used for infrequently accessed commands</a:t>
            </a:r>
          </a:p>
          <a:p>
            <a:pPr marL="285750" indent="-285750">
              <a:buFont typeface="Arial" panose="020B0604020202020204" pitchFamily="34" charset="0"/>
              <a:buChar char="•"/>
            </a:pPr>
            <a:endParaRPr lang="en-GB" b="1" dirty="0"/>
          </a:p>
        </p:txBody>
      </p:sp>
    </p:spTree>
    <p:extLst>
      <p:ext uri="{BB962C8B-B14F-4D97-AF65-F5344CB8AC3E}">
        <p14:creationId xmlns:p14="http://schemas.microsoft.com/office/powerpoint/2010/main" val="94013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29336" y="1349985"/>
            <a:ext cx="3629371" cy="2751999"/>
          </a:xfrm>
        </p:spPr>
        <p:txBody>
          <a:bodyPr/>
          <a:lstStyle/>
          <a:p>
            <a:r>
              <a:rPr lang="en-GB" dirty="0"/>
              <a:t>Navigating Information</a:t>
            </a:r>
            <a:endParaRPr lang="en-GB" b="0" dirty="0"/>
          </a:p>
        </p:txBody>
      </p:sp>
      <p:sp>
        <p:nvSpPr>
          <p:cNvPr id="6" name="Rectangle 5">
            <a:extLst>
              <a:ext uri="{FF2B5EF4-FFF2-40B4-BE49-F238E27FC236}">
                <a16:creationId xmlns:a16="http://schemas.microsoft.com/office/drawing/2014/main" id="{087C9F8C-1E5E-4DFC-88D0-4660194FDA2A}"/>
              </a:ext>
            </a:extLst>
          </p:cNvPr>
          <p:cNvSpPr/>
          <p:nvPr/>
        </p:nvSpPr>
        <p:spPr>
          <a:xfrm>
            <a:off x="4501485" y="993107"/>
            <a:ext cx="6580632" cy="4524315"/>
          </a:xfrm>
          <a:prstGeom prst="rect">
            <a:avLst/>
          </a:prstGeom>
        </p:spPr>
        <p:txBody>
          <a:bodyPr wrap="square">
            <a:spAutoFit/>
          </a:bodyPr>
          <a:lstStyle/>
          <a:p>
            <a:pPr marL="285750" indent="-285750">
              <a:buFont typeface="Arial" panose="020B0604020202020204" pitchFamily="34" charset="0"/>
              <a:buChar char="•"/>
            </a:pPr>
            <a:r>
              <a:rPr lang="en-GB" b="1" dirty="0"/>
              <a:t>Scrolling is often necessary, but attempts should be made to minimise the need for it whenever possible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Linking is the predominant navigation method of the web, but requires care to be taken to ensure that visual and textual clues are provided for the user to be oriented</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Zooming and panning are particularly useful in 3D navigation, but are less useful when examining arbitrary or abstract data provided in more than two dimensions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Users find panning and zooming to be difficult to navigate unless the idiom supports the concept</a:t>
            </a:r>
          </a:p>
        </p:txBody>
      </p:sp>
      <p:pic>
        <p:nvPicPr>
          <p:cNvPr id="7" name="Picture 6">
            <a:extLst>
              <a:ext uri="{FF2B5EF4-FFF2-40B4-BE49-F238E27FC236}">
                <a16:creationId xmlns:a16="http://schemas.microsoft.com/office/drawing/2014/main" id="{F66FE0E5-8A14-4E77-8E67-3B6F0BF3D87C}"/>
              </a:ext>
            </a:extLst>
          </p:cNvPr>
          <p:cNvPicPr/>
          <p:nvPr/>
        </p:nvPicPr>
        <p:blipFill>
          <a:blip r:embed="rId3" cstate="email">
            <a:extLst>
              <a:ext uri="{28A0092B-C50C-407E-A947-70E740481C1C}">
                <a14:useLocalDpi xmlns:a14="http://schemas.microsoft.com/office/drawing/2010/main"/>
              </a:ext>
            </a:extLst>
          </a:blip>
          <a:stretch>
            <a:fillRect/>
          </a:stretch>
        </p:blipFill>
        <p:spPr>
          <a:xfrm>
            <a:off x="10882804" y="4715636"/>
            <a:ext cx="978726" cy="968259"/>
          </a:xfrm>
          <a:prstGeom prst="rect">
            <a:avLst/>
          </a:prstGeom>
        </p:spPr>
      </p:pic>
    </p:spTree>
    <p:extLst>
      <p:ext uri="{BB962C8B-B14F-4D97-AF65-F5344CB8AC3E}">
        <p14:creationId xmlns:p14="http://schemas.microsoft.com/office/powerpoint/2010/main" val="2480136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Improving Navigation</a:t>
            </a:r>
          </a:p>
        </p:txBody>
      </p:sp>
      <p:sp>
        <p:nvSpPr>
          <p:cNvPr id="5" name="Rectangle 4">
            <a:extLst>
              <a:ext uri="{FF2B5EF4-FFF2-40B4-BE49-F238E27FC236}">
                <a16:creationId xmlns:a16="http://schemas.microsoft.com/office/drawing/2014/main" id="{1B83DFE8-B0F9-4B71-A3A7-0D6087D1629A}"/>
              </a:ext>
            </a:extLst>
          </p:cNvPr>
          <p:cNvSpPr/>
          <p:nvPr/>
        </p:nvSpPr>
        <p:spPr>
          <a:xfrm>
            <a:off x="4428744" y="1239662"/>
            <a:ext cx="6096000" cy="2862322"/>
          </a:xfrm>
          <a:prstGeom prst="rect">
            <a:avLst/>
          </a:prstGeom>
        </p:spPr>
        <p:txBody>
          <a:bodyPr>
            <a:spAutoFit/>
          </a:bodyPr>
          <a:lstStyle/>
          <a:p>
            <a:pPr marL="285750" indent="-285750">
              <a:buFont typeface="Arial" panose="020B0604020202020204" pitchFamily="34" charset="0"/>
              <a:buChar char="•"/>
            </a:pPr>
            <a:r>
              <a:rPr lang="en-GB" b="1" dirty="0"/>
              <a:t>Reduce the number of places to go</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Provide signposts and overviews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Provide appropriate mapping of controls to functions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Avoid hierarchies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p:txBody>
      </p:sp>
      <p:sp>
        <p:nvSpPr>
          <p:cNvPr id="3" name="Rectangle 2">
            <a:hlinkClick r:id="" action="ppaction://customshow?id=1&amp;return=true"/>
            <a:extLst>
              <a:ext uri="{FF2B5EF4-FFF2-40B4-BE49-F238E27FC236}">
                <a16:creationId xmlns:a16="http://schemas.microsoft.com/office/drawing/2014/main" id="{FD4F8EB0-585C-4659-825B-7628FBA9F27D}"/>
              </a:ext>
            </a:extLst>
          </p:cNvPr>
          <p:cNvSpPr/>
          <p:nvPr/>
        </p:nvSpPr>
        <p:spPr>
          <a:xfrm>
            <a:off x="4080387" y="0"/>
            <a:ext cx="8111613" cy="1239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69836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CD3836-D809-486D-98B5-57F5F5500642}"/>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
        <p:nvSpPr>
          <p:cNvPr id="5" name="Text Placeholder 4">
            <a:extLst>
              <a:ext uri="{FF2B5EF4-FFF2-40B4-BE49-F238E27FC236}">
                <a16:creationId xmlns:a16="http://schemas.microsoft.com/office/drawing/2014/main" id="{D9367D7E-F7B5-4B52-9C68-032206907B9D}"/>
              </a:ext>
            </a:extLst>
          </p:cNvPr>
          <p:cNvSpPr>
            <a:spLocks noGrp="1"/>
          </p:cNvSpPr>
          <p:nvPr>
            <p:ph type="body" sz="quarter" idx="12"/>
          </p:nvPr>
        </p:nvSpPr>
        <p:spPr>
          <a:xfrm>
            <a:off x="1447534" y="370824"/>
            <a:ext cx="5900850" cy="520262"/>
          </a:xfrm>
        </p:spPr>
        <p:txBody>
          <a:bodyPr/>
          <a:lstStyle/>
          <a:p>
            <a:r>
              <a:rPr lang="en-GB" dirty="0"/>
              <a:t>Natural Mapping</a:t>
            </a:r>
          </a:p>
        </p:txBody>
      </p:sp>
      <p:pic>
        <p:nvPicPr>
          <p:cNvPr id="1028" name="Picture 4">
            <a:extLst>
              <a:ext uri="{FF2B5EF4-FFF2-40B4-BE49-F238E27FC236}">
                <a16:creationId xmlns:a16="http://schemas.microsoft.com/office/drawing/2014/main" id="{91E15222-1B27-41AE-AA0C-5AB6CA2D722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386513" y="1892636"/>
            <a:ext cx="4352925" cy="35242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A69CD3C-F4BE-440A-B0ED-C2455919DA6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9318" y="1800876"/>
            <a:ext cx="4696012" cy="3707769"/>
          </a:xfrm>
          <a:prstGeom prst="rect">
            <a:avLst/>
          </a:prstGeom>
        </p:spPr>
      </p:pic>
    </p:spTree>
    <p:extLst>
      <p:ext uri="{BB962C8B-B14F-4D97-AF65-F5344CB8AC3E}">
        <p14:creationId xmlns:p14="http://schemas.microsoft.com/office/powerpoint/2010/main" val="395694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6"/>
                                        </p:tgtEl>
                                      </p:cBhvr>
                                    </p:animEffect>
                                    <p:set>
                                      <p:cBhvr>
                                        <p:cTn id="12" dur="1" fill="hold">
                                          <p:stCondLst>
                                            <p:cond delay="999"/>
                                          </p:stCondLst>
                                        </p:cTn>
                                        <p:tgtEl>
                                          <p:spTgt spid="6"/>
                                        </p:tgtEl>
                                        <p:attrNameLst>
                                          <p:attrName>style.visibility</p:attrName>
                                        </p:attrNameLst>
                                      </p:cBhvr>
                                      <p:to>
                                        <p:strVal val="hidden"/>
                                      </p:to>
                                    </p:set>
                                  </p:childTnLst>
                                </p:cTn>
                              </p:par>
                              <p:par>
                                <p:cTn id="13" presetID="10" presetClass="entr" presetSubtype="0" fill="hold" nodeType="withEffect">
                                  <p:stCondLst>
                                    <p:cond delay="500"/>
                                  </p:stCondLst>
                                  <p:childTnLst>
                                    <p:set>
                                      <p:cBhvr>
                                        <p:cTn id="14" dur="1" fill="hold">
                                          <p:stCondLst>
                                            <p:cond delay="0"/>
                                          </p:stCondLst>
                                        </p:cTn>
                                        <p:tgtEl>
                                          <p:spTgt spid="1028"/>
                                        </p:tgtEl>
                                        <p:attrNameLst>
                                          <p:attrName>style.visibility</p:attrName>
                                        </p:attrNameLst>
                                      </p:cBhvr>
                                      <p:to>
                                        <p:strVal val="visible"/>
                                      </p:to>
                                    </p:set>
                                    <p:animEffect transition="in" filter="fade">
                                      <p:cBhvr>
                                        <p:cTn id="15"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Sitemaps </a:t>
            </a:r>
          </a:p>
        </p:txBody>
      </p:sp>
      <p:sp>
        <p:nvSpPr>
          <p:cNvPr id="5" name="Rectangle 4">
            <a:extLst>
              <a:ext uri="{FF2B5EF4-FFF2-40B4-BE49-F238E27FC236}">
                <a16:creationId xmlns:a16="http://schemas.microsoft.com/office/drawing/2014/main" id="{6D3EB5BC-F61C-40B3-B6DC-92B927F567A1}"/>
              </a:ext>
            </a:extLst>
          </p:cNvPr>
          <p:cNvSpPr/>
          <p:nvPr/>
        </p:nvSpPr>
        <p:spPr>
          <a:xfrm>
            <a:off x="4465320" y="437770"/>
            <a:ext cx="6946392" cy="5632311"/>
          </a:xfrm>
          <a:prstGeom prst="rect">
            <a:avLst/>
          </a:prstGeom>
        </p:spPr>
        <p:txBody>
          <a:bodyPr wrap="square">
            <a:spAutoFit/>
          </a:bodyPr>
          <a:lstStyle/>
          <a:p>
            <a:pPr marL="285750" indent="-285750">
              <a:buFont typeface="Arial" panose="020B0604020202020204" pitchFamily="34" charset="0"/>
              <a:buChar char="•"/>
            </a:pPr>
            <a:r>
              <a:rPr lang="en-GB" b="1" dirty="0"/>
              <a:t>Sitemaps allow us to pull together the structure of a website/app</a:t>
            </a:r>
          </a:p>
          <a:p>
            <a:pPr marL="742950" lvl="1" indent="-285750">
              <a:buFont typeface="Arial" panose="020B0604020202020204" pitchFamily="34" charset="0"/>
              <a:buChar char="•"/>
            </a:pPr>
            <a:r>
              <a:rPr lang="en-GB" dirty="0"/>
              <a:t>It shows the structure of the site and how pages link together</a:t>
            </a:r>
          </a:p>
          <a:p>
            <a:pPr marL="742950" lvl="1" indent="-285750">
              <a:buFont typeface="Arial" panose="020B0604020202020204" pitchFamily="34" charset="0"/>
              <a:buChar char="•"/>
            </a:pPr>
            <a:r>
              <a:rPr lang="en-GB" dirty="0"/>
              <a:t>It is a to-do list showing what wireframes need to be constructed</a:t>
            </a:r>
          </a:p>
          <a:p>
            <a:pPr marL="742950" lvl="1" indent="-285750">
              <a:buFont typeface="Arial" panose="020B0604020202020204" pitchFamily="34" charset="0"/>
              <a:buChar char="•"/>
            </a:pPr>
            <a:r>
              <a:rPr lang="en-GB" dirty="0"/>
              <a:t>It can be used to ratify content strategies and user journeys</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A sitemap lays out the key pages of a website - not the whole site</a:t>
            </a:r>
          </a:p>
          <a:p>
            <a:pPr marL="742950" lvl="1" indent="-285750">
              <a:buFont typeface="Arial" panose="020B0604020202020204" pitchFamily="34" charset="0"/>
              <a:buChar char="•"/>
            </a:pPr>
            <a:r>
              <a:rPr lang="en-GB" dirty="0"/>
              <a:t>Full scale maps go out of date very quickly</a:t>
            </a:r>
          </a:p>
          <a:p>
            <a:pPr marL="742950" lvl="1" indent="-285750">
              <a:buFont typeface="Arial" panose="020B0604020202020204" pitchFamily="34" charset="0"/>
              <a:buChar char="•"/>
            </a:pPr>
            <a:r>
              <a:rPr lang="en-GB" dirty="0"/>
              <a:t>The sitemaps shows the main structure of the website </a:t>
            </a:r>
          </a:p>
          <a:p>
            <a:pPr marL="742950" lvl="1"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They aid UX analysis in the following ways:</a:t>
            </a:r>
          </a:p>
          <a:p>
            <a:pPr marL="742950" lvl="1" indent="-285750">
              <a:buFont typeface="Arial" panose="020B0604020202020204" pitchFamily="34" charset="0"/>
              <a:buChar char="•"/>
            </a:pPr>
            <a:r>
              <a:rPr lang="en-GB" dirty="0"/>
              <a:t>Current content audits</a:t>
            </a:r>
          </a:p>
          <a:p>
            <a:pPr marL="742950" lvl="1" indent="-285750">
              <a:buFont typeface="Arial" panose="020B0604020202020204" pitchFamily="34" charset="0"/>
              <a:buChar char="•"/>
            </a:pPr>
            <a:r>
              <a:rPr lang="en-GB" dirty="0"/>
              <a:t>When structure needs to be reviewed and improve</a:t>
            </a:r>
          </a:p>
          <a:p>
            <a:pPr marL="742950" lvl="1" indent="-285750">
              <a:buFont typeface="Arial" panose="020B0604020202020204" pitchFamily="34" charset="0"/>
              <a:buChar char="•"/>
            </a:pPr>
            <a:r>
              <a:rPr lang="en-GB" dirty="0"/>
              <a:t>When creating a new website</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4139002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10207" y="1349985"/>
            <a:ext cx="3828517" cy="2751999"/>
          </a:xfrm>
        </p:spPr>
        <p:txBody>
          <a:bodyPr/>
          <a:lstStyle/>
          <a:p>
            <a:r>
              <a:rPr lang="en-GB" dirty="0"/>
              <a:t>Sitemaps Communicate User Goals</a:t>
            </a:r>
          </a:p>
        </p:txBody>
      </p:sp>
      <p:sp>
        <p:nvSpPr>
          <p:cNvPr id="5" name="Rectangle 4">
            <a:extLst>
              <a:ext uri="{FF2B5EF4-FFF2-40B4-BE49-F238E27FC236}">
                <a16:creationId xmlns:a16="http://schemas.microsoft.com/office/drawing/2014/main" id="{9CD60BCB-67DF-4085-AC9C-8960392D235A}"/>
              </a:ext>
            </a:extLst>
          </p:cNvPr>
          <p:cNvSpPr/>
          <p:nvPr/>
        </p:nvSpPr>
        <p:spPr>
          <a:xfrm>
            <a:off x="4657344" y="437770"/>
            <a:ext cx="6096000" cy="4801314"/>
          </a:xfrm>
          <a:prstGeom prst="rect">
            <a:avLst/>
          </a:prstGeom>
        </p:spPr>
        <p:txBody>
          <a:bodyPr>
            <a:spAutoFit/>
          </a:bodyPr>
          <a:lstStyle/>
          <a:p>
            <a:pPr marL="285750" indent="-285750">
              <a:buFont typeface="Arial" panose="020B0604020202020204" pitchFamily="34" charset="0"/>
              <a:buChar char="•"/>
            </a:pPr>
            <a:r>
              <a:rPr lang="en-GB" b="1" dirty="0"/>
              <a:t>A sitemaps shows the pages that support the user goals</a:t>
            </a:r>
          </a:p>
          <a:p>
            <a:pPr marL="742950" lvl="1" indent="-285750">
              <a:buFont typeface="Arial" panose="020B0604020202020204" pitchFamily="34" charset="0"/>
              <a:buChar char="•"/>
            </a:pPr>
            <a:r>
              <a:rPr lang="en-GB" dirty="0"/>
              <a:t>Plus the pages necessary to support the business goals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A sitemap needs to show the structure of the key pages </a:t>
            </a:r>
          </a:p>
          <a:p>
            <a:pPr marL="742950" lvl="1" indent="-285750">
              <a:buFont typeface="Arial" panose="020B0604020202020204" pitchFamily="34" charset="0"/>
              <a:buChar char="•"/>
            </a:pPr>
            <a:r>
              <a:rPr lang="en-GB" dirty="0"/>
              <a:t>Plus navigation patterns to be applied</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We can use data previous applied in analysis (e.g. card sorts)</a:t>
            </a:r>
          </a:p>
          <a:p>
            <a:pPr marL="742950" lvl="1" indent="-285750">
              <a:buFont typeface="Arial" panose="020B0604020202020204" pitchFamily="34" charset="0"/>
              <a:buChar char="•"/>
            </a:pPr>
            <a:r>
              <a:rPr lang="en-GB" dirty="0"/>
              <a:t>To identify labels and nomenclature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A sitemap is an important document for the designer/developer</a:t>
            </a:r>
          </a:p>
          <a:p>
            <a:pPr marL="742950" lvl="1" indent="-285750">
              <a:buFont typeface="Arial" panose="020B0604020202020204" pitchFamily="34" charset="0"/>
              <a:buChar char="•"/>
            </a:pPr>
            <a:r>
              <a:rPr lang="en-GB" dirty="0"/>
              <a:t>It layouts out documents to be taken to wireframe</a:t>
            </a:r>
          </a:p>
        </p:txBody>
      </p:sp>
    </p:spTree>
    <p:extLst>
      <p:ext uri="{BB962C8B-B14F-4D97-AF65-F5344CB8AC3E}">
        <p14:creationId xmlns:p14="http://schemas.microsoft.com/office/powerpoint/2010/main" val="1232811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374904" y="1207580"/>
            <a:ext cx="3090672" cy="1124140"/>
          </a:xfrm>
        </p:spPr>
        <p:txBody>
          <a:bodyPr>
            <a:normAutofit fontScale="90000"/>
          </a:bodyPr>
          <a:lstStyle/>
          <a:p>
            <a:r>
              <a:rPr lang="en-GB" dirty="0">
                <a:solidFill>
                  <a:schemeClr val="accent6"/>
                </a:solidFill>
              </a:rPr>
              <a:t>WHO NEEDS SITEMAPS?</a:t>
            </a:r>
          </a:p>
        </p:txBody>
      </p:sp>
      <p:sp>
        <p:nvSpPr>
          <p:cNvPr id="5" name="Rectangle 4">
            <a:extLst>
              <a:ext uri="{FF2B5EF4-FFF2-40B4-BE49-F238E27FC236}">
                <a16:creationId xmlns:a16="http://schemas.microsoft.com/office/drawing/2014/main" id="{15CCC77B-251B-4ABA-94F5-515BEA182AE4}"/>
              </a:ext>
            </a:extLst>
          </p:cNvPr>
          <p:cNvSpPr/>
          <p:nvPr/>
        </p:nvSpPr>
        <p:spPr>
          <a:xfrm>
            <a:off x="4373880" y="607219"/>
            <a:ext cx="7341870" cy="5632311"/>
          </a:xfrm>
          <a:prstGeom prst="rect">
            <a:avLst/>
          </a:prstGeom>
        </p:spPr>
        <p:txBody>
          <a:bodyPr wrap="square">
            <a:spAutoFit/>
          </a:bodyPr>
          <a:lstStyle/>
          <a:p>
            <a:pPr marL="285750" indent="-285750">
              <a:buFont typeface="Arial" panose="020B0604020202020204" pitchFamily="34" charset="0"/>
              <a:buChar char="•"/>
            </a:pPr>
            <a:r>
              <a:rPr lang="en-GB" b="1" dirty="0"/>
              <a:t>Sitemaps benefit a number of technical roles in UX development:</a:t>
            </a:r>
          </a:p>
          <a:p>
            <a:pPr marL="742950" lvl="1" indent="-285750">
              <a:buFont typeface="Arial" panose="020B0604020202020204" pitchFamily="34" charset="0"/>
              <a:buChar char="•"/>
            </a:pPr>
            <a:r>
              <a:rPr lang="en-GB" dirty="0"/>
              <a:t>Designers</a:t>
            </a:r>
          </a:p>
          <a:p>
            <a:pPr marL="1200150" lvl="2" indent="-285750">
              <a:buFont typeface="Arial" panose="020B0604020202020204" pitchFamily="34" charset="0"/>
              <a:buChar char="•"/>
            </a:pPr>
            <a:r>
              <a:rPr lang="en-GB" dirty="0"/>
              <a:t>A sitemap shows what wireframes/mockups need to be produced</a:t>
            </a:r>
          </a:p>
          <a:p>
            <a:pPr marL="1200150" lvl="2" indent="-285750">
              <a:buFont typeface="Arial" panose="020B0604020202020204" pitchFamily="34" charset="0"/>
              <a:buChar char="•"/>
            </a:pPr>
            <a:r>
              <a:rPr lang="en-GB" dirty="0"/>
              <a:t>It can guide where templates and widgets should be constructed</a:t>
            </a:r>
          </a:p>
          <a:p>
            <a:pPr marL="742950" lvl="1" indent="-285750">
              <a:buFont typeface="Arial" panose="020B0604020202020204" pitchFamily="34" charset="0"/>
              <a:buChar char="•"/>
            </a:pPr>
            <a:r>
              <a:rPr lang="en-GB" dirty="0"/>
              <a:t>Content Teams</a:t>
            </a:r>
          </a:p>
          <a:p>
            <a:pPr marL="1200150" lvl="2" indent="-285750">
              <a:buFont typeface="Arial" panose="020B0604020202020204" pitchFamily="34" charset="0"/>
              <a:buChar char="•"/>
            </a:pPr>
            <a:r>
              <a:rPr lang="en-GB" dirty="0"/>
              <a:t>Content teams need to know what is to be produced</a:t>
            </a:r>
          </a:p>
          <a:p>
            <a:pPr marL="1200150" lvl="2" indent="-285750">
              <a:buFont typeface="Arial" panose="020B0604020202020204" pitchFamily="34" charset="0"/>
              <a:buChar char="•"/>
            </a:pPr>
            <a:r>
              <a:rPr lang="en-GB" dirty="0"/>
              <a:t>It can work with a content mapping strategy to create more content</a:t>
            </a:r>
          </a:p>
          <a:p>
            <a:pPr marL="742950" lvl="1" indent="-285750">
              <a:buFont typeface="Arial" panose="020B0604020202020204" pitchFamily="34" charset="0"/>
              <a:buChar char="•"/>
            </a:pPr>
            <a:r>
              <a:rPr lang="en-GB" dirty="0"/>
              <a:t>SEO Teams</a:t>
            </a:r>
          </a:p>
          <a:p>
            <a:pPr marL="1200150" lvl="2" indent="-285750">
              <a:buFont typeface="Arial" panose="020B0604020202020204" pitchFamily="34" charset="0"/>
              <a:buChar char="•"/>
            </a:pPr>
            <a:r>
              <a:rPr lang="en-GB" dirty="0"/>
              <a:t>SEO teams need to know structure to advise on strategy</a:t>
            </a:r>
          </a:p>
          <a:p>
            <a:pPr marL="742950" lvl="1" indent="-285750">
              <a:buFont typeface="Arial" panose="020B0604020202020204" pitchFamily="34" charset="0"/>
              <a:buChar char="•"/>
            </a:pPr>
            <a:r>
              <a:rPr lang="en-GB" dirty="0"/>
              <a:t>Project Managers</a:t>
            </a:r>
          </a:p>
          <a:p>
            <a:pPr marL="1200150" lvl="2" indent="-285750">
              <a:buFont typeface="Arial" panose="020B0604020202020204" pitchFamily="34" charset="0"/>
              <a:buChar char="•"/>
            </a:pPr>
            <a:r>
              <a:rPr lang="en-GB" dirty="0"/>
              <a:t>PMs can use a sitemap to understand high level structure</a:t>
            </a:r>
          </a:p>
          <a:p>
            <a:pPr marL="1200150" lvl="2" indent="-285750">
              <a:buFont typeface="Arial" panose="020B0604020202020204" pitchFamily="34" charset="0"/>
              <a:buChar char="•"/>
            </a:pPr>
            <a:r>
              <a:rPr lang="en-GB" dirty="0"/>
              <a:t>While not overwhelming with content</a:t>
            </a:r>
          </a:p>
          <a:p>
            <a:pPr marL="1200150" lvl="2" indent="-285750">
              <a:buFont typeface="Arial" panose="020B0604020202020204" pitchFamily="34" charset="0"/>
              <a:buChar char="•"/>
            </a:pPr>
            <a:endParaRPr lang="en-GB" dirty="0"/>
          </a:p>
        </p:txBody>
      </p:sp>
    </p:spTree>
    <p:extLst>
      <p:ext uri="{BB962C8B-B14F-4D97-AF65-F5344CB8AC3E}">
        <p14:creationId xmlns:p14="http://schemas.microsoft.com/office/powerpoint/2010/main" val="3090114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p:cNvSpPr/>
          <p:nvPr/>
        </p:nvSpPr>
        <p:spPr>
          <a:xfrm>
            <a:off x="6744072" y="1628800"/>
            <a:ext cx="3672408" cy="1152128"/>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dirty="0">
                <a:solidFill>
                  <a:schemeClr val="tx1">
                    <a:lumMod val="85000"/>
                    <a:lumOff val="15000"/>
                  </a:schemeClr>
                </a:solidFill>
                <a:latin typeface="Montserrat" panose="00000500000000000000" pitchFamily="2" charset="0"/>
                <a:cs typeface="Arial" pitchFamily="34" charset="0"/>
              </a:rPr>
              <a:t>Header links</a:t>
            </a:r>
          </a:p>
        </p:txBody>
      </p:sp>
      <p:cxnSp>
        <p:nvCxnSpPr>
          <p:cNvPr id="75" name="Elbow Connector 74"/>
          <p:cNvCxnSpPr/>
          <p:nvPr/>
        </p:nvCxnSpPr>
        <p:spPr>
          <a:xfrm>
            <a:off x="6744072" y="5805264"/>
            <a:ext cx="3456384" cy="432048"/>
          </a:xfrm>
          <a:prstGeom prst="bentConnector3">
            <a:avLst>
              <a:gd name="adj1" fmla="val 50000"/>
            </a:avLst>
          </a:prstGeom>
          <a:ln w="3175">
            <a:solidFill>
              <a:schemeClr val="accent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8472264" y="6021289"/>
            <a:ext cx="1656184" cy="144016"/>
          </a:xfrm>
          <a:prstGeom prst="roundRect">
            <a:avLst>
              <a:gd name="adj" fmla="val 1083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rgbClr val="FF0066"/>
                </a:solidFill>
                <a:latin typeface="Montserrat" panose="00000500000000000000" pitchFamily="2" charset="0"/>
                <a:cs typeface="Arial" pitchFamily="34" charset="0"/>
              </a:rPr>
              <a:t>Cross link</a:t>
            </a:r>
          </a:p>
        </p:txBody>
      </p:sp>
      <p:sp>
        <p:nvSpPr>
          <p:cNvPr id="42" name="Rectangle 10"/>
          <p:cNvSpPr txBox="1">
            <a:spLocks noChangeArrowheads="1"/>
          </p:cNvSpPr>
          <p:nvPr/>
        </p:nvSpPr>
        <p:spPr>
          <a:xfrm>
            <a:off x="1919536" y="352408"/>
            <a:ext cx="8382000" cy="533400"/>
          </a:xfrm>
          <a:prstGeom prst="rect">
            <a:avLst/>
          </a:prstGeom>
        </p:spPr>
        <p:txBody>
          <a:bodyPr vert="horz" lIns="10800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rgbClr val="0070C0"/>
              </a:solidFill>
              <a:latin typeface="Montserrat" panose="00000500000000000000" pitchFamily="2" charset="0"/>
              <a:ea typeface="+mn-ea"/>
              <a:cs typeface="Arial" pitchFamily="34" charset="0"/>
            </a:endParaRPr>
          </a:p>
        </p:txBody>
      </p:sp>
      <p:sp>
        <p:nvSpPr>
          <p:cNvPr id="4" name="Rounded Rectangle 3"/>
          <p:cNvSpPr/>
          <p:nvPr/>
        </p:nvSpPr>
        <p:spPr>
          <a:xfrm>
            <a:off x="1847528" y="1628801"/>
            <a:ext cx="785542" cy="468000"/>
          </a:xfrm>
          <a:prstGeom prst="roundRect">
            <a:avLst>
              <a:gd name="adj" fmla="val 1083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First </a:t>
            </a:r>
          </a:p>
          <a:p>
            <a:pPr algn="ctr"/>
            <a:r>
              <a:rPr lang="en-GB" sz="1000" dirty="0">
                <a:solidFill>
                  <a:schemeClr val="tx1">
                    <a:lumMod val="85000"/>
                    <a:lumOff val="15000"/>
                  </a:schemeClr>
                </a:solidFill>
                <a:latin typeface="Montserrat" panose="00000500000000000000" pitchFamily="2" charset="0"/>
                <a:cs typeface="Arial" pitchFamily="34" charset="0"/>
              </a:rPr>
              <a:t>level</a:t>
            </a:r>
          </a:p>
        </p:txBody>
      </p:sp>
      <p:sp>
        <p:nvSpPr>
          <p:cNvPr id="6" name="Rounded Rectangle 5"/>
          <p:cNvSpPr/>
          <p:nvPr/>
        </p:nvSpPr>
        <p:spPr>
          <a:xfrm>
            <a:off x="1847528" y="2207892"/>
            <a:ext cx="785542" cy="468000"/>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Second level</a:t>
            </a:r>
          </a:p>
        </p:txBody>
      </p:sp>
      <p:sp>
        <p:nvSpPr>
          <p:cNvPr id="13" name="Rounded Rectangle 12"/>
          <p:cNvSpPr/>
          <p:nvPr/>
        </p:nvSpPr>
        <p:spPr>
          <a:xfrm>
            <a:off x="1847528" y="2788018"/>
            <a:ext cx="785542" cy="468000"/>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Third level</a:t>
            </a:r>
          </a:p>
        </p:txBody>
      </p:sp>
      <p:sp>
        <p:nvSpPr>
          <p:cNvPr id="131" name="Rounded Rectangle 130"/>
          <p:cNvSpPr/>
          <p:nvPr/>
        </p:nvSpPr>
        <p:spPr>
          <a:xfrm>
            <a:off x="3071664" y="1628801"/>
            <a:ext cx="785542" cy="468000"/>
          </a:xfrm>
          <a:prstGeom prst="roundRect">
            <a:avLst>
              <a:gd name="adj" fmla="val 10830"/>
            </a:avLst>
          </a:prstGeom>
          <a:solidFill>
            <a:schemeClr val="bg1">
              <a:lumMod val="85000"/>
            </a:schemeClr>
          </a:solidFill>
          <a:ln w="63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First </a:t>
            </a:r>
          </a:p>
          <a:p>
            <a:pPr algn="ctr"/>
            <a:r>
              <a:rPr lang="en-GB" sz="1000" dirty="0">
                <a:solidFill>
                  <a:schemeClr val="tx1">
                    <a:lumMod val="85000"/>
                    <a:lumOff val="15000"/>
                  </a:schemeClr>
                </a:solidFill>
                <a:latin typeface="Montserrat" panose="00000500000000000000" pitchFamily="2" charset="0"/>
                <a:cs typeface="Arial" pitchFamily="34" charset="0"/>
              </a:rPr>
              <a:t>level</a:t>
            </a:r>
          </a:p>
        </p:txBody>
      </p:sp>
      <p:sp>
        <p:nvSpPr>
          <p:cNvPr id="154" name="Rounded Rectangle 153"/>
          <p:cNvSpPr/>
          <p:nvPr/>
        </p:nvSpPr>
        <p:spPr>
          <a:xfrm>
            <a:off x="3071664" y="2207892"/>
            <a:ext cx="785542" cy="468000"/>
          </a:xfrm>
          <a:prstGeom prst="roundRect">
            <a:avLst>
              <a:gd name="adj" fmla="val 10830"/>
            </a:avLst>
          </a:prstGeom>
          <a:solidFill>
            <a:schemeClr val="accent1">
              <a:lumMod val="10000"/>
              <a:lumOff val="90000"/>
            </a:schemeClr>
          </a:solidFill>
          <a:ln w="63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Second level</a:t>
            </a:r>
          </a:p>
        </p:txBody>
      </p:sp>
      <p:sp>
        <p:nvSpPr>
          <p:cNvPr id="157" name="Rounded Rectangle 156"/>
          <p:cNvSpPr/>
          <p:nvPr/>
        </p:nvSpPr>
        <p:spPr>
          <a:xfrm>
            <a:off x="3071664" y="2788018"/>
            <a:ext cx="785542" cy="468000"/>
          </a:xfrm>
          <a:prstGeom prst="roundRect">
            <a:avLst>
              <a:gd name="adj" fmla="val 10830"/>
            </a:avLst>
          </a:prstGeom>
          <a:solidFill>
            <a:schemeClr val="accent1">
              <a:lumMod val="25000"/>
              <a:lumOff val="75000"/>
            </a:schemeClr>
          </a:solidFill>
          <a:ln w="63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Third level</a:t>
            </a:r>
          </a:p>
        </p:txBody>
      </p:sp>
      <p:sp>
        <p:nvSpPr>
          <p:cNvPr id="166" name="Rounded Rectangle 165"/>
          <p:cNvSpPr/>
          <p:nvPr/>
        </p:nvSpPr>
        <p:spPr>
          <a:xfrm>
            <a:off x="4295800" y="1628801"/>
            <a:ext cx="785542" cy="468000"/>
          </a:xfrm>
          <a:prstGeom prst="roundRect">
            <a:avLst>
              <a:gd name="adj" fmla="val 10830"/>
            </a:avLst>
          </a:prstGeom>
          <a:solidFill>
            <a:schemeClr val="bg1">
              <a:lumMod val="85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First </a:t>
            </a:r>
          </a:p>
          <a:p>
            <a:pPr algn="ctr"/>
            <a:r>
              <a:rPr lang="en-GB" sz="1000" dirty="0">
                <a:solidFill>
                  <a:schemeClr val="tx1">
                    <a:lumMod val="85000"/>
                    <a:lumOff val="15000"/>
                  </a:schemeClr>
                </a:solidFill>
                <a:latin typeface="Montserrat" panose="00000500000000000000" pitchFamily="2" charset="0"/>
                <a:cs typeface="Arial" pitchFamily="34" charset="0"/>
              </a:rPr>
              <a:t>level</a:t>
            </a:r>
          </a:p>
        </p:txBody>
      </p:sp>
      <p:sp>
        <p:nvSpPr>
          <p:cNvPr id="169" name="Rounded Rectangle 168"/>
          <p:cNvSpPr/>
          <p:nvPr/>
        </p:nvSpPr>
        <p:spPr>
          <a:xfrm>
            <a:off x="4295800" y="2207892"/>
            <a:ext cx="785542" cy="468000"/>
          </a:xfrm>
          <a:prstGeom prst="roundRect">
            <a:avLst>
              <a:gd name="adj" fmla="val 10830"/>
            </a:avLst>
          </a:prstGeom>
          <a:solidFill>
            <a:schemeClr val="accent1">
              <a:lumMod val="10000"/>
              <a:lumOff val="9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Second level</a:t>
            </a:r>
          </a:p>
        </p:txBody>
      </p:sp>
      <p:sp>
        <p:nvSpPr>
          <p:cNvPr id="172" name="Rounded Rectangle 171"/>
          <p:cNvSpPr/>
          <p:nvPr/>
        </p:nvSpPr>
        <p:spPr>
          <a:xfrm>
            <a:off x="4295800" y="2788018"/>
            <a:ext cx="785542" cy="468000"/>
          </a:xfrm>
          <a:prstGeom prst="roundRect">
            <a:avLst>
              <a:gd name="adj" fmla="val 10830"/>
            </a:avLst>
          </a:prstGeom>
          <a:solidFill>
            <a:schemeClr val="accent1">
              <a:lumMod val="25000"/>
              <a:lumOff val="75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Third level</a:t>
            </a:r>
          </a:p>
        </p:txBody>
      </p:sp>
      <p:sp>
        <p:nvSpPr>
          <p:cNvPr id="181" name="Rounded Rectangle 180"/>
          <p:cNvSpPr/>
          <p:nvPr/>
        </p:nvSpPr>
        <p:spPr>
          <a:xfrm>
            <a:off x="1847528" y="1124744"/>
            <a:ext cx="1008112"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Page labels</a:t>
            </a:r>
          </a:p>
        </p:txBody>
      </p:sp>
      <p:sp>
        <p:nvSpPr>
          <p:cNvPr id="182" name="Rounded Rectangle 181"/>
          <p:cNvSpPr/>
          <p:nvPr/>
        </p:nvSpPr>
        <p:spPr>
          <a:xfrm>
            <a:off x="3071664" y="1124744"/>
            <a:ext cx="1008112"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Cross links</a:t>
            </a:r>
          </a:p>
        </p:txBody>
      </p:sp>
      <p:sp>
        <p:nvSpPr>
          <p:cNvPr id="183" name="Rounded Rectangle 182"/>
          <p:cNvSpPr/>
          <p:nvPr/>
        </p:nvSpPr>
        <p:spPr>
          <a:xfrm>
            <a:off x="4184515" y="1113341"/>
            <a:ext cx="1008112"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Pages with missing content</a:t>
            </a:r>
          </a:p>
        </p:txBody>
      </p:sp>
      <p:cxnSp>
        <p:nvCxnSpPr>
          <p:cNvPr id="55" name="Elbow Connector 54"/>
          <p:cNvCxnSpPr/>
          <p:nvPr/>
        </p:nvCxnSpPr>
        <p:spPr>
          <a:xfrm>
            <a:off x="6744072" y="5013176"/>
            <a:ext cx="3456384" cy="432048"/>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p:cNvSpPr/>
          <p:nvPr/>
        </p:nvSpPr>
        <p:spPr>
          <a:xfrm>
            <a:off x="6744072" y="1124744"/>
            <a:ext cx="3672408"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Page group outline</a:t>
            </a:r>
          </a:p>
        </p:txBody>
      </p:sp>
      <p:sp>
        <p:nvSpPr>
          <p:cNvPr id="62" name="Rounded Rectangle 61"/>
          <p:cNvSpPr/>
          <p:nvPr/>
        </p:nvSpPr>
        <p:spPr>
          <a:xfrm>
            <a:off x="6744072" y="4617184"/>
            <a:ext cx="3672408"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Connectors</a:t>
            </a:r>
          </a:p>
        </p:txBody>
      </p:sp>
      <p:sp>
        <p:nvSpPr>
          <p:cNvPr id="66" name="Rounded Rectangle 65"/>
          <p:cNvSpPr/>
          <p:nvPr/>
        </p:nvSpPr>
        <p:spPr>
          <a:xfrm>
            <a:off x="1847528" y="4653136"/>
            <a:ext cx="3672408"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ontserrat" panose="00000500000000000000" pitchFamily="2" charset="0"/>
                <a:cs typeface="Arial" pitchFamily="34" charset="0"/>
              </a:rPr>
              <a:t>Other page types</a:t>
            </a:r>
          </a:p>
        </p:txBody>
      </p:sp>
      <p:grpSp>
        <p:nvGrpSpPr>
          <p:cNvPr id="15" name="Group 14"/>
          <p:cNvGrpSpPr/>
          <p:nvPr/>
        </p:nvGrpSpPr>
        <p:grpSpPr>
          <a:xfrm>
            <a:off x="1919536" y="5085184"/>
            <a:ext cx="936104" cy="936104"/>
            <a:chOff x="395536" y="5085184"/>
            <a:chExt cx="936104" cy="936104"/>
          </a:xfrm>
        </p:grpSpPr>
        <p:pic>
          <p:nvPicPr>
            <p:cNvPr id="1027" name="Picture 3" descr="F:\Function - pdf.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93588" y="5085184"/>
              <a:ext cx="540000" cy="540000"/>
            </a:xfrm>
            <a:prstGeom prst="rect">
              <a:avLst/>
            </a:prstGeom>
            <a:noFill/>
            <a:extLst>
              <a:ext uri="{909E8E84-426E-40dd-AFC4-6F175D3DCCD1}">
                <a14:hiddenFill xmlns:a14="http://schemas.microsoft.com/office/drawing/2010/main" xmlns="">
                  <a:solidFill>
                    <a:srgbClr val="FFFFFF"/>
                  </a:solidFill>
                </a14:hiddenFill>
              </a:ext>
            </a:extLst>
          </p:spPr>
        </p:pic>
        <p:sp>
          <p:nvSpPr>
            <p:cNvPr id="72" name="Rounded Rectangle 71"/>
            <p:cNvSpPr/>
            <p:nvPr/>
          </p:nvSpPr>
          <p:spPr>
            <a:xfrm>
              <a:off x="395536" y="5625296"/>
              <a:ext cx="936104"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Montserrat" panose="00000500000000000000" pitchFamily="2" charset="0"/>
                  <a:cs typeface="Arial" pitchFamily="34" charset="0"/>
                </a:rPr>
                <a:t>PDF download</a:t>
              </a:r>
            </a:p>
          </p:txBody>
        </p:sp>
      </p:grpSp>
      <p:grpSp>
        <p:nvGrpSpPr>
          <p:cNvPr id="16" name="Group 15"/>
          <p:cNvGrpSpPr/>
          <p:nvPr/>
        </p:nvGrpSpPr>
        <p:grpSpPr>
          <a:xfrm>
            <a:off x="3143672" y="5085184"/>
            <a:ext cx="936104" cy="936104"/>
            <a:chOff x="1619672" y="5085184"/>
            <a:chExt cx="936104" cy="936104"/>
          </a:xfrm>
        </p:grpSpPr>
        <p:pic>
          <p:nvPicPr>
            <p:cNvPr id="1026" name="Picture 2" descr="F:\Device - mobile.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817724" y="5085184"/>
              <a:ext cx="540000" cy="540000"/>
            </a:xfrm>
            <a:prstGeom prst="rect">
              <a:avLst/>
            </a:prstGeom>
            <a:noFill/>
            <a:extLst>
              <a:ext uri="{909E8E84-426E-40dd-AFC4-6F175D3DCCD1}">
                <a14:hiddenFill xmlns:a14="http://schemas.microsoft.com/office/drawing/2010/main" xmlns="">
                  <a:solidFill>
                    <a:srgbClr val="FFFFFF"/>
                  </a:solidFill>
                </a14:hiddenFill>
              </a:ext>
            </a:extLst>
          </p:spPr>
        </p:pic>
        <p:sp>
          <p:nvSpPr>
            <p:cNvPr id="74" name="Rounded Rectangle 73"/>
            <p:cNvSpPr/>
            <p:nvPr/>
          </p:nvSpPr>
          <p:spPr>
            <a:xfrm>
              <a:off x="1619672" y="5625296"/>
              <a:ext cx="936104"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Montserrat" panose="00000500000000000000" pitchFamily="2" charset="0"/>
                  <a:cs typeface="Arial" pitchFamily="34" charset="0"/>
                </a:rPr>
                <a:t>Send text message</a:t>
              </a:r>
            </a:p>
          </p:txBody>
        </p:sp>
      </p:grpSp>
      <p:grpSp>
        <p:nvGrpSpPr>
          <p:cNvPr id="17" name="Group 16"/>
          <p:cNvGrpSpPr/>
          <p:nvPr/>
        </p:nvGrpSpPr>
        <p:grpSpPr>
          <a:xfrm>
            <a:off x="4367808" y="5085184"/>
            <a:ext cx="936104" cy="936104"/>
            <a:chOff x="2843808" y="5085184"/>
            <a:chExt cx="936104" cy="936104"/>
          </a:xfrm>
        </p:grpSpPr>
        <p:pic>
          <p:nvPicPr>
            <p:cNvPr id="1028" name="Picture 4" descr="F:\Function - send alt.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041860" y="5085184"/>
              <a:ext cx="540000" cy="540000"/>
            </a:xfrm>
            <a:prstGeom prst="rect">
              <a:avLst/>
            </a:prstGeom>
            <a:noFill/>
            <a:extLst>
              <a:ext uri="{909E8E84-426E-40dd-AFC4-6F175D3DCCD1}">
                <a14:hiddenFill xmlns:a14="http://schemas.microsoft.com/office/drawing/2010/main" xmlns="">
                  <a:solidFill>
                    <a:srgbClr val="FFFFFF"/>
                  </a:solidFill>
                </a14:hiddenFill>
              </a:ext>
            </a:extLst>
          </p:spPr>
        </p:pic>
        <p:sp>
          <p:nvSpPr>
            <p:cNvPr id="76" name="Rounded Rectangle 75"/>
            <p:cNvSpPr/>
            <p:nvPr/>
          </p:nvSpPr>
          <p:spPr>
            <a:xfrm>
              <a:off x="2843808" y="5625296"/>
              <a:ext cx="936104" cy="39599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latin typeface="Montserrat" panose="00000500000000000000" pitchFamily="2" charset="0"/>
                  <a:cs typeface="Arial" pitchFamily="34" charset="0"/>
                </a:rPr>
                <a:t>Send Email</a:t>
              </a:r>
            </a:p>
          </p:txBody>
        </p:sp>
      </p:grpSp>
      <p:sp>
        <p:nvSpPr>
          <p:cNvPr id="78" name="Rectangle 77"/>
          <p:cNvSpPr/>
          <p:nvPr/>
        </p:nvSpPr>
        <p:spPr>
          <a:xfrm>
            <a:off x="6744072" y="3185680"/>
            <a:ext cx="3672408" cy="1224136"/>
          </a:xfrm>
          <a:prstGeom prst="rect">
            <a:avLst/>
          </a:prstGeom>
          <a:no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dirty="0">
                <a:solidFill>
                  <a:schemeClr val="tx1">
                    <a:lumMod val="85000"/>
                    <a:lumOff val="15000"/>
                  </a:schemeClr>
                </a:solidFill>
                <a:latin typeface="Montserrat" panose="00000500000000000000" pitchFamily="2" charset="0"/>
                <a:cs typeface="Arial" pitchFamily="34" charset="0"/>
              </a:rPr>
              <a:t>Logged in area</a:t>
            </a:r>
          </a:p>
        </p:txBody>
      </p:sp>
      <p:sp>
        <p:nvSpPr>
          <p:cNvPr id="2" name="Text Placeholder 1">
            <a:extLst>
              <a:ext uri="{FF2B5EF4-FFF2-40B4-BE49-F238E27FC236}">
                <a16:creationId xmlns:a16="http://schemas.microsoft.com/office/drawing/2014/main" id="{01E477D9-EB89-4586-965D-DECD9D34DAEC}"/>
              </a:ext>
            </a:extLst>
          </p:cNvPr>
          <p:cNvSpPr>
            <a:spLocks noGrp="1"/>
          </p:cNvSpPr>
          <p:nvPr>
            <p:ph type="body" sz="quarter" idx="10"/>
          </p:nvPr>
        </p:nvSpPr>
        <p:spPr>
          <a:xfrm>
            <a:off x="1425676" y="330951"/>
            <a:ext cx="4874539" cy="681667"/>
          </a:xfrm>
        </p:spPr>
        <p:txBody>
          <a:bodyPr/>
          <a:lstStyle/>
          <a:p>
            <a:r>
              <a:rPr lang="en-GB" dirty="0"/>
              <a:t>Sitemap Elements</a:t>
            </a:r>
          </a:p>
        </p:txBody>
      </p:sp>
      <p:sp>
        <p:nvSpPr>
          <p:cNvPr id="70" name="Rounded Rectangle 13">
            <a:extLst>
              <a:ext uri="{FF2B5EF4-FFF2-40B4-BE49-F238E27FC236}">
                <a16:creationId xmlns:a16="http://schemas.microsoft.com/office/drawing/2014/main" id="{0BB0E52F-6607-4EAA-BB4E-D3E641A9A5D1}"/>
              </a:ext>
            </a:extLst>
          </p:cNvPr>
          <p:cNvSpPr/>
          <p:nvPr/>
        </p:nvSpPr>
        <p:spPr>
          <a:xfrm>
            <a:off x="1847528" y="3429000"/>
            <a:ext cx="785542" cy="458233"/>
          </a:xfrm>
          <a:prstGeom prst="roundRect">
            <a:avLst>
              <a:gd name="adj" fmla="val 10830"/>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Fourth level</a:t>
            </a:r>
          </a:p>
        </p:txBody>
      </p:sp>
      <p:sp>
        <p:nvSpPr>
          <p:cNvPr id="79" name="Rounded Rectangle 156">
            <a:extLst>
              <a:ext uri="{FF2B5EF4-FFF2-40B4-BE49-F238E27FC236}">
                <a16:creationId xmlns:a16="http://schemas.microsoft.com/office/drawing/2014/main" id="{84C0305A-F872-4DFB-98DF-EE2ACB11A5B2}"/>
              </a:ext>
            </a:extLst>
          </p:cNvPr>
          <p:cNvSpPr/>
          <p:nvPr/>
        </p:nvSpPr>
        <p:spPr>
          <a:xfrm>
            <a:off x="3074625" y="3429000"/>
            <a:ext cx="785542" cy="468000"/>
          </a:xfrm>
          <a:prstGeom prst="roundRect">
            <a:avLst>
              <a:gd name="adj" fmla="val 10830"/>
            </a:avLst>
          </a:prstGeom>
          <a:solidFill>
            <a:schemeClr val="accent1">
              <a:lumMod val="50000"/>
              <a:lumOff val="50000"/>
            </a:schemeClr>
          </a:solidFill>
          <a:ln w="63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Fourth level</a:t>
            </a:r>
          </a:p>
        </p:txBody>
      </p:sp>
      <p:sp>
        <p:nvSpPr>
          <p:cNvPr id="80" name="Rounded Rectangle 171">
            <a:extLst>
              <a:ext uri="{FF2B5EF4-FFF2-40B4-BE49-F238E27FC236}">
                <a16:creationId xmlns:a16="http://schemas.microsoft.com/office/drawing/2014/main" id="{F723695A-EA12-4E63-BE2D-2D70F7787104}"/>
              </a:ext>
            </a:extLst>
          </p:cNvPr>
          <p:cNvSpPr/>
          <p:nvPr/>
        </p:nvSpPr>
        <p:spPr>
          <a:xfrm>
            <a:off x="4295800" y="3441795"/>
            <a:ext cx="785542" cy="468000"/>
          </a:xfrm>
          <a:prstGeom prst="roundRect">
            <a:avLst>
              <a:gd name="adj" fmla="val 10830"/>
            </a:avLst>
          </a:prstGeom>
          <a:solidFill>
            <a:schemeClr val="accent1">
              <a:lumMod val="50000"/>
              <a:lumOff val="5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Fourth level</a:t>
            </a:r>
          </a:p>
        </p:txBody>
      </p:sp>
    </p:spTree>
    <p:extLst>
      <p:ext uri="{BB962C8B-B14F-4D97-AF65-F5344CB8AC3E}">
        <p14:creationId xmlns:p14="http://schemas.microsoft.com/office/powerpoint/2010/main" val="2453278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Straight Connector 59"/>
          <p:cNvCxnSpPr>
            <a:stCxn id="6" idx="2"/>
          </p:cNvCxnSpPr>
          <p:nvPr/>
        </p:nvCxnSpPr>
        <p:spPr>
          <a:xfrm>
            <a:off x="3968491" y="2780929"/>
            <a:ext cx="0" cy="21536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13" idx="2"/>
          </p:cNvCxnSpPr>
          <p:nvPr/>
        </p:nvCxnSpPr>
        <p:spPr>
          <a:xfrm>
            <a:off x="2816363" y="4077072"/>
            <a:ext cx="0" cy="105720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5" idx="2"/>
          </p:cNvCxnSpPr>
          <p:nvPr/>
        </p:nvCxnSpPr>
        <p:spPr>
          <a:xfrm>
            <a:off x="2528331" y="2780929"/>
            <a:ext cx="0" cy="345965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1886805" y="1075649"/>
            <a:ext cx="785542" cy="458233"/>
          </a:xfrm>
          <a:prstGeom prst="roundRect">
            <a:avLst>
              <a:gd name="adj" fmla="val 1083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Home</a:t>
            </a:r>
          </a:p>
        </p:txBody>
      </p:sp>
      <p:sp>
        <p:nvSpPr>
          <p:cNvPr id="15" name="Rounded Rectangle 14"/>
          <p:cNvSpPr/>
          <p:nvPr/>
        </p:nvSpPr>
        <p:spPr>
          <a:xfrm>
            <a:off x="2711624" y="4842976"/>
            <a:ext cx="785542" cy="458233"/>
          </a:xfrm>
          <a:prstGeom prst="roundRect">
            <a:avLst>
              <a:gd name="adj" fmla="val 10830"/>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Casual</a:t>
            </a:r>
          </a:p>
        </p:txBody>
      </p:sp>
      <p:cxnSp>
        <p:nvCxnSpPr>
          <p:cNvPr id="19" name="Elbow Connector 18"/>
          <p:cNvCxnSpPr>
            <a:stCxn id="4" idx="2"/>
            <a:endCxn id="5" idx="0"/>
          </p:cNvCxnSpPr>
          <p:nvPr/>
        </p:nvCxnSpPr>
        <p:spPr>
          <a:xfrm rot="16200000" flipH="1">
            <a:off x="2009546" y="1803911"/>
            <a:ext cx="788814" cy="248755"/>
          </a:xfrm>
          <a:prstGeom prst="bentConnector3">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4" idx="2"/>
            <a:endCxn id="6" idx="0"/>
          </p:cNvCxnSpPr>
          <p:nvPr/>
        </p:nvCxnSpPr>
        <p:spPr>
          <a:xfrm rot="16200000" flipH="1">
            <a:off x="2729626" y="1083831"/>
            <a:ext cx="788814" cy="1688915"/>
          </a:xfrm>
          <a:prstGeom prst="bentConnector3">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 idx="2"/>
            <a:endCxn id="7" idx="0"/>
          </p:cNvCxnSpPr>
          <p:nvPr/>
        </p:nvCxnSpPr>
        <p:spPr>
          <a:xfrm rot="16200000" flipH="1">
            <a:off x="3377698" y="435759"/>
            <a:ext cx="788814" cy="2985059"/>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4" idx="2"/>
            <a:endCxn id="61" idx="0"/>
          </p:cNvCxnSpPr>
          <p:nvPr/>
        </p:nvCxnSpPr>
        <p:spPr>
          <a:xfrm rot="16200000" flipH="1">
            <a:off x="4572484" y="-759027"/>
            <a:ext cx="782055" cy="5367869"/>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3863752" y="4842976"/>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Leather jackets</a:t>
            </a:r>
          </a:p>
        </p:txBody>
      </p:sp>
      <p:cxnSp>
        <p:nvCxnSpPr>
          <p:cNvPr id="62" name="Straight Connector 61"/>
          <p:cNvCxnSpPr>
            <a:stCxn id="7" idx="2"/>
          </p:cNvCxnSpPr>
          <p:nvPr/>
        </p:nvCxnSpPr>
        <p:spPr>
          <a:xfrm>
            <a:off x="5264635" y="2780929"/>
            <a:ext cx="0" cy="21536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6" name="Rounded Rectangle 65"/>
          <p:cNvSpPr/>
          <p:nvPr/>
        </p:nvSpPr>
        <p:spPr>
          <a:xfrm>
            <a:off x="5159896" y="4842976"/>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Shorts</a:t>
            </a:r>
          </a:p>
        </p:txBody>
      </p:sp>
      <p:cxnSp>
        <p:nvCxnSpPr>
          <p:cNvPr id="67" name="Straight Connector 66"/>
          <p:cNvCxnSpPr>
            <a:stCxn id="8" idx="2"/>
          </p:cNvCxnSpPr>
          <p:nvPr/>
        </p:nvCxnSpPr>
        <p:spPr>
          <a:xfrm>
            <a:off x="6416763" y="2780928"/>
            <a:ext cx="0" cy="16038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6744072" y="836712"/>
            <a:ext cx="3672408" cy="936104"/>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dirty="0">
                <a:solidFill>
                  <a:schemeClr val="tx1">
                    <a:lumMod val="85000"/>
                    <a:lumOff val="15000"/>
                  </a:schemeClr>
                </a:solidFill>
                <a:latin typeface="Montserrat" panose="00000500000000000000" pitchFamily="2" charset="0"/>
                <a:cs typeface="Arial" pitchFamily="34" charset="0"/>
              </a:rPr>
              <a:t>Header  links</a:t>
            </a:r>
          </a:p>
        </p:txBody>
      </p:sp>
      <p:cxnSp>
        <p:nvCxnSpPr>
          <p:cNvPr id="75" name="Elbow Connector 74"/>
          <p:cNvCxnSpPr>
            <a:stCxn id="80" idx="1"/>
            <a:endCxn id="146" idx="1"/>
          </p:cNvCxnSpPr>
          <p:nvPr/>
        </p:nvCxnSpPr>
        <p:spPr>
          <a:xfrm rot="10800000">
            <a:off x="2423592" y="3154062"/>
            <a:ext cx="5112568" cy="12700"/>
          </a:xfrm>
          <a:prstGeom prst="bentConnector5">
            <a:avLst>
              <a:gd name="adj1" fmla="val 4624"/>
              <a:gd name="adj2" fmla="val -28447551"/>
              <a:gd name="adj3" fmla="val 104471"/>
            </a:avLst>
          </a:prstGeom>
          <a:ln w="3175">
            <a:solidFill>
              <a:schemeClr val="accent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4223792" y="6453337"/>
            <a:ext cx="1374698" cy="327309"/>
          </a:xfrm>
          <a:prstGeom prst="roundRect">
            <a:avLst>
              <a:gd name="adj" fmla="val 1083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rgbClr val="FF0066"/>
                </a:solidFill>
                <a:latin typeface="Montserrat" panose="00000500000000000000" pitchFamily="2" charset="0"/>
                <a:cs typeface="Arial" pitchFamily="34" charset="0"/>
              </a:rPr>
              <a:t>Cross link</a:t>
            </a:r>
          </a:p>
        </p:txBody>
      </p:sp>
      <p:cxnSp>
        <p:nvCxnSpPr>
          <p:cNvPr id="51" name="Elbow Connector 50"/>
          <p:cNvCxnSpPr>
            <a:stCxn id="4" idx="3"/>
            <a:endCxn id="73" idx="1"/>
          </p:cNvCxnSpPr>
          <p:nvPr/>
        </p:nvCxnSpPr>
        <p:spPr>
          <a:xfrm flipV="1">
            <a:off x="2672348" y="1304765"/>
            <a:ext cx="4071725" cy="1"/>
          </a:xfrm>
          <a:prstGeom prst="bentConnector3">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1" idx="2"/>
          </p:cNvCxnSpPr>
          <p:nvPr/>
        </p:nvCxnSpPr>
        <p:spPr>
          <a:xfrm>
            <a:off x="7647446" y="2774170"/>
            <a:ext cx="32731" cy="21669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4" idx="2"/>
            <a:endCxn id="8" idx="0"/>
          </p:cNvCxnSpPr>
          <p:nvPr/>
        </p:nvCxnSpPr>
        <p:spPr>
          <a:xfrm rot="16200000" flipH="1">
            <a:off x="3953762" y="-140306"/>
            <a:ext cx="788814" cy="4137187"/>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Elbow Connector 82"/>
          <p:cNvCxnSpPr>
            <a:stCxn id="4" idx="2"/>
            <a:endCxn id="81" idx="0"/>
          </p:cNvCxnSpPr>
          <p:nvPr/>
        </p:nvCxnSpPr>
        <p:spPr>
          <a:xfrm rot="16200000" flipH="1">
            <a:off x="5213604" y="-1400147"/>
            <a:ext cx="788814" cy="6656871"/>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Elbow Connector 83"/>
          <p:cNvCxnSpPr>
            <a:stCxn id="4" idx="2"/>
            <a:endCxn id="82" idx="0"/>
          </p:cNvCxnSpPr>
          <p:nvPr/>
        </p:nvCxnSpPr>
        <p:spPr>
          <a:xfrm rot="16200000" flipH="1">
            <a:off x="5853436" y="-2039979"/>
            <a:ext cx="789847" cy="7937567"/>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2135560" y="2322696"/>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Shirts</a:t>
            </a:r>
          </a:p>
        </p:txBody>
      </p:sp>
      <p:sp>
        <p:nvSpPr>
          <p:cNvPr id="6" name="Rounded Rectangle 5"/>
          <p:cNvSpPr/>
          <p:nvPr/>
        </p:nvSpPr>
        <p:spPr>
          <a:xfrm>
            <a:off x="3575720" y="2322696"/>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Jacket</a:t>
            </a:r>
          </a:p>
        </p:txBody>
      </p:sp>
      <p:sp>
        <p:nvSpPr>
          <p:cNvPr id="7" name="Rounded Rectangle 6"/>
          <p:cNvSpPr/>
          <p:nvPr/>
        </p:nvSpPr>
        <p:spPr>
          <a:xfrm>
            <a:off x="4871864" y="2322696"/>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Pants</a:t>
            </a:r>
          </a:p>
        </p:txBody>
      </p:sp>
      <p:sp>
        <p:nvSpPr>
          <p:cNvPr id="8" name="Rounded Rectangle 7"/>
          <p:cNvSpPr/>
          <p:nvPr/>
        </p:nvSpPr>
        <p:spPr>
          <a:xfrm>
            <a:off x="6023992" y="2322696"/>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Shoes</a:t>
            </a:r>
          </a:p>
        </p:txBody>
      </p:sp>
      <p:sp>
        <p:nvSpPr>
          <p:cNvPr id="61" name="Rounded Rectangle 60"/>
          <p:cNvSpPr/>
          <p:nvPr/>
        </p:nvSpPr>
        <p:spPr>
          <a:xfrm>
            <a:off x="7254674" y="2315937"/>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Summer wear</a:t>
            </a:r>
          </a:p>
        </p:txBody>
      </p:sp>
      <p:sp>
        <p:nvSpPr>
          <p:cNvPr id="81" name="Rounded Rectangle 80"/>
          <p:cNvSpPr/>
          <p:nvPr/>
        </p:nvSpPr>
        <p:spPr>
          <a:xfrm>
            <a:off x="8472263" y="2322696"/>
            <a:ext cx="928368"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Request a catalogue</a:t>
            </a:r>
          </a:p>
        </p:txBody>
      </p:sp>
      <p:sp>
        <p:nvSpPr>
          <p:cNvPr id="82" name="Rounded Rectangle 81"/>
          <p:cNvSpPr/>
          <p:nvPr/>
        </p:nvSpPr>
        <p:spPr>
          <a:xfrm>
            <a:off x="9742224" y="2323729"/>
            <a:ext cx="949838"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lumMod val="85000"/>
                    <a:lumOff val="15000"/>
                  </a:schemeClr>
                </a:solidFill>
                <a:latin typeface="Montserrat" panose="00000500000000000000" pitchFamily="2" charset="0"/>
                <a:cs typeface="Arial" pitchFamily="34" charset="0"/>
              </a:rPr>
              <a:t>Email newsletter</a:t>
            </a:r>
          </a:p>
        </p:txBody>
      </p:sp>
      <p:sp>
        <p:nvSpPr>
          <p:cNvPr id="13" name="Rounded Rectangle 12"/>
          <p:cNvSpPr/>
          <p:nvPr/>
        </p:nvSpPr>
        <p:spPr>
          <a:xfrm>
            <a:off x="2423592" y="3618840"/>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Shirts</a:t>
            </a:r>
          </a:p>
        </p:txBody>
      </p:sp>
      <p:sp>
        <p:nvSpPr>
          <p:cNvPr id="16" name="Rounded Rectangle 15"/>
          <p:cNvSpPr/>
          <p:nvPr/>
        </p:nvSpPr>
        <p:spPr>
          <a:xfrm>
            <a:off x="2423592" y="5563056"/>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Polo shirts</a:t>
            </a:r>
          </a:p>
        </p:txBody>
      </p:sp>
      <p:sp>
        <p:nvSpPr>
          <p:cNvPr id="17" name="Rounded Rectangle 16"/>
          <p:cNvSpPr/>
          <p:nvPr/>
        </p:nvSpPr>
        <p:spPr>
          <a:xfrm>
            <a:off x="2423592" y="6093297"/>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Vests</a:t>
            </a:r>
          </a:p>
        </p:txBody>
      </p:sp>
      <p:sp>
        <p:nvSpPr>
          <p:cNvPr id="56" name="Rounded Rectangle 55"/>
          <p:cNvSpPr/>
          <p:nvPr/>
        </p:nvSpPr>
        <p:spPr>
          <a:xfrm>
            <a:off x="3863752" y="2924945"/>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Ski jackets</a:t>
            </a:r>
          </a:p>
        </p:txBody>
      </p:sp>
      <p:sp>
        <p:nvSpPr>
          <p:cNvPr id="57" name="Rounded Rectangle 56"/>
          <p:cNvSpPr/>
          <p:nvPr/>
        </p:nvSpPr>
        <p:spPr>
          <a:xfrm>
            <a:off x="3863752" y="3618840"/>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Light jackets</a:t>
            </a:r>
          </a:p>
        </p:txBody>
      </p:sp>
      <p:sp>
        <p:nvSpPr>
          <p:cNvPr id="58" name="Rounded Rectangle 57"/>
          <p:cNvSpPr/>
          <p:nvPr/>
        </p:nvSpPr>
        <p:spPr>
          <a:xfrm>
            <a:off x="3863752" y="4221089"/>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Rain jackets</a:t>
            </a:r>
          </a:p>
        </p:txBody>
      </p:sp>
      <p:sp>
        <p:nvSpPr>
          <p:cNvPr id="63" name="Rounded Rectangle 62"/>
          <p:cNvSpPr/>
          <p:nvPr/>
        </p:nvSpPr>
        <p:spPr>
          <a:xfrm>
            <a:off x="5159896" y="2924945"/>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Jeans</a:t>
            </a:r>
          </a:p>
        </p:txBody>
      </p:sp>
      <p:sp>
        <p:nvSpPr>
          <p:cNvPr id="64" name="Rounded Rectangle 63"/>
          <p:cNvSpPr/>
          <p:nvPr/>
        </p:nvSpPr>
        <p:spPr>
          <a:xfrm>
            <a:off x="5159896" y="3618840"/>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Chinos</a:t>
            </a:r>
          </a:p>
        </p:txBody>
      </p:sp>
      <p:sp>
        <p:nvSpPr>
          <p:cNvPr id="65" name="Rounded Rectangle 64"/>
          <p:cNvSpPr/>
          <p:nvPr/>
        </p:nvSpPr>
        <p:spPr>
          <a:xfrm>
            <a:off x="5159896" y="4221089"/>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3/4 lengths</a:t>
            </a:r>
          </a:p>
        </p:txBody>
      </p:sp>
      <p:sp>
        <p:nvSpPr>
          <p:cNvPr id="68" name="Rounded Rectangle 67"/>
          <p:cNvSpPr/>
          <p:nvPr/>
        </p:nvSpPr>
        <p:spPr>
          <a:xfrm>
            <a:off x="6312024" y="2924945"/>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Smart shoes</a:t>
            </a:r>
          </a:p>
        </p:txBody>
      </p:sp>
      <p:sp>
        <p:nvSpPr>
          <p:cNvPr id="69" name="Rounded Rectangle 68"/>
          <p:cNvSpPr/>
          <p:nvPr/>
        </p:nvSpPr>
        <p:spPr>
          <a:xfrm>
            <a:off x="6312024" y="3618840"/>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Boots</a:t>
            </a:r>
          </a:p>
        </p:txBody>
      </p:sp>
      <p:sp>
        <p:nvSpPr>
          <p:cNvPr id="70" name="Rounded Rectangle 69"/>
          <p:cNvSpPr/>
          <p:nvPr/>
        </p:nvSpPr>
        <p:spPr>
          <a:xfrm>
            <a:off x="6312024" y="4221089"/>
            <a:ext cx="785542" cy="458233"/>
          </a:xfrm>
          <a:prstGeom prst="roundRect">
            <a:avLst>
              <a:gd name="adj" fmla="val 10830"/>
            </a:avLst>
          </a:prstGeom>
          <a:solidFill>
            <a:schemeClr val="accent1">
              <a:lumMod val="25000"/>
              <a:lumOff val="75000"/>
            </a:schemeClr>
          </a:solidFill>
          <a:ln w="31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Trainers</a:t>
            </a:r>
          </a:p>
        </p:txBody>
      </p:sp>
      <p:sp>
        <p:nvSpPr>
          <p:cNvPr id="80" name="Rounded Rectangle 79"/>
          <p:cNvSpPr/>
          <p:nvPr/>
        </p:nvSpPr>
        <p:spPr>
          <a:xfrm>
            <a:off x="7536160" y="2924945"/>
            <a:ext cx="892772" cy="458233"/>
          </a:xfrm>
          <a:prstGeom prst="roundRect">
            <a:avLst>
              <a:gd name="adj" fmla="val 10830"/>
            </a:avLst>
          </a:prstGeom>
          <a:solidFill>
            <a:schemeClr val="accent1">
              <a:lumMod val="25000"/>
              <a:lumOff val="75000"/>
            </a:schemeClr>
          </a:solidFill>
          <a:ln w="3175">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T-shirts</a:t>
            </a:r>
          </a:p>
        </p:txBody>
      </p:sp>
      <p:sp>
        <p:nvSpPr>
          <p:cNvPr id="76" name="Rounded Rectangle 75"/>
          <p:cNvSpPr/>
          <p:nvPr/>
        </p:nvSpPr>
        <p:spPr>
          <a:xfrm>
            <a:off x="7536160" y="3618840"/>
            <a:ext cx="89277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Shorts</a:t>
            </a:r>
          </a:p>
        </p:txBody>
      </p:sp>
      <p:sp>
        <p:nvSpPr>
          <p:cNvPr id="78" name="Rounded Rectangle 77"/>
          <p:cNvSpPr/>
          <p:nvPr/>
        </p:nvSpPr>
        <p:spPr>
          <a:xfrm>
            <a:off x="7536160" y="4221089"/>
            <a:ext cx="89277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Sunglasses</a:t>
            </a:r>
          </a:p>
        </p:txBody>
      </p:sp>
      <p:sp>
        <p:nvSpPr>
          <p:cNvPr id="79" name="Rounded Rectangle 78"/>
          <p:cNvSpPr/>
          <p:nvPr/>
        </p:nvSpPr>
        <p:spPr>
          <a:xfrm>
            <a:off x="7536160" y="4842976"/>
            <a:ext cx="89277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Hats</a:t>
            </a:r>
          </a:p>
        </p:txBody>
      </p:sp>
      <p:sp>
        <p:nvSpPr>
          <p:cNvPr id="14" name="Rounded Rectangle 13"/>
          <p:cNvSpPr/>
          <p:nvPr/>
        </p:nvSpPr>
        <p:spPr>
          <a:xfrm>
            <a:off x="2720008" y="4221089"/>
            <a:ext cx="785542" cy="458233"/>
          </a:xfrm>
          <a:prstGeom prst="roundRect">
            <a:avLst>
              <a:gd name="adj" fmla="val 10830"/>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Formal</a:t>
            </a:r>
          </a:p>
        </p:txBody>
      </p:sp>
      <p:sp>
        <p:nvSpPr>
          <p:cNvPr id="9" name="Rounded Rectangle 8"/>
          <p:cNvSpPr/>
          <p:nvPr/>
        </p:nvSpPr>
        <p:spPr>
          <a:xfrm>
            <a:off x="6960097" y="1190862"/>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Search</a:t>
            </a:r>
          </a:p>
        </p:txBody>
      </p:sp>
      <p:sp>
        <p:nvSpPr>
          <p:cNvPr id="10" name="Rounded Rectangle 9"/>
          <p:cNvSpPr/>
          <p:nvPr/>
        </p:nvSpPr>
        <p:spPr>
          <a:xfrm>
            <a:off x="8151502" y="1190862"/>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Help</a:t>
            </a:r>
          </a:p>
        </p:txBody>
      </p:sp>
      <p:sp>
        <p:nvSpPr>
          <p:cNvPr id="11" name="Rounded Rectangle 10"/>
          <p:cNvSpPr/>
          <p:nvPr/>
        </p:nvSpPr>
        <p:spPr>
          <a:xfrm>
            <a:off x="9303630" y="1190862"/>
            <a:ext cx="785542" cy="458233"/>
          </a:xfrm>
          <a:prstGeom prst="roundRect">
            <a:avLst>
              <a:gd name="adj" fmla="val 10830"/>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Basket</a:t>
            </a:r>
          </a:p>
        </p:txBody>
      </p:sp>
      <p:sp>
        <p:nvSpPr>
          <p:cNvPr id="146" name="Rounded Rectangle 145"/>
          <p:cNvSpPr/>
          <p:nvPr/>
        </p:nvSpPr>
        <p:spPr>
          <a:xfrm>
            <a:off x="2423592" y="2924945"/>
            <a:ext cx="785542" cy="458233"/>
          </a:xfrm>
          <a:prstGeom prst="roundRect">
            <a:avLst>
              <a:gd name="adj" fmla="val 10830"/>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lumMod val="85000"/>
                    <a:lumOff val="15000"/>
                  </a:schemeClr>
                </a:solidFill>
                <a:latin typeface="Montserrat" panose="00000500000000000000" pitchFamily="2" charset="0"/>
                <a:cs typeface="Arial" pitchFamily="34" charset="0"/>
              </a:rPr>
              <a:t>T-shirts</a:t>
            </a:r>
          </a:p>
        </p:txBody>
      </p:sp>
      <p:sp>
        <p:nvSpPr>
          <p:cNvPr id="118" name="Rectangle 10"/>
          <p:cNvSpPr txBox="1">
            <a:spLocks noChangeArrowheads="1"/>
          </p:cNvSpPr>
          <p:nvPr/>
        </p:nvSpPr>
        <p:spPr>
          <a:xfrm>
            <a:off x="1919536" y="352408"/>
            <a:ext cx="8382000" cy="533400"/>
          </a:xfrm>
          <a:prstGeom prst="rect">
            <a:avLst/>
          </a:prstGeom>
        </p:spPr>
        <p:txBody>
          <a:bodyPr vert="horz" lIns="10800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400" b="1" dirty="0">
              <a:solidFill>
                <a:srgbClr val="0070C0"/>
              </a:solidFill>
              <a:latin typeface="Montserrat" panose="00000500000000000000" pitchFamily="2" charset="0"/>
              <a:ea typeface="+mn-ea"/>
              <a:cs typeface="Arial" pitchFamily="34" charset="0"/>
            </a:endParaRPr>
          </a:p>
        </p:txBody>
      </p:sp>
      <p:sp>
        <p:nvSpPr>
          <p:cNvPr id="55" name="Text Placeholder 1">
            <a:extLst>
              <a:ext uri="{FF2B5EF4-FFF2-40B4-BE49-F238E27FC236}">
                <a16:creationId xmlns:a16="http://schemas.microsoft.com/office/drawing/2014/main" id="{34A113FF-0347-418E-9EA8-DDE763A6ECE8}"/>
              </a:ext>
            </a:extLst>
          </p:cNvPr>
          <p:cNvSpPr>
            <a:spLocks noGrp="1"/>
          </p:cNvSpPr>
          <p:nvPr>
            <p:ph type="body" sz="quarter" idx="10"/>
          </p:nvPr>
        </p:nvSpPr>
        <p:spPr>
          <a:xfrm>
            <a:off x="1473798" y="335903"/>
            <a:ext cx="6350394" cy="572817"/>
          </a:xfrm>
        </p:spPr>
        <p:txBody>
          <a:bodyPr/>
          <a:lstStyle/>
          <a:p>
            <a:r>
              <a:rPr lang="en-GB" dirty="0"/>
              <a:t>Example - Clothing Site</a:t>
            </a:r>
          </a:p>
          <a:p>
            <a:endParaRPr lang="en-GB" dirty="0"/>
          </a:p>
        </p:txBody>
      </p:sp>
    </p:spTree>
    <p:extLst>
      <p:ext uri="{BB962C8B-B14F-4D97-AF65-F5344CB8AC3E}">
        <p14:creationId xmlns:p14="http://schemas.microsoft.com/office/powerpoint/2010/main" val="1881649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17</a:t>
            </a:fld>
            <a:endParaRPr lang="en-GB" dirty="0"/>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r>
              <a:rPr lang="en-GB" dirty="0">
                <a:cs typeface="Courier New" panose="02070309020205020404" pitchFamily="49" charset="0"/>
              </a:rPr>
              <a:t>Using the evidence from our card sorting investigation earlier, create a simple Sitemap for the cinema website. </a:t>
            </a:r>
          </a:p>
          <a:p>
            <a:r>
              <a:rPr lang="en-GB" dirty="0">
                <a:cs typeface="Courier New" panose="02070309020205020404" pitchFamily="49" charset="0"/>
              </a:rPr>
              <a:t>Identify template/repeating links and the structure of the navigation. </a:t>
            </a:r>
          </a:p>
          <a:p>
            <a:r>
              <a:rPr lang="en-GB" dirty="0">
                <a:cs typeface="Courier New" panose="02070309020205020404" pitchFamily="49" charset="0"/>
              </a:rPr>
              <a:t>Consider where some links and user journeys may overlap. </a:t>
            </a:r>
          </a:p>
          <a:p>
            <a:pPr marL="285750" indent="-285750">
              <a:buFont typeface="Arial" panose="020B0604020202020204" pitchFamily="34" charset="0"/>
              <a:buChar char="•"/>
            </a:pPr>
            <a:endParaRPr lang="en-GB" dirty="0"/>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6472350" cy="1138428"/>
          </a:xfrm>
        </p:spPr>
        <p:txBody>
          <a:bodyPr anchor="t">
            <a:noAutofit/>
          </a:bodyPr>
          <a:lstStyle/>
          <a:p>
            <a:pPr>
              <a:lnSpc>
                <a:spcPct val="90000"/>
              </a:lnSpc>
              <a:spcAft>
                <a:spcPts val="600"/>
              </a:spcAft>
            </a:pPr>
            <a:r>
              <a:rPr lang="en-GB" dirty="0"/>
              <a:t>Activity: Implementing a Sitemap</a:t>
            </a:r>
          </a:p>
        </p:txBody>
      </p:sp>
    </p:spTree>
    <p:extLst>
      <p:ext uri="{BB962C8B-B14F-4D97-AF65-F5344CB8AC3E}">
        <p14:creationId xmlns:p14="http://schemas.microsoft.com/office/powerpoint/2010/main" val="2225039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B672-30D9-4355-A32E-767FC01F3B21}"/>
              </a:ext>
            </a:extLst>
          </p:cNvPr>
          <p:cNvSpPr>
            <a:spLocks noGrp="1"/>
          </p:cNvSpPr>
          <p:nvPr>
            <p:ph type="ctrTitle"/>
          </p:nvPr>
        </p:nvSpPr>
        <p:spPr/>
        <p:txBody>
          <a:bodyPr/>
          <a:lstStyle/>
          <a:p>
            <a:r>
              <a:rPr lang="en-GB" dirty="0"/>
              <a:t>Designing Interactions</a:t>
            </a:r>
          </a:p>
        </p:txBody>
      </p:sp>
    </p:spTree>
    <p:extLst>
      <p:ext uri="{BB962C8B-B14F-4D97-AF65-F5344CB8AC3E}">
        <p14:creationId xmlns:p14="http://schemas.microsoft.com/office/powerpoint/2010/main" val="3566836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3E7DBB-FE26-4CFB-8636-2AE579789DA7}"/>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
        <p:nvSpPr>
          <p:cNvPr id="4" name="Text Placeholder 3">
            <a:extLst>
              <a:ext uri="{FF2B5EF4-FFF2-40B4-BE49-F238E27FC236}">
                <a16:creationId xmlns:a16="http://schemas.microsoft.com/office/drawing/2014/main" id="{67BC9590-D028-4F80-9738-8CAC0EA7D5D2}"/>
              </a:ext>
            </a:extLst>
          </p:cNvPr>
          <p:cNvSpPr>
            <a:spLocks noGrp="1"/>
          </p:cNvSpPr>
          <p:nvPr>
            <p:ph type="body" sz="quarter" idx="10"/>
          </p:nvPr>
        </p:nvSpPr>
        <p:spPr>
          <a:xfrm>
            <a:off x="121920" y="1349985"/>
            <a:ext cx="3870960" cy="2751999"/>
          </a:xfrm>
        </p:spPr>
        <p:txBody>
          <a:body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kumimoji="0" lang="en-GB" sz="3200" b="1" i="0" u="none" strike="noStrike" kern="1200" cap="all" spc="0" normalizeH="0" baseline="0" noProof="0" dirty="0">
                <a:ln>
                  <a:noFill/>
                </a:ln>
                <a:solidFill>
                  <a:srgbClr val="FFFFFF"/>
                </a:solidFill>
                <a:effectLst/>
                <a:uLnTx/>
                <a:uFillTx/>
                <a:latin typeface="Montserrat Black" panose="00000A00000000000000" pitchFamily="2" charset="0"/>
                <a:ea typeface="+mn-ea"/>
                <a:cs typeface="+mn-cs"/>
              </a:rPr>
              <a:t>Understanding the Design Principles</a:t>
            </a:r>
            <a:endParaRPr kumimoji="0" lang="en-US" sz="3200" b="1" i="0" u="none" strike="noStrike" kern="1200" cap="all" spc="0" normalizeH="0" baseline="0" noProof="0" dirty="0">
              <a:ln>
                <a:noFill/>
              </a:ln>
              <a:solidFill>
                <a:srgbClr val="FFFFFF"/>
              </a:solidFill>
              <a:effectLst/>
              <a:uLnTx/>
              <a:uFillTx/>
              <a:latin typeface="Montserrat Black" panose="00000A00000000000000" pitchFamily="2" charset="0"/>
              <a:ea typeface="+mn-ea"/>
              <a:cs typeface="+mn-cs"/>
            </a:endParaRPr>
          </a:p>
          <a:p>
            <a:endParaRPr lang="en-GB" dirty="0"/>
          </a:p>
        </p:txBody>
      </p:sp>
      <p:sp>
        <p:nvSpPr>
          <p:cNvPr id="5" name="Rectangle 4">
            <a:extLst>
              <a:ext uri="{FF2B5EF4-FFF2-40B4-BE49-F238E27FC236}">
                <a16:creationId xmlns:a16="http://schemas.microsoft.com/office/drawing/2014/main" id="{7567E796-0EBD-4C35-97C8-E01850A7E0FA}"/>
              </a:ext>
            </a:extLst>
          </p:cNvPr>
          <p:cNvSpPr/>
          <p:nvPr/>
        </p:nvSpPr>
        <p:spPr>
          <a:xfrm>
            <a:off x="5034499" y="1244413"/>
            <a:ext cx="6096000" cy="3139321"/>
          </a:xfrm>
          <a:prstGeom prst="rect">
            <a:avLst/>
          </a:prstGeom>
        </p:spPr>
        <p:txBody>
          <a:bodyPr>
            <a:spAutoFit/>
          </a:bodyPr>
          <a:lstStyle/>
          <a:p>
            <a:pPr marL="285750" indent="-285750">
              <a:buFont typeface="Arial" panose="020B0604020202020204" pitchFamily="34" charset="0"/>
              <a:buChar char="•"/>
            </a:pPr>
            <a:r>
              <a:rPr lang="en-US" b="1" dirty="0"/>
              <a:t>Interaction design is not guesswork</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User Interfaces should be based on user mental models rather than implementation models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Goal-directed interactions reflect user mental models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Significant Change must be Significantly Better</a:t>
            </a:r>
          </a:p>
        </p:txBody>
      </p:sp>
      <p:pic>
        <p:nvPicPr>
          <p:cNvPr id="6" name="Picture 5">
            <a:extLst>
              <a:ext uri="{FF2B5EF4-FFF2-40B4-BE49-F238E27FC236}">
                <a16:creationId xmlns:a16="http://schemas.microsoft.com/office/drawing/2014/main" id="{220235B1-355A-480A-9E17-57564203DA94}"/>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08717" y="1187957"/>
            <a:ext cx="752165" cy="724925"/>
          </a:xfrm>
          <a:prstGeom prst="rect">
            <a:avLst/>
          </a:prstGeom>
          <a:noFill/>
          <a:ln>
            <a:noFill/>
          </a:ln>
        </p:spPr>
      </p:pic>
      <p:pic>
        <p:nvPicPr>
          <p:cNvPr id="7" name="Picture 6">
            <a:extLst>
              <a:ext uri="{FF2B5EF4-FFF2-40B4-BE49-F238E27FC236}">
                <a16:creationId xmlns:a16="http://schemas.microsoft.com/office/drawing/2014/main" id="{EEF131D4-8941-4506-941D-947E12C9DA85}"/>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4205669" y="3605529"/>
            <a:ext cx="752165" cy="724925"/>
          </a:xfrm>
          <a:prstGeom prst="rect">
            <a:avLst/>
          </a:prstGeom>
          <a:noFill/>
          <a:ln>
            <a:noFill/>
          </a:ln>
        </p:spPr>
      </p:pic>
    </p:spTree>
    <p:extLst>
      <p:ext uri="{BB962C8B-B14F-4D97-AF65-F5344CB8AC3E}">
        <p14:creationId xmlns:p14="http://schemas.microsoft.com/office/powerpoint/2010/main" val="2459242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18872" y="1329679"/>
            <a:ext cx="3874237" cy="2751999"/>
          </a:xfrm>
        </p:spPr>
        <p:txBody>
          <a:bodyPr/>
          <a:lstStyle/>
          <a:p>
            <a:r>
              <a:rPr lang="en-GB" sz="3200" dirty="0"/>
              <a:t>Understanding the Design Principles</a:t>
            </a:r>
          </a:p>
        </p:txBody>
      </p:sp>
      <p:sp>
        <p:nvSpPr>
          <p:cNvPr id="7" name="Rectangle 6">
            <a:extLst>
              <a:ext uri="{FF2B5EF4-FFF2-40B4-BE49-F238E27FC236}">
                <a16:creationId xmlns:a16="http://schemas.microsoft.com/office/drawing/2014/main" id="{B67ACF60-B3FE-4B7F-AF9D-C3AF9AA74552}"/>
              </a:ext>
            </a:extLst>
          </p:cNvPr>
          <p:cNvSpPr/>
          <p:nvPr/>
        </p:nvSpPr>
        <p:spPr>
          <a:xfrm>
            <a:off x="5010683" y="1329679"/>
            <a:ext cx="6096000" cy="2308324"/>
          </a:xfrm>
          <a:prstGeom prst="rect">
            <a:avLst/>
          </a:prstGeom>
        </p:spPr>
        <p:txBody>
          <a:bodyPr>
            <a:spAutoFit/>
          </a:bodyPr>
          <a:lstStyle/>
          <a:p>
            <a:pPr marL="285750" indent="-285750">
              <a:buFont typeface="Arial" panose="020B0604020202020204" pitchFamily="34" charset="0"/>
              <a:buChar char="•"/>
            </a:pPr>
            <a:r>
              <a:rPr lang="en-GB" b="1" dirty="0"/>
              <a:t>Nobody wants to remain a beginner</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Optimise for intermediate users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Imagine that your users are very intelligent, but extremely busy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Do not make the user feel stupid</a:t>
            </a:r>
          </a:p>
        </p:txBody>
      </p:sp>
      <p:pic>
        <p:nvPicPr>
          <p:cNvPr id="8" name="Picture 7">
            <a:extLst>
              <a:ext uri="{FF2B5EF4-FFF2-40B4-BE49-F238E27FC236}">
                <a16:creationId xmlns:a16="http://schemas.microsoft.com/office/drawing/2014/main" id="{EA59E5E9-971D-4162-9F75-726F02D31FAA}"/>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21226" y="3085342"/>
            <a:ext cx="708126" cy="687315"/>
          </a:xfrm>
          <a:prstGeom prst="rect">
            <a:avLst/>
          </a:prstGeom>
          <a:noFill/>
          <a:ln>
            <a:noFill/>
          </a:ln>
        </p:spPr>
      </p:pic>
      <p:pic>
        <p:nvPicPr>
          <p:cNvPr id="9" name="Picture 8">
            <a:extLst>
              <a:ext uri="{FF2B5EF4-FFF2-40B4-BE49-F238E27FC236}">
                <a16:creationId xmlns:a16="http://schemas.microsoft.com/office/drawing/2014/main" id="{81532B95-2BCE-4FDD-8B8B-E0B8B5C4D9F0}"/>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4221226" y="2280670"/>
            <a:ext cx="708126" cy="687315"/>
          </a:xfrm>
          <a:prstGeom prst="rect">
            <a:avLst/>
          </a:prstGeom>
          <a:noFill/>
          <a:ln>
            <a:noFill/>
          </a:ln>
        </p:spPr>
      </p:pic>
    </p:spTree>
    <p:extLst>
      <p:ext uri="{BB962C8B-B14F-4D97-AF65-F5344CB8AC3E}">
        <p14:creationId xmlns:p14="http://schemas.microsoft.com/office/powerpoint/2010/main" val="2957056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Behaviour and Form</a:t>
            </a:r>
          </a:p>
        </p:txBody>
      </p:sp>
      <p:sp>
        <p:nvSpPr>
          <p:cNvPr id="5" name="Rectangle 4">
            <a:extLst>
              <a:ext uri="{FF2B5EF4-FFF2-40B4-BE49-F238E27FC236}">
                <a16:creationId xmlns:a16="http://schemas.microsoft.com/office/drawing/2014/main" id="{5AB4B857-D2E8-484B-8D5D-60B9F88B7085}"/>
              </a:ext>
            </a:extLst>
          </p:cNvPr>
          <p:cNvSpPr/>
          <p:nvPr/>
        </p:nvSpPr>
        <p:spPr>
          <a:xfrm>
            <a:off x="4447032" y="1281928"/>
            <a:ext cx="6096000" cy="2585323"/>
          </a:xfrm>
          <a:prstGeom prst="rect">
            <a:avLst/>
          </a:prstGeom>
        </p:spPr>
        <p:txBody>
          <a:bodyPr>
            <a:spAutoFit/>
          </a:bodyPr>
          <a:lstStyle/>
          <a:p>
            <a:pPr marL="285750" indent="-285750">
              <a:buFont typeface="Arial" panose="020B0604020202020204" pitchFamily="34" charset="0"/>
              <a:buChar char="•"/>
            </a:pPr>
            <a:r>
              <a:rPr lang="en-GB" b="1" dirty="0"/>
              <a:t>Optimise sovereign applications for full-screen use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Sovereign interfaces should feature a conservative visual style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Maximise document views within sovereign applications</a:t>
            </a:r>
          </a:p>
          <a:p>
            <a:pPr marL="285750" indent="-285750">
              <a:buFont typeface="Arial" panose="020B0604020202020204" pitchFamily="34" charset="0"/>
              <a:buChar char="•"/>
            </a:pPr>
            <a:endParaRPr lang="en-GB" b="1" dirty="0"/>
          </a:p>
        </p:txBody>
      </p:sp>
    </p:spTree>
    <p:extLst>
      <p:ext uri="{BB962C8B-B14F-4D97-AF65-F5344CB8AC3E}">
        <p14:creationId xmlns:p14="http://schemas.microsoft.com/office/powerpoint/2010/main" val="1154536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Behaviour and Form</a:t>
            </a:r>
          </a:p>
        </p:txBody>
      </p:sp>
      <p:sp>
        <p:nvSpPr>
          <p:cNvPr id="6" name="Rectangle 5">
            <a:extLst>
              <a:ext uri="{FF2B5EF4-FFF2-40B4-BE49-F238E27FC236}">
                <a16:creationId xmlns:a16="http://schemas.microsoft.com/office/drawing/2014/main" id="{147583B0-9165-464D-A092-8512BDFB0B22}"/>
              </a:ext>
            </a:extLst>
          </p:cNvPr>
          <p:cNvSpPr/>
          <p:nvPr/>
        </p:nvSpPr>
        <p:spPr>
          <a:xfrm>
            <a:off x="4383024" y="1239662"/>
            <a:ext cx="6096000" cy="2862322"/>
          </a:xfrm>
          <a:prstGeom prst="rect">
            <a:avLst/>
          </a:prstGeom>
        </p:spPr>
        <p:txBody>
          <a:bodyPr>
            <a:spAutoFit/>
          </a:bodyPr>
          <a:lstStyle/>
          <a:p>
            <a:pPr marL="285750" indent="-285750">
              <a:buFont typeface="Arial" panose="020B0604020202020204" pitchFamily="34" charset="0"/>
              <a:buChar char="•"/>
            </a:pPr>
            <a:r>
              <a:rPr lang="en-GB" b="1" dirty="0"/>
              <a:t>Transient applications must be simple, clear, and to the point</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Transient applications should be limited to a single window and a single view</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An application should launch to its previous position and configuration</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Kiosks should be optimised for first time users</a:t>
            </a:r>
          </a:p>
        </p:txBody>
      </p:sp>
    </p:spTree>
    <p:extLst>
      <p:ext uri="{BB962C8B-B14F-4D97-AF65-F5344CB8AC3E}">
        <p14:creationId xmlns:p14="http://schemas.microsoft.com/office/powerpoint/2010/main" val="3278905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Behaviour and Form</a:t>
            </a:r>
          </a:p>
        </p:txBody>
      </p:sp>
      <p:sp>
        <p:nvSpPr>
          <p:cNvPr id="7" name="Rectangle 6">
            <a:extLst>
              <a:ext uri="{FF2B5EF4-FFF2-40B4-BE49-F238E27FC236}">
                <a16:creationId xmlns:a16="http://schemas.microsoft.com/office/drawing/2014/main" id="{E8152A0F-4550-4642-B944-5B600C72D438}"/>
              </a:ext>
            </a:extLst>
          </p:cNvPr>
          <p:cNvSpPr/>
          <p:nvPr/>
        </p:nvSpPr>
        <p:spPr>
          <a:xfrm>
            <a:off x="5081229" y="1480384"/>
            <a:ext cx="6096000" cy="2862322"/>
          </a:xfrm>
          <a:prstGeom prst="rect">
            <a:avLst/>
          </a:prstGeom>
        </p:spPr>
        <p:txBody>
          <a:bodyPr>
            <a:spAutoFit/>
          </a:bodyPr>
          <a:lstStyle/>
          <a:p>
            <a:pPr marL="285750" indent="-285750">
              <a:buFont typeface="Arial" panose="020B0604020202020204" pitchFamily="34" charset="0"/>
              <a:buChar char="•"/>
            </a:pPr>
            <a:r>
              <a:rPr lang="en-GB" b="1" dirty="0"/>
              <a:t>No matter how impressive your interface is, less of it would be better</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Follow users’ mental models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Less is more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Keep tools close at hand</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p:txBody>
      </p:sp>
      <p:pic>
        <p:nvPicPr>
          <p:cNvPr id="8" name="Picture 7">
            <a:extLst>
              <a:ext uri="{FF2B5EF4-FFF2-40B4-BE49-F238E27FC236}">
                <a16:creationId xmlns:a16="http://schemas.microsoft.com/office/drawing/2014/main" id="{020F53CE-2E15-4CBB-990E-BC31D1279F17}"/>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50404" y="2791714"/>
            <a:ext cx="699968" cy="677512"/>
          </a:xfrm>
          <a:prstGeom prst="rect">
            <a:avLst/>
          </a:prstGeom>
          <a:noFill/>
          <a:ln>
            <a:noFill/>
          </a:ln>
        </p:spPr>
      </p:pic>
      <p:pic>
        <p:nvPicPr>
          <p:cNvPr id="9" name="Picture 8" descr="Relevant Skills">
            <a:extLst>
              <a:ext uri="{FF2B5EF4-FFF2-40B4-BE49-F238E27FC236}">
                <a16:creationId xmlns:a16="http://schemas.microsoft.com/office/drawing/2014/main" id="{E707EB5A-55BD-4BEA-919F-F6813874B22D}"/>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4250404" y="1403536"/>
            <a:ext cx="699968" cy="677512"/>
          </a:xfrm>
          <a:prstGeom prst="rect">
            <a:avLst/>
          </a:prstGeom>
          <a:noFill/>
          <a:ln>
            <a:noFill/>
          </a:ln>
        </p:spPr>
      </p:pic>
      <p:sp>
        <p:nvSpPr>
          <p:cNvPr id="3" name="Rectangle 2">
            <a:hlinkClick r:id="" action="ppaction://customshow?id=2&amp;return=true"/>
            <a:extLst>
              <a:ext uri="{FF2B5EF4-FFF2-40B4-BE49-F238E27FC236}">
                <a16:creationId xmlns:a16="http://schemas.microsoft.com/office/drawing/2014/main" id="{C9C33DFA-1F8F-4745-8B74-ECC8D1CE80D7}"/>
              </a:ext>
            </a:extLst>
          </p:cNvPr>
          <p:cNvSpPr/>
          <p:nvPr/>
        </p:nvSpPr>
        <p:spPr>
          <a:xfrm>
            <a:off x="4060723" y="0"/>
            <a:ext cx="8131277" cy="1349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6477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Behaviour and Form</a:t>
            </a:r>
          </a:p>
        </p:txBody>
      </p:sp>
      <p:sp>
        <p:nvSpPr>
          <p:cNvPr id="5" name="Rectangle 4">
            <a:extLst>
              <a:ext uri="{FF2B5EF4-FFF2-40B4-BE49-F238E27FC236}">
                <a16:creationId xmlns:a16="http://schemas.microsoft.com/office/drawing/2014/main" id="{0E63E534-50F2-4BCB-BA1B-608169F12DA4}"/>
              </a:ext>
            </a:extLst>
          </p:cNvPr>
          <p:cNvSpPr/>
          <p:nvPr/>
        </p:nvSpPr>
        <p:spPr>
          <a:xfrm>
            <a:off x="4364736" y="1259854"/>
            <a:ext cx="6096000" cy="2862322"/>
          </a:xfrm>
          <a:prstGeom prst="rect">
            <a:avLst/>
          </a:prstGeom>
        </p:spPr>
        <p:txBody>
          <a:bodyPr>
            <a:spAutoFit/>
          </a:bodyPr>
          <a:lstStyle/>
          <a:p>
            <a:pPr marL="285750" indent="-285750">
              <a:buFont typeface="Arial" panose="020B0604020202020204" pitchFamily="34" charset="0"/>
              <a:buChar char="•"/>
            </a:pPr>
            <a:r>
              <a:rPr lang="en-GB" b="1" dirty="0"/>
              <a:t>Let the user stay in control</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Provide modeless feedback</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Design for the probable but provide for the possible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Contextualise all information</a:t>
            </a:r>
          </a:p>
          <a:p>
            <a:pPr marL="742950" lvl="1" indent="-285750">
              <a:buFont typeface="Arial" panose="020B0604020202020204" pitchFamily="34" charset="0"/>
              <a:buChar char="•"/>
            </a:pPr>
            <a:r>
              <a:rPr lang="en-GB" dirty="0"/>
              <a:t>Only display the information if it’s relevant to the current situation</a:t>
            </a:r>
          </a:p>
        </p:txBody>
      </p:sp>
    </p:spTree>
    <p:extLst>
      <p:ext uri="{BB962C8B-B14F-4D97-AF65-F5344CB8AC3E}">
        <p14:creationId xmlns:p14="http://schemas.microsoft.com/office/powerpoint/2010/main" val="1872942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Interaction Details</a:t>
            </a:r>
          </a:p>
        </p:txBody>
      </p:sp>
      <p:sp>
        <p:nvSpPr>
          <p:cNvPr id="6" name="Rectangle 5">
            <a:extLst>
              <a:ext uri="{FF2B5EF4-FFF2-40B4-BE49-F238E27FC236}">
                <a16:creationId xmlns:a16="http://schemas.microsoft.com/office/drawing/2014/main" id="{0C51A981-097A-4D46-8904-5B2F6D5B2175}"/>
              </a:ext>
            </a:extLst>
          </p:cNvPr>
          <p:cNvSpPr/>
          <p:nvPr/>
        </p:nvSpPr>
        <p:spPr>
          <a:xfrm>
            <a:off x="4912429" y="1303038"/>
            <a:ext cx="6096000" cy="3693319"/>
          </a:xfrm>
          <a:prstGeom prst="rect">
            <a:avLst/>
          </a:prstGeom>
        </p:spPr>
        <p:txBody>
          <a:bodyPr>
            <a:spAutoFit/>
          </a:bodyPr>
          <a:lstStyle/>
          <a:p>
            <a:pPr marL="285750" indent="-285750">
              <a:buFont typeface="Arial" panose="020B0604020202020204" pitchFamily="34" charset="0"/>
              <a:buChar char="•"/>
            </a:pPr>
            <a:r>
              <a:rPr lang="en-GB" b="1" dirty="0"/>
              <a:t>An error may not be your fault, but it is your responsibility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Have a good reason for going to a dialog box</a:t>
            </a:r>
          </a:p>
          <a:p>
            <a:pPr marL="742950" lvl="1" indent="-285750">
              <a:buFont typeface="Arial" panose="020B0604020202020204" pitchFamily="34" charset="0"/>
              <a:buChar char="•"/>
            </a:pPr>
            <a:r>
              <a:rPr lang="en-GB" dirty="0"/>
              <a:t>Do not use dialogs to report normality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Provide functions in the window where they are used</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Use links for navigation and buttons for actions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p:txBody>
      </p:sp>
      <p:pic>
        <p:nvPicPr>
          <p:cNvPr id="7" name="Picture 6">
            <a:extLst>
              <a:ext uri="{FF2B5EF4-FFF2-40B4-BE49-F238E27FC236}">
                <a16:creationId xmlns:a16="http://schemas.microsoft.com/office/drawing/2014/main" id="{E904151E-6EBA-4A54-A0A7-30DC7E578B98}"/>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25159" y="1266462"/>
            <a:ext cx="683172" cy="698972"/>
          </a:xfrm>
          <a:prstGeom prst="rect">
            <a:avLst/>
          </a:prstGeom>
          <a:noFill/>
          <a:ln>
            <a:noFill/>
          </a:ln>
        </p:spPr>
      </p:pic>
    </p:spTree>
    <p:extLst>
      <p:ext uri="{BB962C8B-B14F-4D97-AF65-F5344CB8AC3E}">
        <p14:creationId xmlns:p14="http://schemas.microsoft.com/office/powerpoint/2010/main" val="1311643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Interaction Details</a:t>
            </a:r>
          </a:p>
        </p:txBody>
      </p:sp>
      <p:sp>
        <p:nvSpPr>
          <p:cNvPr id="6" name="Rectangle 5">
            <a:extLst>
              <a:ext uri="{FF2B5EF4-FFF2-40B4-BE49-F238E27FC236}">
                <a16:creationId xmlns:a16="http://schemas.microsoft.com/office/drawing/2014/main" id="{164EDC35-DA24-41F5-BE5F-9A290AC20FC4}"/>
              </a:ext>
            </a:extLst>
          </p:cNvPr>
          <p:cNvSpPr/>
          <p:nvPr/>
        </p:nvSpPr>
        <p:spPr>
          <a:xfrm>
            <a:off x="5196983" y="1349985"/>
            <a:ext cx="6610232" cy="1477328"/>
          </a:xfrm>
          <a:prstGeom prst="rect">
            <a:avLst/>
          </a:prstGeom>
        </p:spPr>
        <p:txBody>
          <a:bodyPr wrap="square">
            <a:spAutoFit/>
          </a:bodyPr>
          <a:lstStyle/>
          <a:p>
            <a:pPr marL="285750" indent="-285750">
              <a:buFont typeface="Arial" panose="020B0604020202020204" pitchFamily="34" charset="0"/>
              <a:buChar char="•"/>
            </a:pPr>
            <a:r>
              <a:rPr lang="en-GB" b="1" dirty="0"/>
              <a:t>Disable menu items when they are not applicable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Use consistent visual symbols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Make all actions reversible</a:t>
            </a:r>
          </a:p>
        </p:txBody>
      </p:sp>
      <p:pic>
        <p:nvPicPr>
          <p:cNvPr id="7" name="Picture 6" descr="Relevant Skills">
            <a:extLst>
              <a:ext uri="{FF2B5EF4-FFF2-40B4-BE49-F238E27FC236}">
                <a16:creationId xmlns:a16="http://schemas.microsoft.com/office/drawing/2014/main" id="{E7CC5B89-88F4-4503-A7C3-5CD14D4933C2}"/>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88027" y="2308877"/>
            <a:ext cx="746427" cy="718101"/>
          </a:xfrm>
          <a:prstGeom prst="rect">
            <a:avLst/>
          </a:prstGeom>
          <a:noFill/>
          <a:ln>
            <a:noFill/>
          </a:ln>
        </p:spPr>
      </p:pic>
    </p:spTree>
    <p:extLst>
      <p:ext uri="{BB962C8B-B14F-4D97-AF65-F5344CB8AC3E}">
        <p14:creationId xmlns:p14="http://schemas.microsoft.com/office/powerpoint/2010/main" val="2247843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9CA4-729B-47CD-AC95-971A19B38C30}"/>
              </a:ext>
            </a:extLst>
          </p:cNvPr>
          <p:cNvSpPr>
            <a:spLocks noGrp="1"/>
          </p:cNvSpPr>
          <p:nvPr>
            <p:ph type="ctrTitle"/>
          </p:nvPr>
        </p:nvSpPr>
        <p:spPr/>
        <p:txBody>
          <a:bodyPr/>
          <a:lstStyle/>
          <a:p>
            <a:r>
              <a:rPr lang="en-GB" dirty="0"/>
              <a:t>Interaction Flow</a:t>
            </a:r>
          </a:p>
        </p:txBody>
      </p:sp>
    </p:spTree>
    <p:extLst>
      <p:ext uri="{BB962C8B-B14F-4D97-AF65-F5344CB8AC3E}">
        <p14:creationId xmlns:p14="http://schemas.microsoft.com/office/powerpoint/2010/main" val="2312171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38C61A-72EE-4FC2-A482-C794FAE09FB0}"/>
              </a:ext>
            </a:extLst>
          </p:cNvPr>
          <p:cNvSpPr>
            <a:spLocks noGrp="1"/>
          </p:cNvSpPr>
          <p:nvPr>
            <p:ph type="sldNum" sz="quarter" idx="4"/>
          </p:nvPr>
        </p:nvSpPr>
        <p:spPr/>
        <p:txBody>
          <a:bodyPr/>
          <a:lstStyle/>
          <a:p>
            <a:fld id="{EF892D59-8F09-EF4B-AD6D-DA609442F868}" type="slidenum">
              <a:rPr lang="en-GB" smtClean="0"/>
              <a:pPr/>
              <a:t>28</a:t>
            </a:fld>
            <a:endParaRPr lang="en-GB" dirty="0"/>
          </a:p>
        </p:txBody>
      </p:sp>
      <p:sp>
        <p:nvSpPr>
          <p:cNvPr id="4" name="Text Placeholder 3">
            <a:extLst>
              <a:ext uri="{FF2B5EF4-FFF2-40B4-BE49-F238E27FC236}">
                <a16:creationId xmlns:a16="http://schemas.microsoft.com/office/drawing/2014/main" id="{400E62FA-FD89-40DF-B264-0DE01DC219D5}"/>
              </a:ext>
            </a:extLst>
          </p:cNvPr>
          <p:cNvSpPr>
            <a:spLocks noGrp="1"/>
          </p:cNvSpPr>
          <p:nvPr>
            <p:ph type="body" sz="quarter" idx="10"/>
          </p:nvPr>
        </p:nvSpPr>
        <p:spPr/>
        <p:txBody>
          <a:bodyPr/>
          <a:lstStyle/>
          <a:p>
            <a:r>
              <a:rPr lang="en-GB" dirty="0"/>
              <a:t>What is Flow?</a:t>
            </a:r>
            <a:endParaRPr lang="en-US" dirty="0"/>
          </a:p>
          <a:p>
            <a:endParaRPr lang="en-GB" dirty="0"/>
          </a:p>
        </p:txBody>
      </p:sp>
      <p:sp>
        <p:nvSpPr>
          <p:cNvPr id="5" name="Rectangle 4">
            <a:extLst>
              <a:ext uri="{FF2B5EF4-FFF2-40B4-BE49-F238E27FC236}">
                <a16:creationId xmlns:a16="http://schemas.microsoft.com/office/drawing/2014/main" id="{3259CC54-BCB4-456E-ABF2-13E0D4784072}"/>
              </a:ext>
            </a:extLst>
          </p:cNvPr>
          <p:cNvSpPr/>
          <p:nvPr/>
        </p:nvSpPr>
        <p:spPr>
          <a:xfrm>
            <a:off x="6114288" y="5483654"/>
            <a:ext cx="6082860" cy="1126462"/>
          </a:xfrm>
          <a:prstGeom prst="rect">
            <a:avLst/>
          </a:prstGeom>
        </p:spPr>
        <p:txBody>
          <a:bodyPr wrap="square">
            <a:spAutoFit/>
          </a:bodyPr>
          <a:lstStyle/>
          <a:p>
            <a:pPr>
              <a:spcBef>
                <a:spcPct val="20000"/>
              </a:spcBef>
              <a:buClr>
                <a:srgbClr val="B8CCE4"/>
              </a:buClr>
            </a:pPr>
            <a:r>
              <a:rPr lang="en-US" sz="1600" dirty="0">
                <a:solidFill>
                  <a:srgbClr val="000000"/>
                </a:solidFill>
                <a:latin typeface="Montserrat" panose="00000500000000000000" pitchFamily="2" charset="0"/>
                <a:cs typeface="Arial" pitchFamily="34" charset="0"/>
              </a:rPr>
              <a:t>Flow: The Psychology of Optimal Experience by Mihaly Csikszentmihalyi</a:t>
            </a:r>
          </a:p>
          <a:p>
            <a:pPr>
              <a:spcBef>
                <a:spcPct val="20000"/>
              </a:spcBef>
              <a:buClr>
                <a:srgbClr val="B8CCE4"/>
              </a:buClr>
            </a:pPr>
            <a:r>
              <a:rPr lang="en-US" sz="1600" dirty="0">
                <a:solidFill>
                  <a:srgbClr val="000000"/>
                </a:solidFill>
                <a:latin typeface="Montserrat" panose="00000500000000000000" pitchFamily="2" charset="0"/>
                <a:cs typeface="Arial" pitchFamily="34" charset="0"/>
              </a:rPr>
              <a:t>Peopleware: Productive Projects and Teams by Tom DeMarco and Timothy Lister</a:t>
            </a:r>
          </a:p>
        </p:txBody>
      </p:sp>
      <p:sp>
        <p:nvSpPr>
          <p:cNvPr id="6" name="Rectangle 5">
            <a:extLst>
              <a:ext uri="{FF2B5EF4-FFF2-40B4-BE49-F238E27FC236}">
                <a16:creationId xmlns:a16="http://schemas.microsoft.com/office/drawing/2014/main" id="{9E80213E-C24D-44FB-9519-4CA9FB5CBC4C}"/>
              </a:ext>
            </a:extLst>
          </p:cNvPr>
          <p:cNvSpPr/>
          <p:nvPr/>
        </p:nvSpPr>
        <p:spPr>
          <a:xfrm>
            <a:off x="4889816" y="1368378"/>
            <a:ext cx="6096000" cy="3139321"/>
          </a:xfrm>
          <a:prstGeom prst="rect">
            <a:avLst/>
          </a:prstGeom>
        </p:spPr>
        <p:txBody>
          <a:bodyPr>
            <a:spAutoFit/>
          </a:bodyPr>
          <a:lstStyle/>
          <a:p>
            <a:pPr marL="285750" indent="-285750">
              <a:buFont typeface="Arial" panose="020B0604020202020204" pitchFamily="34" charset="0"/>
              <a:buChar char="•"/>
            </a:pPr>
            <a:r>
              <a:rPr lang="en-US" b="1" dirty="0"/>
              <a:t>When users are able to concentrate wholly on an activity, they lose awareness of peripheral problems and distractions.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It is a “condition of deep, nearly meditative involvement”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When a user is in a state of flow, they can be extremely productive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p:txBody>
      </p:sp>
      <p:pic>
        <p:nvPicPr>
          <p:cNvPr id="7" name="Picture 6">
            <a:extLst>
              <a:ext uri="{FF2B5EF4-FFF2-40B4-BE49-F238E27FC236}">
                <a16:creationId xmlns:a16="http://schemas.microsoft.com/office/drawing/2014/main" id="{536AD4D9-CCF2-4ADE-A075-B07EFD71252D}"/>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167440" y="3197772"/>
            <a:ext cx="722376" cy="690994"/>
          </a:xfrm>
          <a:prstGeom prst="rect">
            <a:avLst/>
          </a:prstGeom>
          <a:noFill/>
          <a:ln>
            <a:noFill/>
          </a:ln>
        </p:spPr>
      </p:pic>
      <p:pic>
        <p:nvPicPr>
          <p:cNvPr id="8" name="Picture 7">
            <a:extLst>
              <a:ext uri="{FF2B5EF4-FFF2-40B4-BE49-F238E27FC236}">
                <a16:creationId xmlns:a16="http://schemas.microsoft.com/office/drawing/2014/main" id="{313A2643-F676-4F09-A618-852F53A8DC23}"/>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5019960" y="5551809"/>
            <a:ext cx="987648" cy="990152"/>
          </a:xfrm>
          <a:prstGeom prst="rect">
            <a:avLst/>
          </a:prstGeom>
          <a:noFill/>
          <a:ln>
            <a:noFill/>
          </a:ln>
        </p:spPr>
      </p:pic>
      <p:pic>
        <p:nvPicPr>
          <p:cNvPr id="9" name="Picture 8" descr="Icon&#10;&#10;Description automatically generated">
            <a:extLst>
              <a:ext uri="{FF2B5EF4-FFF2-40B4-BE49-F238E27FC236}">
                <a16:creationId xmlns:a16="http://schemas.microsoft.com/office/drawing/2014/main" id="{41134798-5C2E-448E-B632-1DA690ACD00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06878" y="264746"/>
            <a:ext cx="1126462" cy="1126462"/>
          </a:xfrm>
          <a:prstGeom prst="rect">
            <a:avLst/>
          </a:prstGeom>
        </p:spPr>
      </p:pic>
    </p:spTree>
    <p:extLst>
      <p:ext uri="{BB962C8B-B14F-4D97-AF65-F5344CB8AC3E}">
        <p14:creationId xmlns:p14="http://schemas.microsoft.com/office/powerpoint/2010/main" val="2689756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Flow</a:t>
            </a:r>
          </a:p>
        </p:txBody>
      </p:sp>
      <p:sp>
        <p:nvSpPr>
          <p:cNvPr id="6" name="Rectangle 5">
            <a:extLst>
              <a:ext uri="{FF2B5EF4-FFF2-40B4-BE49-F238E27FC236}">
                <a16:creationId xmlns:a16="http://schemas.microsoft.com/office/drawing/2014/main" id="{B8EE8E0A-2A2D-4DE8-BC93-6AABFE8EAB64}"/>
              </a:ext>
            </a:extLst>
          </p:cNvPr>
          <p:cNvSpPr/>
          <p:nvPr/>
        </p:nvSpPr>
        <p:spPr>
          <a:xfrm>
            <a:off x="4924267" y="1239048"/>
            <a:ext cx="6096000" cy="4524315"/>
          </a:xfrm>
          <a:prstGeom prst="rect">
            <a:avLst/>
          </a:prstGeom>
        </p:spPr>
        <p:txBody>
          <a:bodyPr>
            <a:spAutoFit/>
          </a:bodyPr>
          <a:lstStyle/>
          <a:p>
            <a:pPr marL="285750" indent="-285750">
              <a:buFont typeface="Arial" panose="020B0604020202020204" pitchFamily="34" charset="0"/>
              <a:buChar char="•"/>
            </a:pPr>
            <a:r>
              <a:rPr lang="en-GB" b="1" dirty="0"/>
              <a:t>As the user is more productive, it is desirable to ensure that nothing distracts them or breaks their “flow”</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endParaRPr lang="en-GB" b="1" dirty="0"/>
          </a:p>
        </p:txBody>
      </p:sp>
      <p:sp>
        <p:nvSpPr>
          <p:cNvPr id="8" name="Rectangle 7">
            <a:extLst>
              <a:ext uri="{FF2B5EF4-FFF2-40B4-BE49-F238E27FC236}">
                <a16:creationId xmlns:a16="http://schemas.microsoft.com/office/drawing/2014/main" id="{27806DE4-44D2-49B7-8178-A43BB53F543D}"/>
              </a:ext>
            </a:extLst>
          </p:cNvPr>
          <p:cNvSpPr/>
          <p:nvPr/>
        </p:nvSpPr>
        <p:spPr>
          <a:xfrm>
            <a:off x="5776177" y="2427304"/>
            <a:ext cx="6096000" cy="2308324"/>
          </a:xfrm>
          <a:prstGeom prst="rect">
            <a:avLst/>
          </a:prstGeom>
        </p:spPr>
        <p:txBody>
          <a:bodyPr>
            <a:spAutoFit/>
          </a:bodyPr>
          <a:lstStyle/>
          <a:p>
            <a:pPr>
              <a:spcBef>
                <a:spcPct val="20000"/>
              </a:spcBef>
              <a:buClr>
                <a:srgbClr val="B8CCE4"/>
              </a:buClr>
            </a:pPr>
            <a:r>
              <a:rPr lang="en-GB" dirty="0">
                <a:cs typeface="Arial" pitchFamily="34" charset="0"/>
              </a:rPr>
              <a:t>Remember:</a:t>
            </a:r>
          </a:p>
          <a:p>
            <a:pPr marL="285750" indent="-285750">
              <a:spcBef>
                <a:spcPct val="20000"/>
              </a:spcBef>
              <a:buClr>
                <a:srgbClr val="B8CCE4"/>
              </a:buClr>
              <a:buFont typeface="Arial" panose="020B0604020202020204" pitchFamily="34" charset="0"/>
              <a:buChar char="•"/>
            </a:pPr>
            <a:r>
              <a:rPr lang="en-GB" dirty="0">
                <a:cs typeface="Arial" pitchFamily="34" charset="0"/>
              </a:rPr>
              <a:t>No matter how fancy your interface is, less of it is better</a:t>
            </a:r>
          </a:p>
          <a:p>
            <a:pPr marL="285750" indent="-285750">
              <a:spcBef>
                <a:spcPct val="20000"/>
              </a:spcBef>
              <a:buClr>
                <a:srgbClr val="B8CCE4"/>
              </a:buClr>
              <a:buFont typeface="Arial" panose="020B0604020202020204" pitchFamily="34" charset="0"/>
              <a:buChar char="•"/>
            </a:pPr>
            <a:r>
              <a:rPr lang="en-GB" dirty="0">
                <a:cs typeface="Arial" pitchFamily="34" charset="0"/>
              </a:rPr>
              <a:t>Less is more</a:t>
            </a:r>
          </a:p>
          <a:p>
            <a:pPr marL="285750" indent="-285750">
              <a:spcBef>
                <a:spcPct val="20000"/>
              </a:spcBef>
              <a:buClr>
                <a:srgbClr val="B8CCE4"/>
              </a:buClr>
              <a:buFont typeface="Arial" panose="020B0604020202020204" pitchFamily="34" charset="0"/>
              <a:buChar char="•"/>
            </a:pPr>
            <a:r>
              <a:rPr lang="en-GB" dirty="0">
                <a:cs typeface="Arial" pitchFamily="34" charset="0"/>
              </a:rPr>
              <a:t>Follow users’ mental models</a:t>
            </a:r>
          </a:p>
          <a:p>
            <a:pPr marL="285750" indent="-285750">
              <a:spcBef>
                <a:spcPct val="20000"/>
              </a:spcBef>
              <a:buClr>
                <a:srgbClr val="B8CCE4"/>
              </a:buClr>
              <a:buFont typeface="Arial" panose="020B0604020202020204" pitchFamily="34" charset="0"/>
              <a:buChar char="•"/>
            </a:pPr>
            <a:r>
              <a:rPr lang="en-GB" dirty="0"/>
              <a:t>Keep tools close at hand</a:t>
            </a:r>
          </a:p>
          <a:p>
            <a:pPr marL="285750" indent="-285750">
              <a:spcBef>
                <a:spcPct val="20000"/>
              </a:spcBef>
              <a:buClr>
                <a:srgbClr val="B8CCE4"/>
              </a:buClr>
              <a:buFont typeface="Arial" panose="020B0604020202020204" pitchFamily="34" charset="0"/>
              <a:buChar char="•"/>
            </a:pPr>
            <a:endParaRPr lang="en-GB" dirty="0"/>
          </a:p>
        </p:txBody>
      </p:sp>
      <p:pic>
        <p:nvPicPr>
          <p:cNvPr id="10" name="Picture 9" descr="Relevant Skills">
            <a:extLst>
              <a:ext uri="{FF2B5EF4-FFF2-40B4-BE49-F238E27FC236}">
                <a16:creationId xmlns:a16="http://schemas.microsoft.com/office/drawing/2014/main" id="{4C87A303-D1E7-4F5B-8418-0D5AAC9D38BD}"/>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44055" y="1156137"/>
            <a:ext cx="680212" cy="665271"/>
          </a:xfrm>
          <a:prstGeom prst="rect">
            <a:avLst/>
          </a:prstGeom>
          <a:noFill/>
          <a:ln>
            <a:noFill/>
          </a:ln>
        </p:spPr>
      </p:pic>
      <p:pic>
        <p:nvPicPr>
          <p:cNvPr id="11" name="Picture 10">
            <a:extLst>
              <a:ext uri="{FF2B5EF4-FFF2-40B4-BE49-F238E27FC236}">
                <a16:creationId xmlns:a16="http://schemas.microsoft.com/office/drawing/2014/main" id="{94064A92-CB5B-4569-8854-D1665AB6AE7D}"/>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4805395" y="2566857"/>
            <a:ext cx="970782" cy="1018165"/>
          </a:xfrm>
          <a:prstGeom prst="rect">
            <a:avLst/>
          </a:prstGeom>
          <a:noFill/>
          <a:ln>
            <a:noFill/>
          </a:ln>
        </p:spPr>
      </p:pic>
    </p:spTree>
    <p:extLst>
      <p:ext uri="{BB962C8B-B14F-4D97-AF65-F5344CB8AC3E}">
        <p14:creationId xmlns:p14="http://schemas.microsoft.com/office/powerpoint/2010/main" val="2925381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Flow</a:t>
            </a:r>
          </a:p>
        </p:txBody>
      </p:sp>
      <p:sp>
        <p:nvSpPr>
          <p:cNvPr id="7" name="Rectangle 6">
            <a:extLst>
              <a:ext uri="{FF2B5EF4-FFF2-40B4-BE49-F238E27FC236}">
                <a16:creationId xmlns:a16="http://schemas.microsoft.com/office/drawing/2014/main" id="{3B2C6E85-811A-4BA6-AD69-0C5BF12C6BA8}"/>
              </a:ext>
            </a:extLst>
          </p:cNvPr>
          <p:cNvSpPr/>
          <p:nvPr/>
        </p:nvSpPr>
        <p:spPr>
          <a:xfrm>
            <a:off x="4964272" y="1281059"/>
            <a:ext cx="6096000" cy="2585323"/>
          </a:xfrm>
          <a:prstGeom prst="rect">
            <a:avLst/>
          </a:prstGeom>
        </p:spPr>
        <p:txBody>
          <a:bodyPr>
            <a:spAutoFit/>
          </a:bodyPr>
          <a:lstStyle/>
          <a:p>
            <a:pPr marL="285750" indent="-285750">
              <a:buFont typeface="Arial" panose="020B0604020202020204" pitchFamily="34" charset="0"/>
              <a:buChar char="•"/>
            </a:pPr>
            <a:r>
              <a:rPr lang="en-GB" b="1" dirty="0"/>
              <a:t>Provide feedback that does not rely on modal dialogues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Design for the probable, as well as providing for the possible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Contextualise information</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Avoid unnecessary reporting</a:t>
            </a:r>
          </a:p>
        </p:txBody>
      </p:sp>
      <p:pic>
        <p:nvPicPr>
          <p:cNvPr id="8" name="Picture 7">
            <a:extLst>
              <a:ext uri="{FF2B5EF4-FFF2-40B4-BE49-F238E27FC236}">
                <a16:creationId xmlns:a16="http://schemas.microsoft.com/office/drawing/2014/main" id="{FB8C2FF2-D1FA-49D2-871E-C5ED10158CD7}"/>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187120" y="2043309"/>
            <a:ext cx="777152" cy="762250"/>
          </a:xfrm>
          <a:prstGeom prst="rect">
            <a:avLst/>
          </a:prstGeom>
          <a:noFill/>
          <a:ln>
            <a:noFill/>
          </a:ln>
        </p:spPr>
      </p:pic>
      <p:pic>
        <p:nvPicPr>
          <p:cNvPr id="6" name="Picture 5">
            <a:extLst>
              <a:ext uri="{FF2B5EF4-FFF2-40B4-BE49-F238E27FC236}">
                <a16:creationId xmlns:a16="http://schemas.microsoft.com/office/drawing/2014/main" id="{B06A1931-7639-464C-BDA8-7C88AC93E675}"/>
              </a:ext>
            </a:extLst>
          </p:cNvPr>
          <p:cNvPicPr/>
          <p:nvPr/>
        </p:nvPicPr>
        <p:blipFill>
          <a:blip r:embed="rId4" cstate="email">
            <a:extLst>
              <a:ext uri="{28A0092B-C50C-407E-A947-70E740481C1C}">
                <a14:useLocalDpi xmlns:a14="http://schemas.microsoft.com/office/drawing/2010/main"/>
              </a:ext>
            </a:extLst>
          </a:blip>
          <a:stretch>
            <a:fillRect/>
          </a:stretch>
        </p:blipFill>
        <p:spPr>
          <a:xfrm>
            <a:off x="4195439" y="1151832"/>
            <a:ext cx="777152" cy="762250"/>
          </a:xfrm>
          <a:prstGeom prst="rect">
            <a:avLst/>
          </a:prstGeom>
        </p:spPr>
      </p:pic>
    </p:spTree>
    <p:extLst>
      <p:ext uri="{BB962C8B-B14F-4D97-AF65-F5344CB8AC3E}">
        <p14:creationId xmlns:p14="http://schemas.microsoft.com/office/powerpoint/2010/main" val="485833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Flow</a:t>
            </a:r>
          </a:p>
        </p:txBody>
      </p:sp>
      <p:sp>
        <p:nvSpPr>
          <p:cNvPr id="6" name="Rectangle 5">
            <a:extLst>
              <a:ext uri="{FF2B5EF4-FFF2-40B4-BE49-F238E27FC236}">
                <a16:creationId xmlns:a16="http://schemas.microsoft.com/office/drawing/2014/main" id="{EA2E1F67-798E-43A2-A9EF-DC8C9397853B}"/>
              </a:ext>
            </a:extLst>
          </p:cNvPr>
          <p:cNvSpPr/>
          <p:nvPr/>
        </p:nvSpPr>
        <p:spPr>
          <a:xfrm>
            <a:off x="4970780" y="1365138"/>
            <a:ext cx="6096000" cy="2585323"/>
          </a:xfrm>
          <a:prstGeom prst="rect">
            <a:avLst/>
          </a:prstGeom>
        </p:spPr>
        <p:txBody>
          <a:bodyPr>
            <a:spAutoFit/>
          </a:bodyPr>
          <a:lstStyle/>
          <a:p>
            <a:pPr marL="285750" indent="-285750">
              <a:buFont typeface="Arial" panose="020B0604020202020204" pitchFamily="34" charset="0"/>
              <a:buChar char="•"/>
            </a:pPr>
            <a:r>
              <a:rPr lang="en-GB" b="1" dirty="0"/>
              <a:t>Do not use dialogs to report normal results or activity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Avoid providing the user with a blank slate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Provide choices rather than asking questions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Optimise for responsiveness: nothing breaks flow like poor performance</a:t>
            </a:r>
          </a:p>
        </p:txBody>
      </p:sp>
      <p:pic>
        <p:nvPicPr>
          <p:cNvPr id="7" name="Picture 6">
            <a:extLst>
              <a:ext uri="{FF2B5EF4-FFF2-40B4-BE49-F238E27FC236}">
                <a16:creationId xmlns:a16="http://schemas.microsoft.com/office/drawing/2014/main" id="{721AD010-69A2-4CDE-84F2-47D095813CAF}"/>
              </a:ext>
            </a:extLst>
          </p:cNvPr>
          <p:cNvPicPr/>
          <p:nvPr/>
        </p:nvPicPr>
        <p:blipFill>
          <a:blip r:embed="rId3" cstate="email">
            <a:extLst>
              <a:ext uri="{28A0092B-C50C-407E-A947-70E740481C1C}">
                <a14:useLocalDpi xmlns:a14="http://schemas.microsoft.com/office/drawing/2010/main"/>
              </a:ext>
            </a:extLst>
          </a:blip>
          <a:stretch>
            <a:fillRect/>
          </a:stretch>
        </p:blipFill>
        <p:spPr>
          <a:xfrm>
            <a:off x="4235669" y="3211860"/>
            <a:ext cx="777152" cy="762250"/>
          </a:xfrm>
          <a:prstGeom prst="rect">
            <a:avLst/>
          </a:prstGeom>
        </p:spPr>
      </p:pic>
    </p:spTree>
    <p:extLst>
      <p:ext uri="{BB962C8B-B14F-4D97-AF65-F5344CB8AC3E}">
        <p14:creationId xmlns:p14="http://schemas.microsoft.com/office/powerpoint/2010/main" val="3056475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9B3A-009E-4F31-B188-0176FAC33CAF}"/>
              </a:ext>
            </a:extLst>
          </p:cNvPr>
          <p:cNvSpPr>
            <a:spLocks noGrp="1"/>
          </p:cNvSpPr>
          <p:nvPr>
            <p:ph type="ctrTitle"/>
          </p:nvPr>
        </p:nvSpPr>
        <p:spPr/>
        <p:txBody>
          <a:bodyPr/>
          <a:lstStyle/>
          <a:p>
            <a:r>
              <a:rPr lang="en-GB" dirty="0"/>
              <a:t>Wireframing</a:t>
            </a:r>
          </a:p>
        </p:txBody>
      </p:sp>
    </p:spTree>
    <p:extLst>
      <p:ext uri="{BB962C8B-B14F-4D97-AF65-F5344CB8AC3E}">
        <p14:creationId xmlns:p14="http://schemas.microsoft.com/office/powerpoint/2010/main" val="887570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F57E13-995A-40C4-97F5-F470A0DF4A3B}"/>
              </a:ext>
            </a:extLst>
          </p:cNvPr>
          <p:cNvSpPr>
            <a:spLocks noGrp="1"/>
          </p:cNvSpPr>
          <p:nvPr>
            <p:ph type="body" sz="quarter" idx="10"/>
          </p:nvPr>
        </p:nvSpPr>
        <p:spPr/>
        <p:txBody>
          <a:bodyPr/>
          <a:lstStyle/>
          <a:p>
            <a:r>
              <a:rPr lang="en-GB" dirty="0"/>
              <a:t>What is a Wireframe</a:t>
            </a:r>
            <a:endParaRPr lang="en-US" dirty="0"/>
          </a:p>
          <a:p>
            <a:endParaRPr lang="en-GB" dirty="0"/>
          </a:p>
        </p:txBody>
      </p:sp>
      <p:sp>
        <p:nvSpPr>
          <p:cNvPr id="4" name="Slide Number Placeholder 3">
            <a:extLst>
              <a:ext uri="{FF2B5EF4-FFF2-40B4-BE49-F238E27FC236}">
                <a16:creationId xmlns:a16="http://schemas.microsoft.com/office/drawing/2014/main" id="{3827E10D-6E42-4D83-8414-BD6D42A7EAD4}"/>
              </a:ext>
            </a:extLst>
          </p:cNvPr>
          <p:cNvSpPr>
            <a:spLocks noGrp="1"/>
          </p:cNvSpPr>
          <p:nvPr>
            <p:ph type="sldNum" sz="quarter" idx="4"/>
          </p:nvPr>
        </p:nvSpPr>
        <p:spPr/>
        <p:txBody>
          <a:bodyPr/>
          <a:lstStyle/>
          <a:p>
            <a:fld id="{EF892D59-8F09-EF4B-AD6D-DA609442F868}" type="slidenum">
              <a:rPr lang="en-GB" smtClean="0"/>
              <a:pPr/>
              <a:t>33</a:t>
            </a:fld>
            <a:endParaRPr lang="en-GB" dirty="0"/>
          </a:p>
        </p:txBody>
      </p:sp>
      <p:sp>
        <p:nvSpPr>
          <p:cNvPr id="5" name="Text Placeholder 10">
            <a:extLst>
              <a:ext uri="{FF2B5EF4-FFF2-40B4-BE49-F238E27FC236}">
                <a16:creationId xmlns:a16="http://schemas.microsoft.com/office/drawing/2014/main" id="{4FE94E17-1F5B-45A6-9B06-3847077796C1}"/>
              </a:ext>
            </a:extLst>
          </p:cNvPr>
          <p:cNvSpPr txBox="1">
            <a:spLocks/>
          </p:cNvSpPr>
          <p:nvPr/>
        </p:nvSpPr>
        <p:spPr>
          <a:xfrm>
            <a:off x="4622833" y="2217979"/>
            <a:ext cx="7017479" cy="35280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a:latin typeface="+mn-lt"/>
              </a:rPr>
              <a:t>It is created as part of a design process to help arrange elements in a design</a:t>
            </a:r>
          </a:p>
          <a:p>
            <a:pPr>
              <a:buFont typeface="Arial" panose="020B0604020202020204" pitchFamily="34" charset="0"/>
              <a:buChar char="•"/>
            </a:pPr>
            <a:endParaRPr lang="en-US" sz="1800" dirty="0">
              <a:latin typeface="+mn-lt"/>
            </a:endParaRPr>
          </a:p>
          <a:p>
            <a:pPr>
              <a:buFont typeface="Arial" panose="020B0604020202020204" pitchFamily="34" charset="0"/>
              <a:buChar char="•"/>
            </a:pPr>
            <a:r>
              <a:rPr lang="en-US" sz="1800" dirty="0">
                <a:latin typeface="+mn-lt"/>
              </a:rPr>
              <a:t>It depicts a layout or arrangement of content, interface elements, and navigation systems and how they interact with each other</a:t>
            </a:r>
          </a:p>
          <a:p>
            <a:pPr>
              <a:buFont typeface="Arial" panose="020B0604020202020204" pitchFamily="34" charset="0"/>
              <a:buChar char="•"/>
            </a:pPr>
            <a:endParaRPr lang="en-US" sz="1800" dirty="0">
              <a:latin typeface="+mn-lt"/>
            </a:endParaRPr>
          </a:p>
          <a:p>
            <a:pPr>
              <a:buFont typeface="Arial" panose="020B0604020202020204" pitchFamily="34" charset="0"/>
              <a:buChar char="•"/>
            </a:pPr>
            <a:r>
              <a:rPr lang="en-US" sz="1800" dirty="0">
                <a:latin typeface="+mn-lt"/>
              </a:rPr>
              <a:t>Most will lack any visual similarity to the look and feel of the end product</a:t>
            </a:r>
          </a:p>
        </p:txBody>
      </p:sp>
      <p:sp>
        <p:nvSpPr>
          <p:cNvPr id="6" name="Rectangle 5">
            <a:extLst>
              <a:ext uri="{FF2B5EF4-FFF2-40B4-BE49-F238E27FC236}">
                <a16:creationId xmlns:a16="http://schemas.microsoft.com/office/drawing/2014/main" id="{0999747E-BAA7-4245-85AF-79387BA877A7}"/>
              </a:ext>
            </a:extLst>
          </p:cNvPr>
          <p:cNvSpPr/>
          <p:nvPr/>
        </p:nvSpPr>
        <p:spPr>
          <a:xfrm>
            <a:off x="5745479" y="1109103"/>
            <a:ext cx="6096000" cy="646331"/>
          </a:xfrm>
          <a:prstGeom prst="rect">
            <a:avLst/>
          </a:prstGeom>
        </p:spPr>
        <p:txBody>
          <a:bodyPr>
            <a:spAutoFit/>
          </a:bodyPr>
          <a:lstStyle/>
          <a:p>
            <a:pPr marL="285750" indent="-285750">
              <a:buFont typeface="Arial" panose="020B0604020202020204" pitchFamily="34" charset="0"/>
              <a:buChar char="•"/>
            </a:pPr>
            <a:r>
              <a:rPr lang="en-US" b="1" dirty="0"/>
              <a:t>A blueprint of schematic that represents the skeletal framework of a website or application</a:t>
            </a:r>
          </a:p>
        </p:txBody>
      </p:sp>
      <p:pic>
        <p:nvPicPr>
          <p:cNvPr id="7" name="Picture 6">
            <a:extLst>
              <a:ext uri="{FF2B5EF4-FFF2-40B4-BE49-F238E27FC236}">
                <a16:creationId xmlns:a16="http://schemas.microsoft.com/office/drawing/2014/main" id="{73F819AA-4B9F-4BDC-85CA-A050557DB7F1}"/>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41685" y="146559"/>
            <a:ext cx="899794" cy="899794"/>
          </a:xfrm>
          <a:prstGeom prst="rect">
            <a:avLst/>
          </a:prstGeom>
          <a:noFill/>
          <a:ln>
            <a:noFill/>
          </a:ln>
        </p:spPr>
      </p:pic>
      <p:pic>
        <p:nvPicPr>
          <p:cNvPr id="8" name="Picture 7" descr="Icon&#10;&#10;Description automatically generated">
            <a:extLst>
              <a:ext uri="{FF2B5EF4-FFF2-40B4-BE49-F238E27FC236}">
                <a16:creationId xmlns:a16="http://schemas.microsoft.com/office/drawing/2014/main" id="{659BD0ED-8CC0-4621-8918-7BFCCF0800B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19017" y="827977"/>
            <a:ext cx="1126462" cy="1126462"/>
          </a:xfrm>
          <a:prstGeom prst="rect">
            <a:avLst/>
          </a:prstGeom>
        </p:spPr>
      </p:pic>
    </p:spTree>
    <p:extLst>
      <p:ext uri="{BB962C8B-B14F-4D97-AF65-F5344CB8AC3E}">
        <p14:creationId xmlns:p14="http://schemas.microsoft.com/office/powerpoint/2010/main" val="2445791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752E87-E291-4F2F-ACB0-E6654CF744A8}"/>
              </a:ext>
            </a:extLst>
          </p:cNvPr>
          <p:cNvSpPr>
            <a:spLocks noGrp="1"/>
          </p:cNvSpPr>
          <p:nvPr>
            <p:ph type="sldNum" sz="quarter" idx="4"/>
          </p:nvPr>
        </p:nvSpPr>
        <p:spPr/>
        <p:txBody>
          <a:bodyPr/>
          <a:lstStyle/>
          <a:p>
            <a:fld id="{EF892D59-8F09-EF4B-AD6D-DA609442F868}" type="slidenum">
              <a:rPr lang="en-GB" smtClean="0"/>
              <a:pPr/>
              <a:t>34</a:t>
            </a:fld>
            <a:endParaRPr lang="en-GB" dirty="0"/>
          </a:p>
        </p:txBody>
      </p:sp>
      <p:sp>
        <p:nvSpPr>
          <p:cNvPr id="4" name="Text Placeholder 3">
            <a:extLst>
              <a:ext uri="{FF2B5EF4-FFF2-40B4-BE49-F238E27FC236}">
                <a16:creationId xmlns:a16="http://schemas.microsoft.com/office/drawing/2014/main" id="{71440BED-2277-4675-A789-35B4BE22308E}"/>
              </a:ext>
            </a:extLst>
          </p:cNvPr>
          <p:cNvSpPr>
            <a:spLocks noGrp="1"/>
          </p:cNvSpPr>
          <p:nvPr>
            <p:ph type="body" sz="quarter" idx="15"/>
          </p:nvPr>
        </p:nvSpPr>
        <p:spPr/>
        <p:txBody>
          <a:bodyPr/>
          <a:lstStyle/>
          <a:p>
            <a:pPr marL="285750" indent="-285750">
              <a:buFont typeface="Arial" panose="020B0604020202020204" pitchFamily="34" charset="0"/>
              <a:buChar char="•"/>
            </a:pPr>
            <a:r>
              <a:rPr lang="en-US" b="1" dirty="0"/>
              <a:t>Wireframes can simply be pen/pencil drawings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They can be produced by a wide range of software applications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They are not beholden to any particular platform or medium</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endParaRPr lang="en-GB" dirty="0"/>
          </a:p>
        </p:txBody>
      </p:sp>
      <p:sp>
        <p:nvSpPr>
          <p:cNvPr id="7" name="Text Placeholder 1">
            <a:extLst>
              <a:ext uri="{FF2B5EF4-FFF2-40B4-BE49-F238E27FC236}">
                <a16:creationId xmlns:a16="http://schemas.microsoft.com/office/drawing/2014/main" id="{5C9228CF-DBB3-49A0-9EDB-8EDE95B3E0DF}"/>
              </a:ext>
            </a:extLst>
          </p:cNvPr>
          <p:cNvSpPr txBox="1">
            <a:spLocks/>
          </p:cNvSpPr>
          <p:nvPr/>
        </p:nvSpPr>
        <p:spPr>
          <a:xfrm>
            <a:off x="384175" y="1502385"/>
            <a:ext cx="3443732" cy="275199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SzPct val="115000"/>
              <a:buFont typeface="Arial" panose="020B0604020202020204" pitchFamily="34" charset="0"/>
              <a:buNone/>
              <a:defRPr sz="3600" b="1" i="0" kern="1200" cap="all" baseline="0">
                <a:solidFill>
                  <a:schemeClr val="accent6"/>
                </a:solidFill>
                <a:latin typeface="Montserrat Black" panose="00000A00000000000000" pitchFamily="2" charset="0"/>
                <a:ea typeface="+mn-ea"/>
                <a:cs typeface="+mn-cs"/>
              </a:defRPr>
            </a:lvl1pPr>
            <a:lvl2pPr marL="0" indent="0" algn="l" defTabSz="914400" rtl="0" eaLnBrk="1" latinLnBrk="0" hangingPunct="1">
              <a:lnSpc>
                <a:spcPts val="14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ts val="14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ts val="12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ts val="1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What is a Wireframe</a:t>
            </a:r>
            <a:endParaRPr lang="en-US" dirty="0"/>
          </a:p>
          <a:p>
            <a:endParaRPr lang="en-GB" dirty="0"/>
          </a:p>
        </p:txBody>
      </p:sp>
    </p:spTree>
    <p:extLst>
      <p:ext uri="{BB962C8B-B14F-4D97-AF65-F5344CB8AC3E}">
        <p14:creationId xmlns:p14="http://schemas.microsoft.com/office/powerpoint/2010/main" val="193905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9CA8B1-E081-4613-877F-9E1F9403167D}"/>
              </a:ext>
            </a:extLst>
          </p:cNvPr>
          <p:cNvSpPr>
            <a:spLocks noGrp="1"/>
          </p:cNvSpPr>
          <p:nvPr>
            <p:ph type="sldNum" sz="quarter" idx="4"/>
          </p:nvPr>
        </p:nvSpPr>
        <p:spPr/>
        <p:txBody>
          <a:bodyPr/>
          <a:lstStyle/>
          <a:p>
            <a:fld id="{EF892D59-8F09-EF4B-AD6D-DA609442F868}" type="slidenum">
              <a:rPr lang="en-GB" smtClean="0"/>
              <a:pPr/>
              <a:t>35</a:t>
            </a:fld>
            <a:endParaRPr lang="en-GB" dirty="0"/>
          </a:p>
        </p:txBody>
      </p:sp>
      <p:sp>
        <p:nvSpPr>
          <p:cNvPr id="3" name="Text Placeholder 2">
            <a:extLst>
              <a:ext uri="{FF2B5EF4-FFF2-40B4-BE49-F238E27FC236}">
                <a16:creationId xmlns:a16="http://schemas.microsoft.com/office/drawing/2014/main" id="{E9B1FFC4-0E05-475D-A28C-B07A048C83B4}"/>
              </a:ext>
            </a:extLst>
          </p:cNvPr>
          <p:cNvSpPr>
            <a:spLocks noGrp="1"/>
          </p:cNvSpPr>
          <p:nvPr>
            <p:ph type="body" sz="quarter" idx="10"/>
          </p:nvPr>
        </p:nvSpPr>
        <p:spPr/>
        <p:txBody>
          <a:bodyPr/>
          <a:lstStyle/>
          <a:p>
            <a:r>
              <a:rPr lang="en-GB" dirty="0"/>
              <a:t>The Focus of a Wireframe</a:t>
            </a:r>
            <a:endParaRPr lang="en-US" dirty="0"/>
          </a:p>
          <a:p>
            <a:endParaRPr lang="en-GB" dirty="0"/>
          </a:p>
        </p:txBody>
      </p:sp>
      <p:sp>
        <p:nvSpPr>
          <p:cNvPr id="4" name="Text Placeholder 3">
            <a:extLst>
              <a:ext uri="{FF2B5EF4-FFF2-40B4-BE49-F238E27FC236}">
                <a16:creationId xmlns:a16="http://schemas.microsoft.com/office/drawing/2014/main" id="{DD0EFD74-1941-46A1-8DAE-141429C16088}"/>
              </a:ext>
            </a:extLst>
          </p:cNvPr>
          <p:cNvSpPr>
            <a:spLocks noGrp="1"/>
          </p:cNvSpPr>
          <p:nvPr>
            <p:ph type="body" sz="quarter" idx="15"/>
          </p:nvPr>
        </p:nvSpPr>
        <p:spPr/>
        <p:txBody>
          <a:bodyPr/>
          <a:lstStyle/>
          <a:p>
            <a:pPr marL="285750" indent="-285750">
              <a:buFont typeface="Arial" panose="020B0604020202020204" pitchFamily="34" charset="0"/>
              <a:buChar char="•"/>
            </a:pPr>
            <a:r>
              <a:rPr lang="en-US" b="1" dirty="0"/>
              <a:t>Type of information displayed</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Range of functions available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Relative </a:t>
            </a:r>
            <a:r>
              <a:rPr lang="en-GB" b="1" dirty="0"/>
              <a:t>priorities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Rules of information display</a:t>
            </a:r>
          </a:p>
          <a:p>
            <a:endParaRPr lang="en-GB" dirty="0"/>
          </a:p>
        </p:txBody>
      </p:sp>
    </p:spTree>
    <p:extLst>
      <p:ext uri="{BB962C8B-B14F-4D97-AF65-F5344CB8AC3E}">
        <p14:creationId xmlns:p14="http://schemas.microsoft.com/office/powerpoint/2010/main" val="3140315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C3ACA5-9C4B-4A2C-BDC4-8865FB724404}"/>
              </a:ext>
            </a:extLst>
          </p:cNvPr>
          <p:cNvSpPr>
            <a:spLocks noGrp="1"/>
          </p:cNvSpPr>
          <p:nvPr>
            <p:ph type="body" sz="quarter" idx="15"/>
          </p:nvPr>
        </p:nvSpPr>
        <p:spPr/>
        <p:txBody>
          <a:bodyPr/>
          <a:lstStyle/>
          <a:p>
            <a:pPr marL="285750" indent="-285750">
              <a:buFont typeface="Arial" panose="020B0604020202020204" pitchFamily="34" charset="0"/>
              <a:buChar char="•"/>
            </a:pPr>
            <a:r>
              <a:rPr lang="en-US" b="1" dirty="0"/>
              <a:t>Low fidelity</a:t>
            </a:r>
          </a:p>
          <a:p>
            <a:pPr marL="742950" lvl="1" indent="-285750">
              <a:buFont typeface="Arial" panose="020B0604020202020204" pitchFamily="34" charset="0"/>
              <a:buChar char="•"/>
            </a:pPr>
            <a:r>
              <a:rPr lang="en-US" dirty="0"/>
              <a:t>Rough sketches or mock-ups that are quick to produce with low levels of detail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High fidelity</a:t>
            </a:r>
          </a:p>
          <a:p>
            <a:pPr marL="742950" lvl="1" indent="-285750">
              <a:buFont typeface="Arial" panose="020B0604020202020204" pitchFamily="34" charset="0"/>
              <a:buChar char="•"/>
            </a:pPr>
            <a:r>
              <a:rPr lang="en-US" dirty="0"/>
              <a:t>Higher level of detail, suitable for use in project documentation</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GB" dirty="0"/>
          </a:p>
        </p:txBody>
      </p:sp>
      <p:sp>
        <p:nvSpPr>
          <p:cNvPr id="3" name="Slide Number Placeholder 2">
            <a:extLst>
              <a:ext uri="{FF2B5EF4-FFF2-40B4-BE49-F238E27FC236}">
                <a16:creationId xmlns:a16="http://schemas.microsoft.com/office/drawing/2014/main" id="{9A662E2C-4187-4469-B450-4ECD56F9287E}"/>
              </a:ext>
            </a:extLst>
          </p:cNvPr>
          <p:cNvSpPr>
            <a:spLocks noGrp="1"/>
          </p:cNvSpPr>
          <p:nvPr>
            <p:ph type="sldNum" sz="quarter" idx="4"/>
          </p:nvPr>
        </p:nvSpPr>
        <p:spPr/>
        <p:txBody>
          <a:bodyPr/>
          <a:lstStyle/>
          <a:p>
            <a:fld id="{EF892D59-8F09-EF4B-AD6D-DA609442F868}" type="slidenum">
              <a:rPr lang="en-GB" smtClean="0"/>
              <a:pPr/>
              <a:t>36</a:t>
            </a:fld>
            <a:endParaRPr lang="en-GB" dirty="0"/>
          </a:p>
        </p:txBody>
      </p:sp>
      <p:sp>
        <p:nvSpPr>
          <p:cNvPr id="4" name="Text Placeholder 3">
            <a:extLst>
              <a:ext uri="{FF2B5EF4-FFF2-40B4-BE49-F238E27FC236}">
                <a16:creationId xmlns:a16="http://schemas.microsoft.com/office/drawing/2014/main" id="{6FD15BD3-67D9-463C-B88A-1CFDFBB82B19}"/>
              </a:ext>
            </a:extLst>
          </p:cNvPr>
          <p:cNvSpPr>
            <a:spLocks noGrp="1"/>
          </p:cNvSpPr>
          <p:nvPr>
            <p:ph type="body" sz="quarter" idx="10"/>
          </p:nvPr>
        </p:nvSpPr>
        <p:spPr/>
        <p:txBody>
          <a:bodyPr/>
          <a:lstStyle/>
          <a:p>
            <a:r>
              <a:rPr lang="en-GB" dirty="0"/>
              <a:t>Types of Wireframe</a:t>
            </a:r>
            <a:endParaRPr lang="en-US" dirty="0"/>
          </a:p>
          <a:p>
            <a:endParaRPr lang="en-GB" dirty="0"/>
          </a:p>
        </p:txBody>
      </p:sp>
    </p:spTree>
    <p:extLst>
      <p:ext uri="{BB962C8B-B14F-4D97-AF65-F5344CB8AC3E}">
        <p14:creationId xmlns:p14="http://schemas.microsoft.com/office/powerpoint/2010/main" val="2858566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erson writing on a piece of paper&#10;&#10;Description automatically generated with medium confidence">
            <a:extLst>
              <a:ext uri="{FF2B5EF4-FFF2-40B4-BE49-F238E27FC236}">
                <a16:creationId xmlns:a16="http://schemas.microsoft.com/office/drawing/2014/main" id="{0F465FD4-6B08-4FFE-AD3E-6470D0BFF328}"/>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a:xfrm>
            <a:off x="6967538" y="0"/>
            <a:ext cx="5224462" cy="6858000"/>
          </a:xfrm>
        </p:spPr>
      </p:pic>
      <p:sp>
        <p:nvSpPr>
          <p:cNvPr id="4" name="Text Placeholder 3">
            <a:extLst>
              <a:ext uri="{FF2B5EF4-FFF2-40B4-BE49-F238E27FC236}">
                <a16:creationId xmlns:a16="http://schemas.microsoft.com/office/drawing/2014/main" id="{606B7A72-CA53-40EF-8A8D-B07925F83BA4}"/>
              </a:ext>
            </a:extLst>
          </p:cNvPr>
          <p:cNvSpPr>
            <a:spLocks noGrp="1"/>
          </p:cNvSpPr>
          <p:nvPr>
            <p:ph type="body" sz="quarter" idx="12"/>
          </p:nvPr>
        </p:nvSpPr>
        <p:spPr>
          <a:xfrm>
            <a:off x="373222" y="1037052"/>
            <a:ext cx="5722778" cy="520262"/>
          </a:xfrm>
        </p:spPr>
        <p:txBody>
          <a:bodyPr anchor="t">
            <a:normAutofit/>
          </a:bodyPr>
          <a:lstStyle/>
          <a:p>
            <a:pPr>
              <a:lnSpc>
                <a:spcPct val="90000"/>
              </a:lnSpc>
              <a:spcAft>
                <a:spcPts val="600"/>
              </a:spcAft>
            </a:pPr>
            <a:r>
              <a:rPr lang="en-GB" sz="3100"/>
              <a:t>Elements of a Wireframe</a:t>
            </a:r>
            <a:endParaRPr lang="en-US" sz="3100"/>
          </a:p>
          <a:p>
            <a:pPr>
              <a:lnSpc>
                <a:spcPct val="90000"/>
              </a:lnSpc>
              <a:spcAft>
                <a:spcPts val="600"/>
              </a:spcAft>
            </a:pPr>
            <a:endParaRPr lang="en-GB" sz="3100"/>
          </a:p>
        </p:txBody>
      </p:sp>
      <p:sp>
        <p:nvSpPr>
          <p:cNvPr id="3" name="Slide Number Placeholder 2">
            <a:extLst>
              <a:ext uri="{FF2B5EF4-FFF2-40B4-BE49-F238E27FC236}">
                <a16:creationId xmlns:a16="http://schemas.microsoft.com/office/drawing/2014/main" id="{8391417D-650A-4309-AD23-B2A513FCD849}"/>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37</a:t>
            </a:fld>
            <a:endParaRPr lang="en-GB"/>
          </a:p>
        </p:txBody>
      </p:sp>
      <p:sp>
        <p:nvSpPr>
          <p:cNvPr id="2" name="Text Placeholder 1">
            <a:extLst>
              <a:ext uri="{FF2B5EF4-FFF2-40B4-BE49-F238E27FC236}">
                <a16:creationId xmlns:a16="http://schemas.microsoft.com/office/drawing/2014/main" id="{55E9CA52-A032-403C-AF88-AC38DB2CCBC5}"/>
              </a:ext>
            </a:extLst>
          </p:cNvPr>
          <p:cNvSpPr>
            <a:spLocks noGrp="1"/>
          </p:cNvSpPr>
          <p:nvPr>
            <p:ph type="body" sz="quarter" idx="11"/>
          </p:nvPr>
        </p:nvSpPr>
        <p:spPr>
          <a:xfrm>
            <a:off x="373063" y="1892636"/>
            <a:ext cx="6143484" cy="2742864"/>
          </a:xfrm>
        </p:spPr>
        <p:txBody>
          <a:bodyPr anchor="t">
            <a:normAutofit/>
          </a:bodyPr>
          <a:lstStyle/>
          <a:p>
            <a:pPr marL="285750" indent="-285750">
              <a:buFont typeface="Arial" panose="020B0604020202020204" pitchFamily="34" charset="0"/>
              <a:buChar char="•"/>
            </a:pPr>
            <a:r>
              <a:rPr lang="en-US" b="1" dirty="0"/>
              <a:t>The structure of an application can be broken down into three components</a:t>
            </a:r>
          </a:p>
          <a:p>
            <a:pPr marL="742950" lvl="1" indent="-285750">
              <a:buFont typeface="Arial" panose="020B0604020202020204" pitchFamily="34" charset="0"/>
              <a:buChar char="•"/>
            </a:pPr>
            <a:r>
              <a:rPr lang="en-US" dirty="0"/>
              <a:t>Information design</a:t>
            </a:r>
          </a:p>
          <a:p>
            <a:pPr marL="742950" lvl="1" indent="-285750">
              <a:buFont typeface="Arial" panose="020B0604020202020204" pitchFamily="34" charset="0"/>
              <a:buChar char="•"/>
            </a:pPr>
            <a:r>
              <a:rPr lang="en-US" dirty="0"/>
              <a:t>Navigation design</a:t>
            </a:r>
          </a:p>
          <a:p>
            <a:pPr marL="742950" lvl="1" indent="-285750">
              <a:buFont typeface="Arial" panose="020B0604020202020204" pitchFamily="34" charset="0"/>
              <a:buChar char="•"/>
            </a:pPr>
            <a:r>
              <a:rPr lang="en-US" dirty="0"/>
              <a:t>Interface design</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Wireframing is what depicts the relationship between these components</a:t>
            </a:r>
          </a:p>
          <a:p>
            <a:endParaRPr lang="en-GB" dirty="0"/>
          </a:p>
        </p:txBody>
      </p:sp>
    </p:spTree>
    <p:extLst>
      <p:ext uri="{BB962C8B-B14F-4D97-AF65-F5344CB8AC3E}">
        <p14:creationId xmlns:p14="http://schemas.microsoft.com/office/powerpoint/2010/main" val="3022963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168908" y="347663"/>
            <a:ext cx="10737342" cy="500062"/>
          </a:xfrm>
        </p:spPr>
        <p:txBody>
          <a:bodyPr>
            <a:normAutofit fontScale="90000"/>
          </a:bodyPr>
          <a:lstStyle/>
          <a:p>
            <a:r>
              <a:rPr lang="en-GB" dirty="0"/>
              <a:t>Low Fidelity Wireframe Example</a:t>
            </a:r>
          </a:p>
        </p:txBody>
      </p:sp>
      <p:pic>
        <p:nvPicPr>
          <p:cNvPr id="1026" name="Picture 2" descr="Example wireframe"/>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666845" y="1074974"/>
            <a:ext cx="8786847" cy="521813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167730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168908" y="347663"/>
            <a:ext cx="10737342" cy="500062"/>
          </a:xfrm>
        </p:spPr>
        <p:txBody>
          <a:bodyPr>
            <a:normAutofit fontScale="90000"/>
          </a:bodyPr>
          <a:lstStyle/>
          <a:p>
            <a:r>
              <a:rPr lang="en-GB" dirty="0"/>
              <a:t>High Fidelity Wireframe Example</a:t>
            </a:r>
          </a:p>
        </p:txBody>
      </p:sp>
      <p:pic>
        <p:nvPicPr>
          <p:cNvPr id="6" name="Picture 5">
            <a:extLst>
              <a:ext uri="{FF2B5EF4-FFF2-40B4-BE49-F238E27FC236}">
                <a16:creationId xmlns:a16="http://schemas.microsoft.com/office/drawing/2014/main" id="{247AA5F5-3FAC-4567-B612-63A835B20A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66845" y="1074974"/>
            <a:ext cx="8672726" cy="5218130"/>
          </a:xfrm>
          <a:prstGeom prst="rect">
            <a:avLst/>
          </a:prstGeom>
          <a:ln>
            <a:solidFill>
              <a:schemeClr val="bg1">
                <a:lumMod val="50000"/>
              </a:schemeClr>
            </a:solidFill>
          </a:ln>
        </p:spPr>
      </p:pic>
    </p:spTree>
    <p:extLst>
      <p:ext uri="{BB962C8B-B14F-4D97-AF65-F5344CB8AC3E}">
        <p14:creationId xmlns:p14="http://schemas.microsoft.com/office/powerpoint/2010/main" val="217514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65010" y="1349985"/>
            <a:ext cx="3737077" cy="2751999"/>
          </a:xfrm>
        </p:spPr>
        <p:txBody>
          <a:bodyPr/>
          <a:lstStyle/>
          <a:p>
            <a:r>
              <a:rPr lang="en-GB" dirty="0"/>
              <a:t>The Language of Wireframing</a:t>
            </a:r>
          </a:p>
        </p:txBody>
      </p:sp>
      <p:sp>
        <p:nvSpPr>
          <p:cNvPr id="6" name="Rectangle 5">
            <a:extLst>
              <a:ext uri="{FF2B5EF4-FFF2-40B4-BE49-F238E27FC236}">
                <a16:creationId xmlns:a16="http://schemas.microsoft.com/office/drawing/2014/main" id="{D8D35440-5132-4661-8FD4-C82E0F05ADAA}"/>
              </a:ext>
            </a:extLst>
          </p:cNvPr>
          <p:cNvSpPr/>
          <p:nvPr/>
        </p:nvSpPr>
        <p:spPr>
          <a:xfrm>
            <a:off x="4501896" y="1349985"/>
            <a:ext cx="6096000" cy="2585323"/>
          </a:xfrm>
          <a:prstGeom prst="rect">
            <a:avLst/>
          </a:prstGeom>
        </p:spPr>
        <p:txBody>
          <a:bodyPr>
            <a:spAutoFit/>
          </a:bodyPr>
          <a:lstStyle/>
          <a:p>
            <a:pPr marL="285750" indent="-285750">
              <a:buFont typeface="Arial" panose="020B0604020202020204" pitchFamily="34" charset="0"/>
              <a:buChar char="•"/>
            </a:pPr>
            <a:r>
              <a:rPr lang="en-GB" b="1" dirty="0"/>
              <a:t>Text</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Graphic Elements</a:t>
            </a:r>
          </a:p>
          <a:p>
            <a:pPr marL="742950" lvl="1" indent="-285750">
              <a:buFont typeface="Arial" panose="020B0604020202020204" pitchFamily="34" charset="0"/>
              <a:buChar char="•"/>
            </a:pPr>
            <a:r>
              <a:rPr lang="en-GB" dirty="0"/>
              <a:t>Any artwork that is displayed</a:t>
            </a:r>
            <a:br>
              <a:rPr lang="en-GB" dirty="0"/>
            </a:br>
            <a:endParaRPr lang="en-GB" dirty="0"/>
          </a:p>
          <a:p>
            <a:pPr marL="285750" indent="-285750">
              <a:buFont typeface="Arial" panose="020B0604020202020204" pitchFamily="34" charset="0"/>
              <a:buChar char="•"/>
            </a:pPr>
            <a:r>
              <a:rPr lang="en-GB" b="1" dirty="0"/>
              <a:t>Widgets</a:t>
            </a:r>
          </a:p>
          <a:p>
            <a:pPr marL="742950" lvl="1" indent="-285750">
              <a:buFont typeface="Arial" panose="020B0604020202020204" pitchFamily="34" charset="0"/>
              <a:buChar char="•"/>
            </a:pPr>
            <a:r>
              <a:rPr lang="en-GB" dirty="0"/>
              <a:t>Any control or GUI element that displays information that is changeable by the user</a:t>
            </a:r>
          </a:p>
          <a:p>
            <a:pPr marL="742950" lvl="1" indent="-285750">
              <a:buFont typeface="Arial" panose="020B0604020202020204" pitchFamily="34" charset="0"/>
              <a:buChar char="•"/>
            </a:pPr>
            <a:endParaRPr lang="en-GB" dirty="0"/>
          </a:p>
        </p:txBody>
      </p:sp>
      <p:pic>
        <p:nvPicPr>
          <p:cNvPr id="7" name="Picture 6" descr="Relevant Skills">
            <a:extLst>
              <a:ext uri="{FF2B5EF4-FFF2-40B4-BE49-F238E27FC236}">
                <a16:creationId xmlns:a16="http://schemas.microsoft.com/office/drawing/2014/main" id="{8F013580-A17C-4B92-B9C0-F19CD90635BA}"/>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10876828" y="347727"/>
            <a:ext cx="899794" cy="899794"/>
          </a:xfrm>
          <a:prstGeom prst="rect">
            <a:avLst/>
          </a:prstGeom>
          <a:noFill/>
          <a:ln>
            <a:noFill/>
          </a:ln>
        </p:spPr>
      </p:pic>
    </p:spTree>
    <p:extLst>
      <p:ext uri="{BB962C8B-B14F-4D97-AF65-F5344CB8AC3E}">
        <p14:creationId xmlns:p14="http://schemas.microsoft.com/office/powerpoint/2010/main" val="847493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2880" y="1349985"/>
            <a:ext cx="3764509" cy="2751999"/>
          </a:xfrm>
        </p:spPr>
        <p:txBody>
          <a:bodyPr/>
          <a:lstStyle/>
          <a:p>
            <a:r>
              <a:rPr lang="en-GB" dirty="0"/>
              <a:t>The Language of Wireframing</a:t>
            </a:r>
          </a:p>
        </p:txBody>
      </p:sp>
      <p:sp>
        <p:nvSpPr>
          <p:cNvPr id="6" name="Rectangle 5">
            <a:extLst>
              <a:ext uri="{FF2B5EF4-FFF2-40B4-BE49-F238E27FC236}">
                <a16:creationId xmlns:a16="http://schemas.microsoft.com/office/drawing/2014/main" id="{1D369675-90B2-4BB1-86BF-FD342ABDD91B}"/>
              </a:ext>
            </a:extLst>
          </p:cNvPr>
          <p:cNvSpPr/>
          <p:nvPr/>
        </p:nvSpPr>
        <p:spPr>
          <a:xfrm>
            <a:off x="4357691" y="1305341"/>
            <a:ext cx="6096000" cy="4801314"/>
          </a:xfrm>
          <a:prstGeom prst="rect">
            <a:avLst/>
          </a:prstGeom>
        </p:spPr>
        <p:txBody>
          <a:bodyPr>
            <a:spAutoFit/>
          </a:bodyPr>
          <a:lstStyle/>
          <a:p>
            <a:pPr marL="285750" indent="-285750">
              <a:buFont typeface="Arial" panose="020B0604020202020204" pitchFamily="34" charset="0"/>
              <a:buChar char="•"/>
            </a:pPr>
            <a:r>
              <a:rPr lang="en-GB" b="1" dirty="0"/>
              <a:t>Icons</a:t>
            </a:r>
          </a:p>
          <a:p>
            <a:pPr marL="742950" lvl="1" indent="-285750">
              <a:buFont typeface="Arial" panose="020B0604020202020204" pitchFamily="34" charset="0"/>
              <a:buChar char="•"/>
            </a:pPr>
            <a:r>
              <a:rPr lang="en-GB" dirty="0"/>
              <a:t>A pictogram Graphic Element that is displayed to help the user navigate the system, or understand the data presented</a:t>
            </a:r>
          </a:p>
          <a:p>
            <a:pPr marL="742950" lvl="1" indent="-285750">
              <a:buFont typeface="Arial" panose="020B0604020202020204" pitchFamily="34" charset="0"/>
              <a:buChar char="•"/>
            </a:pPr>
            <a:r>
              <a:rPr lang="en-GB" dirty="0"/>
              <a:t>They are designed to be easily comprehensible and as such are stripped of extraneous detail</a:t>
            </a:r>
          </a:p>
          <a:p>
            <a:pPr lvl="1"/>
            <a:endParaRPr lang="en-GB" dirty="0"/>
          </a:p>
          <a:p>
            <a:pPr marL="285750" indent="-285750">
              <a:buFont typeface="Arial" panose="020B0604020202020204" pitchFamily="34" charset="0"/>
              <a:buChar char="•"/>
            </a:pPr>
            <a:r>
              <a:rPr lang="en-GB" b="1" dirty="0"/>
              <a:t>Alignment grids</a:t>
            </a:r>
          </a:p>
          <a:p>
            <a:pPr marL="742950" lvl="1" indent="-285750">
              <a:buFont typeface="Arial" panose="020B0604020202020204" pitchFamily="34" charset="0"/>
              <a:buChar char="•"/>
            </a:pPr>
            <a:r>
              <a:rPr lang="en-GB" dirty="0"/>
              <a:t>A set of invisible lines that content is “snapped to”</a:t>
            </a:r>
          </a:p>
          <a:p>
            <a:pPr marL="742950" lvl="1" indent="-285750">
              <a:buFont typeface="Arial" panose="020B0604020202020204" pitchFamily="34" charset="0"/>
              <a:buChar char="•"/>
            </a:pPr>
            <a:r>
              <a:rPr lang="en-GB" dirty="0"/>
              <a:t>It is a way of reducing visual clutter, creating clean and evenly spaced layouts, and maintaining coherency across a product or product line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7" name="Picture 6" descr="Relevant Skills">
            <a:extLst>
              <a:ext uri="{FF2B5EF4-FFF2-40B4-BE49-F238E27FC236}">
                <a16:creationId xmlns:a16="http://schemas.microsoft.com/office/drawing/2014/main" id="{0BF2BB05-684F-47D1-BDD5-717BB76552EB}"/>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10876828" y="347727"/>
            <a:ext cx="899794" cy="899794"/>
          </a:xfrm>
          <a:prstGeom prst="rect">
            <a:avLst/>
          </a:prstGeom>
          <a:noFill/>
          <a:ln>
            <a:noFill/>
          </a:ln>
        </p:spPr>
      </p:pic>
    </p:spTree>
    <p:extLst>
      <p:ext uri="{BB962C8B-B14F-4D97-AF65-F5344CB8AC3E}">
        <p14:creationId xmlns:p14="http://schemas.microsoft.com/office/powerpoint/2010/main" val="3911018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42</a:t>
            </a:fld>
            <a:endParaRPr lang="en-GB" dirty="0"/>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pPr marL="285750" indent="-285750">
              <a:lnSpc>
                <a:spcPct val="90000"/>
              </a:lnSpc>
              <a:buFont typeface="Arial" panose="020B0604020202020204" pitchFamily="34" charset="0"/>
              <a:buChar char="•"/>
            </a:pPr>
            <a:r>
              <a:rPr lang="en-GB" dirty="0">
                <a:cs typeface="Courier New" panose="02070309020205020404" pitchFamily="49" charset="0"/>
              </a:rPr>
              <a:t>Take 15 minutes and prepare a single low fidelity wireframe on the whiteboard as a group.</a:t>
            </a:r>
          </a:p>
          <a:p>
            <a:pPr marL="285750" indent="-285750">
              <a:lnSpc>
                <a:spcPct val="90000"/>
              </a:lnSpc>
              <a:buFont typeface="Arial" panose="020B0604020202020204" pitchFamily="34" charset="0"/>
              <a:buChar char="•"/>
            </a:pPr>
            <a:r>
              <a:rPr lang="en-GB" dirty="0">
                <a:cs typeface="Courier New" panose="02070309020205020404" pitchFamily="49" charset="0"/>
              </a:rPr>
              <a:t>This should be for one of the following pages:</a:t>
            </a:r>
          </a:p>
          <a:p>
            <a:pPr marL="630238" lvl="1" indent="-285750">
              <a:lnSpc>
                <a:spcPct val="90000"/>
              </a:lnSpc>
            </a:pPr>
            <a:r>
              <a:rPr lang="en-GB" dirty="0">
                <a:cs typeface="Courier New" panose="02070309020205020404" pitchFamily="49" charset="0"/>
              </a:rPr>
              <a:t>Booking a ticket</a:t>
            </a:r>
          </a:p>
          <a:p>
            <a:pPr marL="630238" lvl="1" indent="-285750">
              <a:lnSpc>
                <a:spcPct val="90000"/>
              </a:lnSpc>
            </a:pPr>
            <a:r>
              <a:rPr lang="en-GB" dirty="0">
                <a:cs typeface="Courier New" panose="02070309020205020404" pitchFamily="49" charset="0"/>
              </a:rPr>
              <a:t>Ordering food</a:t>
            </a:r>
          </a:p>
          <a:p>
            <a:pPr marL="630238" lvl="1" indent="-285750">
              <a:lnSpc>
                <a:spcPct val="90000"/>
              </a:lnSpc>
            </a:pPr>
            <a:r>
              <a:rPr lang="en-GB" dirty="0">
                <a:cs typeface="Courier New" panose="02070309020205020404" pitchFamily="49" charset="0"/>
              </a:rPr>
              <a:t>About Us</a:t>
            </a:r>
          </a:p>
          <a:p>
            <a:pPr marL="630238" lvl="1" indent="-285750">
              <a:lnSpc>
                <a:spcPct val="90000"/>
              </a:lnSpc>
            </a:pPr>
            <a:r>
              <a:rPr lang="en-GB" dirty="0">
                <a:cs typeface="Courier New" panose="02070309020205020404" pitchFamily="49" charset="0"/>
              </a:rPr>
              <a:t>Coming Soon</a:t>
            </a:r>
            <a:endParaRPr lang="en-GB" dirty="0"/>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dirty="0"/>
              <a:t>Activity: Low Fidelity Wire Frame</a:t>
            </a:r>
          </a:p>
        </p:txBody>
      </p:sp>
    </p:spTree>
    <p:extLst>
      <p:ext uri="{BB962C8B-B14F-4D97-AF65-F5344CB8AC3E}">
        <p14:creationId xmlns:p14="http://schemas.microsoft.com/office/powerpoint/2010/main" val="618118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43</a:t>
            </a:fld>
            <a:endParaRPr lang="en-GB" dirty="0"/>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pPr marL="285750" indent="-285750">
              <a:lnSpc>
                <a:spcPct val="90000"/>
              </a:lnSpc>
              <a:buFont typeface="Arial" panose="020B0604020202020204" pitchFamily="34" charset="0"/>
              <a:buChar char="•"/>
            </a:pPr>
            <a:r>
              <a:rPr lang="en-GB" dirty="0">
                <a:cs typeface="Courier New" panose="02070309020205020404" pitchFamily="49" charset="0"/>
              </a:rPr>
              <a:t>Take 15 minutes to design a higher fidelity wireframe for the cinema website home page.</a:t>
            </a:r>
          </a:p>
          <a:p>
            <a:pPr marL="285750" indent="-285750">
              <a:lnSpc>
                <a:spcPct val="90000"/>
              </a:lnSpc>
              <a:buFont typeface="Arial" panose="020B0604020202020204" pitchFamily="34" charset="0"/>
              <a:buChar char="•"/>
            </a:pPr>
            <a:endParaRPr lang="en-GB" dirty="0"/>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dirty="0"/>
              <a:t>Activity: High Fidelity Wire Frame</a:t>
            </a:r>
          </a:p>
        </p:txBody>
      </p:sp>
    </p:spTree>
    <p:extLst>
      <p:ext uri="{BB962C8B-B14F-4D97-AF65-F5344CB8AC3E}">
        <p14:creationId xmlns:p14="http://schemas.microsoft.com/office/powerpoint/2010/main" val="412098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Interactive Prototypes</a:t>
            </a:r>
          </a:p>
        </p:txBody>
      </p:sp>
      <p:sp>
        <p:nvSpPr>
          <p:cNvPr id="4" name="Text Placeholder 10"/>
          <p:cNvSpPr txBox="1">
            <a:spLocks/>
          </p:cNvSpPr>
          <p:nvPr/>
        </p:nvSpPr>
        <p:spPr>
          <a:xfrm>
            <a:off x="5739798" y="4242200"/>
            <a:ext cx="5774597" cy="23082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latin typeface="+mn-lt"/>
              </a:rPr>
              <a:t>See Also: Rapid Prototyping</a:t>
            </a:r>
          </a:p>
          <a:p>
            <a:pPr marL="0" indent="0">
              <a:buNone/>
            </a:pPr>
            <a:r>
              <a:rPr lang="en-GB" b="0" dirty="0">
                <a:latin typeface="+mn-lt"/>
                <a:hlinkClick r:id="rId3"/>
              </a:rPr>
              <a:t>http://www.uxforthemasses.com/rapid-prototyping/</a:t>
            </a:r>
            <a:endParaRPr lang="en-US" b="0" dirty="0">
              <a:latin typeface="+mn-lt"/>
            </a:endParaRPr>
          </a:p>
        </p:txBody>
      </p:sp>
      <p:sp>
        <p:nvSpPr>
          <p:cNvPr id="7" name="Rectangle 6">
            <a:extLst>
              <a:ext uri="{FF2B5EF4-FFF2-40B4-BE49-F238E27FC236}">
                <a16:creationId xmlns:a16="http://schemas.microsoft.com/office/drawing/2014/main" id="{1837AAD2-91A2-4C01-9F75-122D3362F1A0}"/>
              </a:ext>
            </a:extLst>
          </p:cNvPr>
          <p:cNvSpPr/>
          <p:nvPr/>
        </p:nvSpPr>
        <p:spPr>
          <a:xfrm>
            <a:off x="4520184" y="1237576"/>
            <a:ext cx="6096000" cy="1754326"/>
          </a:xfrm>
          <a:prstGeom prst="rect">
            <a:avLst/>
          </a:prstGeom>
        </p:spPr>
        <p:txBody>
          <a:bodyPr>
            <a:spAutoFit/>
          </a:bodyPr>
          <a:lstStyle/>
          <a:p>
            <a:pPr marL="285750" indent="-285750">
              <a:buFont typeface="Arial" panose="020B0604020202020204" pitchFamily="34" charset="0"/>
              <a:buChar char="•"/>
            </a:pPr>
            <a:r>
              <a:rPr lang="en-GB" b="1" dirty="0"/>
              <a:t>Interactive prototypes are usually built as a series of HTML pages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They are usually reserved for higher level Wireframes to be used for user or usability testing, or to impress stakeholders</a:t>
            </a:r>
          </a:p>
        </p:txBody>
      </p:sp>
      <p:pic>
        <p:nvPicPr>
          <p:cNvPr id="8" name="Picture 7">
            <a:extLst>
              <a:ext uri="{FF2B5EF4-FFF2-40B4-BE49-F238E27FC236}">
                <a16:creationId xmlns:a16="http://schemas.microsoft.com/office/drawing/2014/main" id="{43C713C9-E93F-4C7F-9816-04F140EB0DAC}"/>
              </a:ext>
            </a:extLst>
          </p:cNvPr>
          <p:cNvPicPr/>
          <p:nvPr/>
        </p:nvPicPr>
        <p:blipFill>
          <a:blip r:embed="rId4" cstate="email">
            <a:extLst>
              <a:ext uri="{28A0092B-C50C-407E-A947-70E740481C1C}">
                <a14:useLocalDpi xmlns:a14="http://schemas.microsoft.com/office/drawing/2010/main"/>
              </a:ext>
            </a:extLst>
          </a:blip>
          <a:srcRect/>
          <a:stretch>
            <a:fillRect/>
          </a:stretch>
        </p:blipFill>
        <p:spPr bwMode="auto">
          <a:xfrm>
            <a:off x="4654200" y="4326513"/>
            <a:ext cx="987648" cy="990152"/>
          </a:xfrm>
          <a:prstGeom prst="rect">
            <a:avLst/>
          </a:prstGeom>
          <a:noFill/>
          <a:ln>
            <a:noFill/>
          </a:ln>
        </p:spPr>
      </p:pic>
    </p:spTree>
    <p:extLst>
      <p:ext uri="{BB962C8B-B14F-4D97-AF65-F5344CB8AC3E}">
        <p14:creationId xmlns:p14="http://schemas.microsoft.com/office/powerpoint/2010/main" val="28197684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Review</a:t>
            </a:r>
          </a:p>
        </p:txBody>
      </p:sp>
      <p:sp>
        <p:nvSpPr>
          <p:cNvPr id="5" name="Rectangle 4">
            <a:extLst>
              <a:ext uri="{FF2B5EF4-FFF2-40B4-BE49-F238E27FC236}">
                <a16:creationId xmlns:a16="http://schemas.microsoft.com/office/drawing/2014/main" id="{C1708C31-FE08-4794-B0B4-D365B4968992}"/>
              </a:ext>
            </a:extLst>
          </p:cNvPr>
          <p:cNvSpPr/>
          <p:nvPr/>
        </p:nvSpPr>
        <p:spPr>
          <a:xfrm>
            <a:off x="4291584" y="1185363"/>
            <a:ext cx="6873240" cy="2585323"/>
          </a:xfrm>
          <a:prstGeom prst="rect">
            <a:avLst/>
          </a:prstGeom>
        </p:spPr>
        <p:txBody>
          <a:bodyPr wrap="square">
            <a:spAutoFit/>
          </a:bodyPr>
          <a:lstStyle/>
          <a:p>
            <a:pPr marL="285750" indent="-285750">
              <a:buFont typeface="Arial" panose="020B0604020202020204" pitchFamily="34" charset="0"/>
              <a:buChar char="•"/>
            </a:pPr>
            <a:r>
              <a:rPr lang="en-GB" b="1" dirty="0"/>
              <a:t>The skeleton Plane is where a digital product takes shape</a:t>
            </a:r>
          </a:p>
          <a:p>
            <a:pPr marL="742950" lvl="1" indent="-285750">
              <a:buFont typeface="Arial" panose="020B0604020202020204" pitchFamily="34" charset="0"/>
              <a:buChar char="•"/>
            </a:pPr>
            <a:r>
              <a:rPr lang="en-GB" dirty="0"/>
              <a:t>Its aim is to map user goals and stories into pages/screen</a:t>
            </a:r>
          </a:p>
          <a:p>
            <a:pPr marL="742950" lvl="1" indent="-285750">
              <a:buFont typeface="Arial" panose="020B0604020202020204" pitchFamily="34" charset="0"/>
              <a:buChar char="•"/>
            </a:pPr>
            <a:r>
              <a:rPr lang="en-GB" dirty="0"/>
              <a:t>Your project will consider and implement a navigation strategy</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Remember to reinforce the structure through the user focused evidence</a:t>
            </a:r>
          </a:p>
        </p:txBody>
      </p:sp>
    </p:spTree>
    <p:extLst>
      <p:ext uri="{BB962C8B-B14F-4D97-AF65-F5344CB8AC3E}">
        <p14:creationId xmlns:p14="http://schemas.microsoft.com/office/powerpoint/2010/main" val="2696995097"/>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QA - NEW Powerpoint template_v3.0" id="{757C6B63-E14D-49F7-B3A2-1526B7ACA66B}" vid="{484D6699-C988-4F0E-BCF1-0F878826832A}"/>
    </a:ext>
  </a:extLst>
</a:theme>
</file>

<file path=ppt/theme/theme2.xml><?xml version="1.0" encoding="utf-8"?>
<a:theme xmlns:a="http://schemas.openxmlformats.org/drawingml/2006/main" name="QA PowerPoint Template_DRAFTMay2012">
  <a:themeElements>
    <a:clrScheme name="Custom 1">
      <a:dk1>
        <a:srgbClr val="000000"/>
      </a:dk1>
      <a:lt1>
        <a:srgbClr val="FFFFFF"/>
      </a:lt1>
      <a:dk2>
        <a:srgbClr val="4F81BD"/>
      </a:dk2>
      <a:lt2>
        <a:srgbClr val="AAAAAA"/>
      </a:lt2>
      <a:accent1>
        <a:srgbClr val="B8CCE4"/>
      </a:accent1>
      <a:accent2>
        <a:srgbClr val="E1FFE1"/>
      </a:accent2>
      <a:accent3>
        <a:srgbClr val="FFFFFF"/>
      </a:accent3>
      <a:accent4>
        <a:srgbClr val="0070C0"/>
      </a:accent4>
      <a:accent5>
        <a:srgbClr val="FFFFD9"/>
      </a:accent5>
      <a:accent6>
        <a:srgbClr val="CCE7CC"/>
      </a:accent6>
      <a:hlink>
        <a:srgbClr val="AAAAAA"/>
      </a:hlink>
      <a:folHlink>
        <a:srgbClr val="0000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rtlCol="0" anchor="ctr"/>
      <a:lstStyle>
        <a:defPPr algn="ctr">
          <a:defRPr sz="1600" dirty="0"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accent1">
            <a:lumMod val="40000"/>
            <a:lumOff val="60000"/>
          </a:schemeClr>
        </a:solidFill>
      </a:spPr>
      <a:bodyPr wrap="square" rtlCol="0">
        <a:spAutoFit/>
      </a:bodyPr>
      <a:lstStyle>
        <a:defPPr>
          <a:defRPr sz="2000" dirty="0" smtClean="0">
            <a:latin typeface="Courier New" pitchFamily="49" charset="0"/>
            <a:cs typeface="Courier New" pitchFamily="49"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2">
    <wetp:webextensionref xmlns:r="http://schemas.openxmlformats.org/officeDocument/2006/relationships" r:id="rId1"/>
  </wetp:taskpane>
  <wetp:taskpane dockstate="right" visibility="0" width="350" row="1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E2042B-5B0F-49CA-B0FA-E6D86268BEFD}">
  <we:reference id="wa104380907" version="3.0.0.1" store="en-US" storeType="OMEX"/>
  <we:alternateReferences>
    <we:reference id="wa104380907" version="3.0.0.1"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091A9D0-66C4-4C82-BEDE-9504DC75A77E}">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5A62B1506494BB5379448706A4311" ma:contentTypeVersion="11" ma:contentTypeDescription="Create a new document." ma:contentTypeScope="" ma:versionID="be6c005fbfd9fdc6972d399bc2bcbda0">
  <xsd:schema xmlns:xsd="http://www.w3.org/2001/XMLSchema" xmlns:xs="http://www.w3.org/2001/XMLSchema" xmlns:p="http://schemas.microsoft.com/office/2006/metadata/properties" xmlns:ns3="2adca231-d9e0-4ab7-b9c8-e8741ed43f47" xmlns:ns4="5658a7d0-6a08-4b10-980f-26d551ebb763" targetNamespace="http://schemas.microsoft.com/office/2006/metadata/properties" ma:root="true" ma:fieldsID="ffd901c42c717f3abb88bb8d7448844e" ns3:_="" ns4:_="">
    <xsd:import namespace="2adca231-d9e0-4ab7-b9c8-e8741ed43f47"/>
    <xsd:import namespace="5658a7d0-6a08-4b10-980f-26d551ebb76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dca231-d9e0-4ab7-b9c8-e8741ed43f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658a7d0-6a08-4b10-980f-26d551ebb76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2C1E97-F08F-4ABF-A612-1EB335DF25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dca231-d9e0-4ab7-b9c8-e8741ed43f47"/>
    <ds:schemaRef ds:uri="5658a7d0-6a08-4b10-980f-26d551ebb7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C0D1A9-62D4-4D38-98A5-BE95FE2B3BF6}">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5658a7d0-6a08-4b10-980f-26d551ebb763"/>
    <ds:schemaRef ds:uri="http://schemas.microsoft.com/office/2006/documentManagement/types"/>
    <ds:schemaRef ds:uri="2adca231-d9e0-4ab7-b9c8-e8741ed43f47"/>
    <ds:schemaRef ds:uri="http://www.w3.org/XML/1998/namespace"/>
    <ds:schemaRef ds:uri="http://purl.org/dc/dcmitype/"/>
  </ds:schemaRefs>
</ds:datastoreItem>
</file>

<file path=customXml/itemProps3.xml><?xml version="1.0" encoding="utf-8"?>
<ds:datastoreItem xmlns:ds="http://schemas.openxmlformats.org/officeDocument/2006/customXml" ds:itemID="{1E30C460-91BC-4486-927B-7DEF61217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NEW Powerpoint template_with instructions</Template>
  <TotalTime>3339</TotalTime>
  <Words>3373</Words>
  <Application>Microsoft Office PowerPoint</Application>
  <PresentationFormat>Widescreen</PresentationFormat>
  <Paragraphs>491</Paragraphs>
  <Slides>45</Slides>
  <Notes>45</Notes>
  <HiddenSlides>2</HiddenSlides>
  <MMClips>0</MMClips>
  <ScaleCrop>false</ScaleCrop>
  <HeadingPairs>
    <vt:vector size="8" baseType="variant">
      <vt:variant>
        <vt:lpstr>Fonts Used</vt:lpstr>
      </vt:variant>
      <vt:variant>
        <vt:i4>6</vt:i4>
      </vt:variant>
      <vt:variant>
        <vt:lpstr>Theme</vt:lpstr>
      </vt:variant>
      <vt:variant>
        <vt:i4>2</vt:i4>
      </vt:variant>
      <vt:variant>
        <vt:lpstr>Slide Titles</vt:lpstr>
      </vt:variant>
      <vt:variant>
        <vt:i4>45</vt:i4>
      </vt:variant>
      <vt:variant>
        <vt:lpstr>Custom Shows</vt:lpstr>
      </vt:variant>
      <vt:variant>
        <vt:i4>3</vt:i4>
      </vt:variant>
    </vt:vector>
  </HeadingPairs>
  <TitlesOfParts>
    <vt:vector size="56" baseType="lpstr">
      <vt:lpstr>arial</vt:lpstr>
      <vt:lpstr>arial</vt:lpstr>
      <vt:lpstr>Calibri</vt:lpstr>
      <vt:lpstr>Montserrat</vt:lpstr>
      <vt:lpstr>Montserrat Black</vt:lpstr>
      <vt:lpstr>Wingdings</vt:lpstr>
      <vt:lpstr>Office Theme</vt:lpstr>
      <vt:lpstr>QA PowerPoint Template_DRAFTMay2012</vt:lpstr>
      <vt:lpstr>UX Fundamentals</vt:lpstr>
      <vt:lpstr>The Five Plane Model</vt:lpstr>
      <vt:lpstr>PowerPoint Presentation</vt:lpstr>
      <vt:lpstr>PowerPoint Presentation</vt:lpstr>
      <vt:lpstr>Navigation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WHO NEEDS SITEMAPS?</vt:lpstr>
      <vt:lpstr>PowerPoint Presentation</vt:lpstr>
      <vt:lpstr>PowerPoint Presentation</vt:lpstr>
      <vt:lpstr>PowerPoint Presentation</vt:lpstr>
      <vt:lpstr>Designing Interactions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Interaction Flow</vt:lpstr>
      <vt:lpstr>PowerPoint Presentation</vt:lpstr>
      <vt:lpstr>PowerPoint Presentation</vt:lpstr>
      <vt:lpstr>PowerPoint Presentation</vt:lpstr>
      <vt:lpstr>PowerPoint Presentation</vt:lpstr>
      <vt:lpstr>Wireframing</vt:lpstr>
      <vt:lpstr>PowerPoint Presentation</vt:lpstr>
      <vt:lpstr>PowerPoint Presentation</vt:lpstr>
      <vt:lpstr>PowerPoint Presentation</vt:lpstr>
      <vt:lpstr>PowerPoint Presentation</vt:lpstr>
      <vt:lpstr>PowerPoint Presentation</vt:lpstr>
      <vt:lpstr>Low Fidelity Wireframe Example</vt:lpstr>
      <vt:lpstr>High Fidelity Wireframe Example</vt:lpstr>
      <vt:lpstr>PowerPoint Presentation</vt:lpstr>
      <vt:lpstr>PowerPoint Presentation</vt:lpstr>
      <vt:lpstr>PowerPoint Presentation</vt:lpstr>
      <vt:lpstr>PowerPoint Presentation</vt:lpstr>
      <vt:lpstr>PowerPoint Presentation</vt:lpstr>
      <vt:lpstr>PowerPoint Presentation</vt:lpstr>
      <vt:lpstr>The Five Plane Model</vt:lpstr>
      <vt:lpstr>Natural Mapping</vt:lpstr>
      <vt:lpstr>Behaviour and Form</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Fundamentals</dc:title>
  <dc:subject/>
  <dc:creator>Wood, Michael</dc:creator>
  <cp:keywords/>
  <dc:description/>
  <cp:lastModifiedBy>Smith, Andy</cp:lastModifiedBy>
  <cp:revision>101</cp:revision>
  <cp:lastPrinted>2021-06-30T10:37:00Z</cp:lastPrinted>
  <dcterms:created xsi:type="dcterms:W3CDTF">2020-01-02T14:03:43Z</dcterms:created>
  <dcterms:modified xsi:type="dcterms:W3CDTF">2023-06-09T10:11:44Z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0x0101001AB5A62B1506494BB5379448706A4311</vt:lpwstr>
  </property>
  <property fmtid="{D5CDD505-2E9C-101B-9397-08002B2CF9AE}" pid="3" name="BookType">
    <vt:lpwstr>10</vt:lpwstr>
  </property>
</Properties>
</file>