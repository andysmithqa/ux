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ink/ink1.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8" r:id="rId5"/>
  </p:sldMasterIdLst>
  <p:notesMasterIdLst>
    <p:notesMasterId r:id="rId42"/>
  </p:notesMasterIdLst>
  <p:handoutMasterIdLst>
    <p:handoutMasterId r:id="rId43"/>
  </p:handoutMasterIdLst>
  <p:sldIdLst>
    <p:sldId id="495" r:id="rId6"/>
    <p:sldId id="510" r:id="rId7"/>
    <p:sldId id="260" r:id="rId8"/>
    <p:sldId id="258" r:id="rId9"/>
    <p:sldId id="259" r:id="rId10"/>
    <p:sldId id="261" r:id="rId11"/>
    <p:sldId id="292" r:id="rId12"/>
    <p:sldId id="293" r:id="rId13"/>
    <p:sldId id="294" r:id="rId14"/>
    <p:sldId id="295" r:id="rId15"/>
    <p:sldId id="296" r:id="rId16"/>
    <p:sldId id="297" r:id="rId17"/>
    <p:sldId id="481" r:id="rId18"/>
    <p:sldId id="496" r:id="rId19"/>
    <p:sldId id="276" r:id="rId20"/>
    <p:sldId id="486" r:id="rId21"/>
    <p:sldId id="487" r:id="rId22"/>
    <p:sldId id="488" r:id="rId23"/>
    <p:sldId id="277" r:id="rId24"/>
    <p:sldId id="262" r:id="rId25"/>
    <p:sldId id="466" r:id="rId26"/>
    <p:sldId id="478" r:id="rId27"/>
    <p:sldId id="280" r:id="rId28"/>
    <p:sldId id="281" r:id="rId29"/>
    <p:sldId id="283" r:id="rId30"/>
    <p:sldId id="489" r:id="rId31"/>
    <p:sldId id="490" r:id="rId32"/>
    <p:sldId id="491" r:id="rId33"/>
    <p:sldId id="288" r:id="rId34"/>
    <p:sldId id="493" r:id="rId35"/>
    <p:sldId id="482" r:id="rId36"/>
    <p:sldId id="467" r:id="rId37"/>
    <p:sldId id="270" r:id="rId38"/>
    <p:sldId id="269" r:id="rId39"/>
    <p:sldId id="483" r:id="rId40"/>
    <p:sldId id="271" r:id="rId41"/>
  </p:sldIdLst>
  <p:sldSz cx="12192000" cy="6858000"/>
  <p:notesSz cx="6645275" cy="9775825"/>
  <p:custShowLst>
    <p:custShow name="The Five Plane Model" id="0">
      <p:sldLst/>
    </p:custShow>
    <p:custShow name="Scenarios - Task Based" id="1">
      <p:sldLst>
        <p:sld r:id="rId21"/>
      </p:sldLst>
    </p:custShow>
    <p:custShow name="Scenarios - Elaborated" id="2">
      <p:sldLst>
        <p:sld r:id="rId22"/>
      </p:sldLst>
    </p:custShow>
    <p:custShow name="Scenarios - Full Scale" id="3">
      <p:sldLst>
        <p:sld r:id="rId23"/>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95"/>
            <p14:sldId id="510"/>
            <p14:sldId id="260"/>
            <p14:sldId id="258"/>
            <p14:sldId id="259"/>
            <p14:sldId id="261"/>
            <p14:sldId id="292"/>
            <p14:sldId id="293"/>
            <p14:sldId id="294"/>
            <p14:sldId id="295"/>
            <p14:sldId id="296"/>
            <p14:sldId id="297"/>
            <p14:sldId id="481"/>
            <p14:sldId id="496"/>
            <p14:sldId id="276"/>
            <p14:sldId id="486"/>
            <p14:sldId id="487"/>
            <p14:sldId id="488"/>
            <p14:sldId id="277"/>
            <p14:sldId id="262"/>
            <p14:sldId id="466"/>
            <p14:sldId id="478"/>
            <p14:sldId id="280"/>
            <p14:sldId id="281"/>
            <p14:sldId id="283"/>
            <p14:sldId id="489"/>
            <p14:sldId id="490"/>
            <p14:sldId id="491"/>
            <p14:sldId id="288"/>
            <p14:sldId id="493"/>
            <p14:sldId id="482"/>
            <p14:sldId id="467"/>
            <p14:sldId id="270"/>
            <p14:sldId id="269"/>
            <p14:sldId id="483"/>
            <p14:sldId id="271"/>
          </p14:sldIdLst>
        </p14:section>
      </p14:sectionLst>
    </p:ext>
    <p:ext uri="{EFAFB233-063F-42B5-8137-9DF3F51BA10A}">
      <p15:sldGuideLst xmlns:p15="http://schemas.microsoft.com/office/powerpoint/2012/main">
        <p15:guide id="1" pos="3182" userDrawn="1">
          <p15:clr>
            <a:srgbClr val="A4A3A4"/>
          </p15:clr>
        </p15:guide>
        <p15:guide id="2" pos="7446" userDrawn="1">
          <p15:clr>
            <a:srgbClr val="A4A3A4"/>
          </p15:clr>
        </p15:guide>
        <p15:guide id="3" pos="234" userDrawn="1">
          <p15:clr>
            <a:srgbClr val="A4A3A4"/>
          </p15:clr>
        </p15:guide>
        <p15:guide id="4"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F8D237"/>
    <a:srgbClr val="2AF92F"/>
    <a:srgbClr val="FFC000"/>
    <a:srgbClr val="9CB4E0"/>
    <a:srgbClr val="EAFEEB"/>
    <a:srgbClr val="004050"/>
    <a:srgbClr val="FFFFFF"/>
    <a:srgbClr val="F3622C"/>
    <a:srgbClr val="7F00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1B78C-8A2D-4963-9763-6168EBBB7036}" v="1" dt="2022-06-27T10:53:23.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69742" autoAdjust="0"/>
  </p:normalViewPr>
  <p:slideViewPr>
    <p:cSldViewPr snapToGrid="0">
      <p:cViewPr varScale="1">
        <p:scale>
          <a:sx n="82" d="100"/>
          <a:sy n="82" d="100"/>
        </p:scale>
        <p:origin x="686" y="72"/>
      </p:cViewPr>
      <p:guideLst>
        <p:guide pos="3182"/>
        <p:guide pos="7446"/>
        <p:guide pos="234"/>
        <p:guide orient="horz" pos="2160"/>
      </p:guideLst>
    </p:cSldViewPr>
  </p:slideViewPr>
  <p:notesTextViewPr>
    <p:cViewPr>
      <p:scale>
        <a:sx n="1" d="1"/>
        <a:sy n="1" d="1"/>
      </p:scale>
      <p:origin x="0" y="0"/>
    </p:cViewPr>
  </p:notesTextViewPr>
  <p:notesViewPr>
    <p:cSldViewPr snapToGrid="0">
      <p:cViewPr varScale="1">
        <p:scale>
          <a:sx n="58" d="100"/>
          <a:sy n="58" d="100"/>
        </p:scale>
        <p:origin x="3355" y="8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vey, Chris" userId="059c8d56-922c-405a-82ae-7db209cf59e4" providerId="ADAL" clId="{6F6F2C45-7778-4268-87AF-76D89C8CC517}"/>
    <pc:docChg chg="undo custSel addSld delSld modSld modSection">
      <pc:chgData name="Harvey, Chris" userId="059c8d56-922c-405a-82ae-7db209cf59e4" providerId="ADAL" clId="{6F6F2C45-7778-4268-87AF-76D89C8CC517}" dt="2022-03-22T15:04:55.308" v="236" actId="6549"/>
      <pc:docMkLst>
        <pc:docMk/>
      </pc:docMkLst>
      <pc:sldChg chg="addSp delSp modSp add mod">
        <pc:chgData name="Harvey, Chris" userId="059c8d56-922c-405a-82ae-7db209cf59e4" providerId="ADAL" clId="{6F6F2C45-7778-4268-87AF-76D89C8CC517}" dt="2022-03-22T14:33:01.946" v="43" actId="478"/>
        <pc:sldMkLst>
          <pc:docMk/>
          <pc:sldMk cId="1176556977" sldId="261"/>
        </pc:sldMkLst>
        <pc:picChg chg="add del mod">
          <ac:chgData name="Harvey, Chris" userId="059c8d56-922c-405a-82ae-7db209cf59e4" providerId="ADAL" clId="{6F6F2C45-7778-4268-87AF-76D89C8CC517}" dt="2022-03-22T14:33:01.946" v="43" actId="478"/>
          <ac:picMkLst>
            <pc:docMk/>
            <pc:sldMk cId="1176556977" sldId="261"/>
            <ac:picMk id="4" creationId="{9E7D4BE7-70DB-4820-8714-5AC005BCC367}"/>
          </ac:picMkLst>
        </pc:picChg>
      </pc:sldChg>
      <pc:sldChg chg="addSp delSp modSp mod chgLayout">
        <pc:chgData name="Harvey, Chris" userId="059c8d56-922c-405a-82ae-7db209cf59e4" providerId="ADAL" clId="{6F6F2C45-7778-4268-87AF-76D89C8CC517}" dt="2022-03-22T15:04:41.033" v="232" actId="6264"/>
        <pc:sldMkLst>
          <pc:docMk/>
          <pc:sldMk cId="3810054039" sldId="288"/>
        </pc:sldMkLst>
        <pc:spChg chg="add del mod">
          <ac:chgData name="Harvey, Chris" userId="059c8d56-922c-405a-82ae-7db209cf59e4" providerId="ADAL" clId="{6F6F2C45-7778-4268-87AF-76D89C8CC517}" dt="2022-03-22T15:04:41.033" v="232" actId="6264"/>
          <ac:spMkLst>
            <pc:docMk/>
            <pc:sldMk cId="3810054039" sldId="288"/>
            <ac:spMk id="2" creationId="{337F1F27-5E30-4679-A0C6-3237CAAD7890}"/>
          </ac:spMkLst>
        </pc:spChg>
        <pc:spChg chg="mod ord">
          <ac:chgData name="Harvey, Chris" userId="059c8d56-922c-405a-82ae-7db209cf59e4" providerId="ADAL" clId="{6F6F2C45-7778-4268-87AF-76D89C8CC517}" dt="2022-03-22T15:04:41.033" v="232" actId="6264"/>
          <ac:spMkLst>
            <pc:docMk/>
            <pc:sldMk cId="3810054039" sldId="288"/>
            <ac:spMk id="3" creationId="{00000000-0000-0000-0000-000000000000}"/>
          </ac:spMkLst>
        </pc:spChg>
        <pc:spChg chg="add del mod ord">
          <ac:chgData name="Harvey, Chris" userId="059c8d56-922c-405a-82ae-7db209cf59e4" providerId="ADAL" clId="{6F6F2C45-7778-4268-87AF-76D89C8CC517}" dt="2022-03-22T15:04:41.033" v="232" actId="6264"/>
          <ac:spMkLst>
            <pc:docMk/>
            <pc:sldMk cId="3810054039" sldId="288"/>
            <ac:spMk id="4" creationId="{6D11A0FC-580C-48B1-96D9-96FF9788E965}"/>
          </ac:spMkLst>
        </pc:spChg>
        <pc:spChg chg="mod ord">
          <ac:chgData name="Harvey, Chris" userId="059c8d56-922c-405a-82ae-7db209cf59e4" providerId="ADAL" clId="{6F6F2C45-7778-4268-87AF-76D89C8CC517}" dt="2022-03-22T15:04:41.033" v="232" actId="6264"/>
          <ac:spMkLst>
            <pc:docMk/>
            <pc:sldMk cId="3810054039" sldId="288"/>
            <ac:spMk id="6" creationId="{AC6C90A6-8F44-4F71-B965-BA0A0C5A9CEA}"/>
          </ac:spMkLst>
        </pc:spChg>
        <pc:spChg chg="add del mod ord">
          <ac:chgData name="Harvey, Chris" userId="059c8d56-922c-405a-82ae-7db209cf59e4" providerId="ADAL" clId="{6F6F2C45-7778-4268-87AF-76D89C8CC517}" dt="2022-03-22T15:04:41.033" v="232" actId="6264"/>
          <ac:spMkLst>
            <pc:docMk/>
            <pc:sldMk cId="3810054039" sldId="288"/>
            <ac:spMk id="7" creationId="{2505E1D9-1FEB-4D7D-A177-56CF0DC3D822}"/>
          </ac:spMkLst>
        </pc:spChg>
      </pc:sldChg>
      <pc:sldChg chg="addSp delSp modSp add mod">
        <pc:chgData name="Harvey, Chris" userId="059c8d56-922c-405a-82ae-7db209cf59e4" providerId="ADAL" clId="{6F6F2C45-7778-4268-87AF-76D89C8CC517}" dt="2022-03-22T14:33:21.106" v="44" actId="478"/>
        <pc:sldMkLst>
          <pc:docMk/>
          <pc:sldMk cId="2590437952" sldId="292"/>
        </pc:sldMkLst>
        <pc:picChg chg="add del mod">
          <ac:chgData name="Harvey, Chris" userId="059c8d56-922c-405a-82ae-7db209cf59e4" providerId="ADAL" clId="{6F6F2C45-7778-4268-87AF-76D89C8CC517}" dt="2022-03-22T14:33:21.106" v="44" actId="478"/>
          <ac:picMkLst>
            <pc:docMk/>
            <pc:sldMk cId="2590437952" sldId="292"/>
            <ac:picMk id="7" creationId="{CA8C6809-3384-458D-8EAE-40D9282F929E}"/>
          </ac:picMkLst>
        </pc:picChg>
      </pc:sldChg>
      <pc:sldChg chg="addSp delSp modSp add mod">
        <pc:chgData name="Harvey, Chris" userId="059c8d56-922c-405a-82ae-7db209cf59e4" providerId="ADAL" clId="{6F6F2C45-7778-4268-87AF-76D89C8CC517}" dt="2022-03-22T14:34:07.241" v="45" actId="478"/>
        <pc:sldMkLst>
          <pc:docMk/>
          <pc:sldMk cId="2120471685" sldId="293"/>
        </pc:sldMkLst>
        <pc:picChg chg="add del mod">
          <ac:chgData name="Harvey, Chris" userId="059c8d56-922c-405a-82ae-7db209cf59e4" providerId="ADAL" clId="{6F6F2C45-7778-4268-87AF-76D89C8CC517}" dt="2022-03-22T14:34:07.241" v="45" actId="478"/>
          <ac:picMkLst>
            <pc:docMk/>
            <pc:sldMk cId="2120471685" sldId="293"/>
            <ac:picMk id="7" creationId="{BEF805C5-EB4A-4EBA-8041-8738F62C24EF}"/>
          </ac:picMkLst>
        </pc:picChg>
      </pc:sldChg>
      <pc:sldChg chg="addSp delSp modSp add mod">
        <pc:chgData name="Harvey, Chris" userId="059c8d56-922c-405a-82ae-7db209cf59e4" providerId="ADAL" clId="{6F6F2C45-7778-4268-87AF-76D89C8CC517}" dt="2022-03-22T14:34:28.111" v="46" actId="478"/>
        <pc:sldMkLst>
          <pc:docMk/>
          <pc:sldMk cId="3674629963" sldId="294"/>
        </pc:sldMkLst>
        <pc:picChg chg="add del mod">
          <ac:chgData name="Harvey, Chris" userId="059c8d56-922c-405a-82ae-7db209cf59e4" providerId="ADAL" clId="{6F6F2C45-7778-4268-87AF-76D89C8CC517}" dt="2022-03-22T14:34:28.111" v="46" actId="478"/>
          <ac:picMkLst>
            <pc:docMk/>
            <pc:sldMk cId="3674629963" sldId="294"/>
            <ac:picMk id="7" creationId="{CEDDDABC-2777-4CEA-9D9A-F824B7292861}"/>
          </ac:picMkLst>
        </pc:picChg>
      </pc:sldChg>
      <pc:sldChg chg="addSp delSp modSp add del mod">
        <pc:chgData name="Harvey, Chris" userId="059c8d56-922c-405a-82ae-7db209cf59e4" providerId="ADAL" clId="{6F6F2C45-7778-4268-87AF-76D89C8CC517}" dt="2022-03-22T14:36:40.173" v="51" actId="47"/>
        <pc:sldMkLst>
          <pc:docMk/>
          <pc:sldMk cId="1094808815" sldId="295"/>
        </pc:sldMkLst>
        <pc:picChg chg="add del mod">
          <ac:chgData name="Harvey, Chris" userId="059c8d56-922c-405a-82ae-7db209cf59e4" providerId="ADAL" clId="{6F6F2C45-7778-4268-87AF-76D89C8CC517}" dt="2022-03-22T14:36:21.643" v="49" actId="478"/>
          <ac:picMkLst>
            <pc:docMk/>
            <pc:sldMk cId="1094808815" sldId="295"/>
            <ac:picMk id="5" creationId="{8CC32206-FEA0-4AC5-AF18-3D836BAE4002}"/>
          </ac:picMkLst>
        </pc:picChg>
      </pc:sldChg>
      <pc:sldChg chg="addSp delSp modSp add mod">
        <pc:chgData name="Harvey, Chris" userId="059c8d56-922c-405a-82ae-7db209cf59e4" providerId="ADAL" clId="{6F6F2C45-7778-4268-87AF-76D89C8CC517}" dt="2022-03-22T14:37:37.114" v="52" actId="478"/>
        <pc:sldMkLst>
          <pc:docMk/>
          <pc:sldMk cId="4059066717" sldId="296"/>
        </pc:sldMkLst>
        <pc:picChg chg="add del mod">
          <ac:chgData name="Harvey, Chris" userId="059c8d56-922c-405a-82ae-7db209cf59e4" providerId="ADAL" clId="{6F6F2C45-7778-4268-87AF-76D89C8CC517}" dt="2022-03-22T14:37:37.114" v="52" actId="478"/>
          <ac:picMkLst>
            <pc:docMk/>
            <pc:sldMk cId="4059066717" sldId="296"/>
            <ac:picMk id="7" creationId="{030306DD-2965-40E6-B07E-CEA721628905}"/>
          </ac:picMkLst>
        </pc:picChg>
      </pc:sldChg>
      <pc:sldChg chg="addSp delSp modSp add mod modAnim">
        <pc:chgData name="Harvey, Chris" userId="059c8d56-922c-405a-82ae-7db209cf59e4" providerId="ADAL" clId="{6F6F2C45-7778-4268-87AF-76D89C8CC517}" dt="2022-03-22T14:40:41.400" v="66"/>
        <pc:sldMkLst>
          <pc:docMk/>
          <pc:sldMk cId="3611579196" sldId="297"/>
        </pc:sldMkLst>
        <pc:spChg chg="mod">
          <ac:chgData name="Harvey, Chris" userId="059c8d56-922c-405a-82ae-7db209cf59e4" providerId="ADAL" clId="{6F6F2C45-7778-4268-87AF-76D89C8CC517}" dt="2022-03-22T14:38:24.029" v="57" actId="1076"/>
          <ac:spMkLst>
            <pc:docMk/>
            <pc:sldMk cId="3611579196" sldId="297"/>
            <ac:spMk id="3" creationId="{C2EB96FC-4D83-492C-BBE8-D171C3B5F030}"/>
          </ac:spMkLst>
        </pc:spChg>
        <pc:spChg chg="add mod">
          <ac:chgData name="Harvey, Chris" userId="059c8d56-922c-405a-82ae-7db209cf59e4" providerId="ADAL" clId="{6F6F2C45-7778-4268-87AF-76D89C8CC517}" dt="2022-03-22T14:39:29.949" v="65" actId="2085"/>
          <ac:spMkLst>
            <pc:docMk/>
            <pc:sldMk cId="3611579196" sldId="297"/>
            <ac:spMk id="8" creationId="{C670185E-E2EB-49AA-B02C-DF1456F41B89}"/>
          </ac:spMkLst>
        </pc:spChg>
        <pc:grpChg chg="mod">
          <ac:chgData name="Harvey, Chris" userId="059c8d56-922c-405a-82ae-7db209cf59e4" providerId="ADAL" clId="{6F6F2C45-7778-4268-87AF-76D89C8CC517}" dt="2022-03-22T14:38:31.514" v="60" actId="167"/>
          <ac:grpSpMkLst>
            <pc:docMk/>
            <pc:sldMk cId="3611579196" sldId="297"/>
            <ac:grpSpMk id="4" creationId="{1E7F968C-985D-4EC7-82E9-9EF4840FCE61}"/>
          </ac:grpSpMkLst>
        </pc:grpChg>
        <pc:graphicFrameChg chg="add del mod">
          <ac:chgData name="Harvey, Chris" userId="059c8d56-922c-405a-82ae-7db209cf59e4" providerId="ADAL" clId="{6F6F2C45-7778-4268-87AF-76D89C8CC517}" dt="2022-03-22T14:39:08.553" v="62" actId="478"/>
          <ac:graphicFrameMkLst>
            <pc:docMk/>
            <pc:sldMk cId="3611579196" sldId="297"/>
            <ac:graphicFrameMk id="7" creationId="{00000000-0000-0000-0000-000000000000}"/>
          </ac:graphicFrameMkLst>
        </pc:graphicFrameChg>
        <pc:picChg chg="add del mod">
          <ac:chgData name="Harvey, Chris" userId="059c8d56-922c-405a-82ae-7db209cf59e4" providerId="ADAL" clId="{6F6F2C45-7778-4268-87AF-76D89C8CC517}" dt="2022-03-22T14:37:57.117" v="53" actId="478"/>
          <ac:picMkLst>
            <pc:docMk/>
            <pc:sldMk cId="3611579196" sldId="297"/>
            <ac:picMk id="9" creationId="{B8B712DC-22E4-4F7D-A513-C8AA060E76DC}"/>
          </ac:picMkLst>
        </pc:picChg>
        <pc:picChg chg="mod">
          <ac:chgData name="Harvey, Chris" userId="059c8d56-922c-405a-82ae-7db209cf59e4" providerId="ADAL" clId="{6F6F2C45-7778-4268-87AF-76D89C8CC517}" dt="2022-03-22T14:38:24.029" v="57" actId="1076"/>
          <ac:picMkLst>
            <pc:docMk/>
            <pc:sldMk cId="3611579196" sldId="297"/>
            <ac:picMk id="1026" creationId="{F94A5004-43BB-4CD3-A9FF-4CB7ED2A580B}"/>
          </ac:picMkLst>
        </pc:picChg>
      </pc:sldChg>
      <pc:sldChg chg="addSp delSp modSp add mod">
        <pc:chgData name="Harvey, Chris" userId="059c8d56-922c-405a-82ae-7db209cf59e4" providerId="ADAL" clId="{6F6F2C45-7778-4268-87AF-76D89C8CC517}" dt="2022-03-22T14:43:39.791" v="67" actId="478"/>
        <pc:sldMkLst>
          <pc:docMk/>
          <pc:sldMk cId="1896141116" sldId="481"/>
        </pc:sldMkLst>
        <pc:picChg chg="add del mod">
          <ac:chgData name="Harvey, Chris" userId="059c8d56-922c-405a-82ae-7db209cf59e4" providerId="ADAL" clId="{6F6F2C45-7778-4268-87AF-76D89C8CC517}" dt="2022-03-22T14:43:39.791" v="67" actId="478"/>
          <ac:picMkLst>
            <pc:docMk/>
            <pc:sldMk cId="1896141116" sldId="481"/>
            <ac:picMk id="7" creationId="{86898661-AFE5-4EB7-99E6-2697A37A3324}"/>
          </ac:picMkLst>
        </pc:picChg>
      </pc:sldChg>
      <pc:sldChg chg="addSp delSp modSp mod">
        <pc:chgData name="Harvey, Chris" userId="059c8d56-922c-405a-82ae-7db209cf59e4" providerId="ADAL" clId="{6F6F2C45-7778-4268-87AF-76D89C8CC517}" dt="2022-03-22T15:02:43.515" v="229" actId="1076"/>
        <pc:sldMkLst>
          <pc:docMk/>
          <pc:sldMk cId="4060567109" sldId="491"/>
        </pc:sldMkLst>
        <pc:spChg chg="mod">
          <ac:chgData name="Harvey, Chris" userId="059c8d56-922c-405a-82ae-7db209cf59e4" providerId="ADAL" clId="{6F6F2C45-7778-4268-87AF-76D89C8CC517}" dt="2022-03-22T15:02:37.720" v="228"/>
          <ac:spMkLst>
            <pc:docMk/>
            <pc:sldMk cId="4060567109" sldId="491"/>
            <ac:spMk id="9" creationId="{58316CD4-3B1B-458F-897C-7BBC96B05D1E}"/>
          </ac:spMkLst>
        </pc:spChg>
        <pc:spChg chg="mod">
          <ac:chgData name="Harvey, Chris" userId="059c8d56-922c-405a-82ae-7db209cf59e4" providerId="ADAL" clId="{6F6F2C45-7778-4268-87AF-76D89C8CC517}" dt="2022-03-22T15:02:37.720" v="228"/>
          <ac:spMkLst>
            <pc:docMk/>
            <pc:sldMk cId="4060567109" sldId="491"/>
            <ac:spMk id="10" creationId="{0413F9CB-450C-41DF-BF30-14E1951ACAF6}"/>
          </ac:spMkLst>
        </pc:spChg>
        <pc:spChg chg="mod">
          <ac:chgData name="Harvey, Chris" userId="059c8d56-922c-405a-82ae-7db209cf59e4" providerId="ADAL" clId="{6F6F2C45-7778-4268-87AF-76D89C8CC517}" dt="2022-03-22T15:02:37.720" v="228"/>
          <ac:spMkLst>
            <pc:docMk/>
            <pc:sldMk cId="4060567109" sldId="491"/>
            <ac:spMk id="11" creationId="{CEDC7547-DA4A-463B-A747-85D4514AC73B}"/>
          </ac:spMkLst>
        </pc:spChg>
        <pc:spChg chg="mod">
          <ac:chgData name="Harvey, Chris" userId="059c8d56-922c-405a-82ae-7db209cf59e4" providerId="ADAL" clId="{6F6F2C45-7778-4268-87AF-76D89C8CC517}" dt="2022-03-22T15:02:37.720" v="228"/>
          <ac:spMkLst>
            <pc:docMk/>
            <pc:sldMk cId="4060567109" sldId="491"/>
            <ac:spMk id="12" creationId="{5D3DB157-F0EE-477B-A6EB-22410E1A4A39}"/>
          </ac:spMkLst>
        </pc:spChg>
        <pc:spChg chg="mod">
          <ac:chgData name="Harvey, Chris" userId="059c8d56-922c-405a-82ae-7db209cf59e4" providerId="ADAL" clId="{6F6F2C45-7778-4268-87AF-76D89C8CC517}" dt="2022-03-22T15:02:37.720" v="228"/>
          <ac:spMkLst>
            <pc:docMk/>
            <pc:sldMk cId="4060567109" sldId="491"/>
            <ac:spMk id="13" creationId="{7A0A2041-2D7F-4F05-9360-6D520C7EBC67}"/>
          </ac:spMkLst>
        </pc:spChg>
        <pc:spChg chg="mod">
          <ac:chgData name="Harvey, Chris" userId="059c8d56-922c-405a-82ae-7db209cf59e4" providerId="ADAL" clId="{6F6F2C45-7778-4268-87AF-76D89C8CC517}" dt="2022-03-22T15:02:37.720" v="228"/>
          <ac:spMkLst>
            <pc:docMk/>
            <pc:sldMk cId="4060567109" sldId="491"/>
            <ac:spMk id="14" creationId="{C3EAE65D-97FF-425D-B1E1-7960D4D5E8E7}"/>
          </ac:spMkLst>
        </pc:spChg>
        <pc:spChg chg="mod">
          <ac:chgData name="Harvey, Chris" userId="059c8d56-922c-405a-82ae-7db209cf59e4" providerId="ADAL" clId="{6F6F2C45-7778-4268-87AF-76D89C8CC517}" dt="2022-03-22T15:02:37.720" v="228"/>
          <ac:spMkLst>
            <pc:docMk/>
            <pc:sldMk cId="4060567109" sldId="491"/>
            <ac:spMk id="15" creationId="{B1073B80-FA90-4C1B-BE71-2AE6545AA50A}"/>
          </ac:spMkLst>
        </pc:spChg>
        <pc:spChg chg="mod">
          <ac:chgData name="Harvey, Chris" userId="059c8d56-922c-405a-82ae-7db209cf59e4" providerId="ADAL" clId="{6F6F2C45-7778-4268-87AF-76D89C8CC517}" dt="2022-03-22T15:02:37.720" v="228"/>
          <ac:spMkLst>
            <pc:docMk/>
            <pc:sldMk cId="4060567109" sldId="491"/>
            <ac:spMk id="16" creationId="{9E6381F8-4379-4F34-8D25-B0C3B7352B8D}"/>
          </ac:spMkLst>
        </pc:spChg>
        <pc:grpChg chg="add mod">
          <ac:chgData name="Harvey, Chris" userId="059c8d56-922c-405a-82ae-7db209cf59e4" providerId="ADAL" clId="{6F6F2C45-7778-4268-87AF-76D89C8CC517}" dt="2022-03-22T15:02:43.515" v="229" actId="1076"/>
          <ac:grpSpMkLst>
            <pc:docMk/>
            <pc:sldMk cId="4060567109" sldId="491"/>
            <ac:grpSpMk id="8" creationId="{E3D8E63D-B3EC-4548-990E-AC63E077D336}"/>
          </ac:grpSpMkLst>
        </pc:grpChg>
        <pc:picChg chg="del mod">
          <ac:chgData name="Harvey, Chris" userId="059c8d56-922c-405a-82ae-7db209cf59e4" providerId="ADAL" clId="{6F6F2C45-7778-4268-87AF-76D89C8CC517}" dt="2022-03-22T15:02:36.746" v="227" actId="478"/>
          <ac:picMkLst>
            <pc:docMk/>
            <pc:sldMk cId="4060567109" sldId="491"/>
            <ac:picMk id="5" creationId="{3DB0ED53-1CDD-4403-A150-64B526CA4E84}"/>
          </ac:picMkLst>
        </pc:picChg>
      </pc:sldChg>
      <pc:sldChg chg="del">
        <pc:chgData name="Harvey, Chris" userId="059c8d56-922c-405a-82ae-7db209cf59e4" providerId="ADAL" clId="{6F6F2C45-7778-4268-87AF-76D89C8CC517}" dt="2022-03-22T15:04:43.062" v="233" actId="47"/>
        <pc:sldMkLst>
          <pc:docMk/>
          <pc:sldMk cId="3402041651" sldId="492"/>
        </pc:sldMkLst>
      </pc:sldChg>
      <pc:sldChg chg="modSp mod">
        <pc:chgData name="Harvey, Chris" userId="059c8d56-922c-405a-82ae-7db209cf59e4" providerId="ADAL" clId="{6F6F2C45-7778-4268-87AF-76D89C8CC517}" dt="2022-03-22T15:04:55.308" v="236" actId="6549"/>
        <pc:sldMkLst>
          <pc:docMk/>
          <pc:sldMk cId="2987347102" sldId="493"/>
        </pc:sldMkLst>
        <pc:spChg chg="mod">
          <ac:chgData name="Harvey, Chris" userId="059c8d56-922c-405a-82ae-7db209cf59e4" providerId="ADAL" clId="{6F6F2C45-7778-4268-87AF-76D89C8CC517}" dt="2022-03-22T15:04:55.308" v="236" actId="6549"/>
          <ac:spMkLst>
            <pc:docMk/>
            <pc:sldMk cId="2987347102" sldId="493"/>
            <ac:spMk id="3083" creationId="{00000000-0000-0000-0000-000000000000}"/>
          </ac:spMkLst>
        </pc:spChg>
      </pc:sldChg>
      <pc:sldChg chg="modSp mod modTransition modAnim">
        <pc:chgData name="Harvey, Chris" userId="059c8d56-922c-405a-82ae-7db209cf59e4" providerId="ADAL" clId="{6F6F2C45-7778-4268-87AF-76D89C8CC517}" dt="2022-03-22T14:21:40.461" v="29"/>
        <pc:sldMkLst>
          <pc:docMk/>
          <pc:sldMk cId="3828196570" sldId="494"/>
        </pc:sldMkLst>
        <pc:picChg chg="mod">
          <ac:chgData name="Harvey, Chris" userId="059c8d56-922c-405a-82ae-7db209cf59e4" providerId="ADAL" clId="{6F6F2C45-7778-4268-87AF-76D89C8CC517}" dt="2022-03-22T14:21:31.576" v="28" actId="207"/>
          <ac:picMkLst>
            <pc:docMk/>
            <pc:sldMk cId="3828196570" sldId="494"/>
            <ac:picMk id="13" creationId="{B2523E3B-490A-4CF7-990F-74B578BE3761}"/>
          </ac:picMkLst>
        </pc:picChg>
      </pc:sldChg>
      <pc:sldChg chg="add">
        <pc:chgData name="Harvey, Chris" userId="059c8d56-922c-405a-82ae-7db209cf59e4" providerId="ADAL" clId="{6F6F2C45-7778-4268-87AF-76D89C8CC517}" dt="2022-03-22T14:21:21.062" v="26" actId="2890"/>
        <pc:sldMkLst>
          <pc:docMk/>
          <pc:sldMk cId="2101443669" sldId="497"/>
        </pc:sldMkLst>
      </pc:sldChg>
      <pc:sldChg chg="add del">
        <pc:chgData name="Harvey, Chris" userId="059c8d56-922c-405a-82ae-7db209cf59e4" providerId="ADAL" clId="{6F6F2C45-7778-4268-87AF-76D89C8CC517}" dt="2022-03-22T14:34:52.854" v="48" actId="47"/>
        <pc:sldMkLst>
          <pc:docMk/>
          <pc:sldMk cId="413053436" sldId="498"/>
        </pc:sldMkLst>
      </pc:sldChg>
      <pc:sldChg chg="addSp delSp modSp new del mod">
        <pc:chgData name="Harvey, Chris" userId="059c8d56-922c-405a-82ae-7db209cf59e4" providerId="ADAL" clId="{6F6F2C45-7778-4268-87AF-76D89C8CC517}" dt="2022-03-22T15:02:48.728" v="230" actId="47"/>
        <pc:sldMkLst>
          <pc:docMk/>
          <pc:sldMk cId="2608250354" sldId="498"/>
        </pc:sldMkLst>
        <pc:spChg chg="add mod">
          <ac:chgData name="Harvey, Chris" userId="059c8d56-922c-405a-82ae-7db209cf59e4" providerId="ADAL" clId="{6F6F2C45-7778-4268-87AF-76D89C8CC517}" dt="2022-03-22T15:02:33.163" v="226" actId="164"/>
          <ac:spMkLst>
            <pc:docMk/>
            <pc:sldMk cId="2608250354" sldId="498"/>
            <ac:spMk id="3" creationId="{7CAAD2FC-B09B-4761-8263-1902E240DB06}"/>
          </ac:spMkLst>
        </pc:spChg>
        <pc:spChg chg="add mod">
          <ac:chgData name="Harvey, Chris" userId="059c8d56-922c-405a-82ae-7db209cf59e4" providerId="ADAL" clId="{6F6F2C45-7778-4268-87AF-76D89C8CC517}" dt="2022-03-22T15:02:33.163" v="226" actId="164"/>
          <ac:spMkLst>
            <pc:docMk/>
            <pc:sldMk cId="2608250354" sldId="498"/>
            <ac:spMk id="4" creationId="{F535C29C-B097-4BF2-8889-3120BDEE1399}"/>
          </ac:spMkLst>
        </pc:spChg>
        <pc:spChg chg="add mod">
          <ac:chgData name="Harvey, Chris" userId="059c8d56-922c-405a-82ae-7db209cf59e4" providerId="ADAL" clId="{6F6F2C45-7778-4268-87AF-76D89C8CC517}" dt="2022-03-22T15:02:33.163" v="226" actId="164"/>
          <ac:spMkLst>
            <pc:docMk/>
            <pc:sldMk cId="2608250354" sldId="498"/>
            <ac:spMk id="5" creationId="{9455CD0D-B281-4C76-A9D9-108D8A7F6095}"/>
          </ac:spMkLst>
        </pc:spChg>
        <pc:spChg chg="add mod">
          <ac:chgData name="Harvey, Chris" userId="059c8d56-922c-405a-82ae-7db209cf59e4" providerId="ADAL" clId="{6F6F2C45-7778-4268-87AF-76D89C8CC517}" dt="2022-03-22T15:02:33.163" v="226" actId="164"/>
          <ac:spMkLst>
            <pc:docMk/>
            <pc:sldMk cId="2608250354" sldId="498"/>
            <ac:spMk id="6" creationId="{0B39ABC7-C36E-45FF-8AA1-1B9B7A51AB8D}"/>
          </ac:spMkLst>
        </pc:spChg>
        <pc:spChg chg="add mod">
          <ac:chgData name="Harvey, Chris" userId="059c8d56-922c-405a-82ae-7db209cf59e4" providerId="ADAL" clId="{6F6F2C45-7778-4268-87AF-76D89C8CC517}" dt="2022-03-22T15:02:33.163" v="226" actId="164"/>
          <ac:spMkLst>
            <pc:docMk/>
            <pc:sldMk cId="2608250354" sldId="498"/>
            <ac:spMk id="7" creationId="{78AA9194-EF05-4058-BD11-50913FBDF78E}"/>
          </ac:spMkLst>
        </pc:spChg>
        <pc:spChg chg="add mod">
          <ac:chgData name="Harvey, Chris" userId="059c8d56-922c-405a-82ae-7db209cf59e4" providerId="ADAL" clId="{6F6F2C45-7778-4268-87AF-76D89C8CC517}" dt="2022-03-22T15:02:33.163" v="226" actId="164"/>
          <ac:spMkLst>
            <pc:docMk/>
            <pc:sldMk cId="2608250354" sldId="498"/>
            <ac:spMk id="8" creationId="{ABB42E6D-BFEF-4395-A260-E1EDBD89485F}"/>
          </ac:spMkLst>
        </pc:spChg>
        <pc:spChg chg="add mod">
          <ac:chgData name="Harvey, Chris" userId="059c8d56-922c-405a-82ae-7db209cf59e4" providerId="ADAL" clId="{6F6F2C45-7778-4268-87AF-76D89C8CC517}" dt="2022-03-22T15:02:33.163" v="226" actId="164"/>
          <ac:spMkLst>
            <pc:docMk/>
            <pc:sldMk cId="2608250354" sldId="498"/>
            <ac:spMk id="9" creationId="{A18DC7E5-FB6F-4F22-BFD9-8E3E1DA9B1A7}"/>
          </ac:spMkLst>
        </pc:spChg>
        <pc:spChg chg="add mod">
          <ac:chgData name="Harvey, Chris" userId="059c8d56-922c-405a-82ae-7db209cf59e4" providerId="ADAL" clId="{6F6F2C45-7778-4268-87AF-76D89C8CC517}" dt="2022-03-22T15:02:33.163" v="226" actId="164"/>
          <ac:spMkLst>
            <pc:docMk/>
            <pc:sldMk cId="2608250354" sldId="498"/>
            <ac:spMk id="10" creationId="{21705D84-22EB-4A93-B67B-FC8EAD4C49D6}"/>
          </ac:spMkLst>
        </pc:spChg>
        <pc:grpChg chg="add mod">
          <ac:chgData name="Harvey, Chris" userId="059c8d56-922c-405a-82ae-7db209cf59e4" providerId="ADAL" clId="{6F6F2C45-7778-4268-87AF-76D89C8CC517}" dt="2022-03-22T15:02:33.163" v="226" actId="164"/>
          <ac:grpSpMkLst>
            <pc:docMk/>
            <pc:sldMk cId="2608250354" sldId="498"/>
            <ac:grpSpMk id="11" creationId="{8605121F-6CE7-4649-B100-57587B5C4D83}"/>
          </ac:grpSpMkLst>
        </pc:grpChg>
        <pc:picChg chg="add del mod">
          <ac:chgData name="Harvey, Chris" userId="059c8d56-922c-405a-82ae-7db209cf59e4" providerId="ADAL" clId="{6F6F2C45-7778-4268-87AF-76D89C8CC517}" dt="2022-03-22T15:02:08.891" v="222" actId="478"/>
          <ac:picMkLst>
            <pc:docMk/>
            <pc:sldMk cId="2608250354" sldId="498"/>
            <ac:picMk id="2" creationId="{F97160A3-40B5-417E-8D92-C8B09F822FF0}"/>
          </ac:picMkLst>
        </pc:picChg>
      </pc:sldChg>
    </pc:docChg>
  </pc:docChgLst>
  <pc:docChgLst>
    <pc:chgData name="Harvey, Chris" userId="059c8d56-922c-405a-82ae-7db209cf59e4" providerId="ADAL" clId="{F06ED088-B3AE-479C-AC3B-21DC1295D0F2}"/>
    <pc:docChg chg="custSel addSld delSld modSld modSection modNotesMaster modHandout">
      <pc:chgData name="Harvey, Chris" userId="059c8d56-922c-405a-82ae-7db209cf59e4" providerId="ADAL" clId="{F06ED088-B3AE-479C-AC3B-21DC1295D0F2}" dt="2021-12-03T14:38:50.222" v="173" actId="47"/>
      <pc:docMkLst>
        <pc:docMk/>
      </pc:docMkLst>
      <pc:sldChg chg="modSp mod">
        <pc:chgData name="Harvey, Chris" userId="059c8d56-922c-405a-82ae-7db209cf59e4" providerId="ADAL" clId="{F06ED088-B3AE-479C-AC3B-21DC1295D0F2}" dt="2021-11-29T08:21:48.614" v="11" actId="20577"/>
        <pc:sldMkLst>
          <pc:docMk/>
          <pc:sldMk cId="1739172008" sldId="258"/>
        </pc:sldMkLst>
        <pc:spChg chg="mod">
          <ac:chgData name="Harvey, Chris" userId="059c8d56-922c-405a-82ae-7db209cf59e4" providerId="ADAL" clId="{F06ED088-B3AE-479C-AC3B-21DC1295D0F2}" dt="2021-11-29T08:21:48.614" v="11" actId="20577"/>
          <ac:spMkLst>
            <pc:docMk/>
            <pc:sldMk cId="1739172008" sldId="258"/>
            <ac:spMk id="11" creationId="{959D995F-3739-445F-89C7-6F3E9CB06ABD}"/>
          </ac:spMkLst>
        </pc:spChg>
      </pc:sldChg>
      <pc:sldChg chg="del">
        <pc:chgData name="Harvey, Chris" userId="059c8d56-922c-405a-82ae-7db209cf59e4" providerId="ADAL" clId="{F06ED088-B3AE-479C-AC3B-21DC1295D0F2}" dt="2021-11-30T08:08:10.571" v="117" actId="2696"/>
        <pc:sldMkLst>
          <pc:docMk/>
          <pc:sldMk cId="1176556977" sldId="261"/>
        </pc:sldMkLst>
      </pc:sldChg>
      <pc:sldChg chg="del modNotes">
        <pc:chgData name="Harvey, Chris" userId="059c8d56-922c-405a-82ae-7db209cf59e4" providerId="ADAL" clId="{F06ED088-B3AE-479C-AC3B-21DC1295D0F2}" dt="2021-12-03T14:38:50.222" v="173" actId="47"/>
        <pc:sldMkLst>
          <pc:docMk/>
          <pc:sldMk cId="2914545223" sldId="274"/>
        </pc:sldMkLst>
      </pc:sldChg>
      <pc:sldChg chg="del">
        <pc:chgData name="Harvey, Chris" userId="059c8d56-922c-405a-82ae-7db209cf59e4" providerId="ADAL" clId="{F06ED088-B3AE-479C-AC3B-21DC1295D0F2}" dt="2021-11-29T08:29:10.117" v="66" actId="47"/>
        <pc:sldMkLst>
          <pc:docMk/>
          <pc:sldMk cId="1520889625" sldId="282"/>
        </pc:sldMkLst>
      </pc:sldChg>
      <pc:sldChg chg="del">
        <pc:chgData name="Harvey, Chris" userId="059c8d56-922c-405a-82ae-7db209cf59e4" providerId="ADAL" clId="{F06ED088-B3AE-479C-AC3B-21DC1295D0F2}" dt="2021-11-29T08:29:28.045" v="68" actId="47"/>
        <pc:sldMkLst>
          <pc:docMk/>
          <pc:sldMk cId="2509585704" sldId="284"/>
        </pc:sldMkLst>
      </pc:sldChg>
      <pc:sldChg chg="del">
        <pc:chgData name="Harvey, Chris" userId="059c8d56-922c-405a-82ae-7db209cf59e4" providerId="ADAL" clId="{F06ED088-B3AE-479C-AC3B-21DC1295D0F2}" dt="2021-11-29T08:29:32.420" v="69" actId="47"/>
        <pc:sldMkLst>
          <pc:docMk/>
          <pc:sldMk cId="3571377288" sldId="285"/>
        </pc:sldMkLst>
      </pc:sldChg>
      <pc:sldChg chg="del">
        <pc:chgData name="Harvey, Chris" userId="059c8d56-922c-405a-82ae-7db209cf59e4" providerId="ADAL" clId="{F06ED088-B3AE-479C-AC3B-21DC1295D0F2}" dt="2021-11-29T08:29:32.420" v="69" actId="47"/>
        <pc:sldMkLst>
          <pc:docMk/>
          <pc:sldMk cId="1592734598" sldId="286"/>
        </pc:sldMkLst>
      </pc:sldChg>
      <pc:sldChg chg="del">
        <pc:chgData name="Harvey, Chris" userId="059c8d56-922c-405a-82ae-7db209cf59e4" providerId="ADAL" clId="{F06ED088-B3AE-479C-AC3B-21DC1295D0F2}" dt="2021-11-29T08:29:32.420" v="69" actId="47"/>
        <pc:sldMkLst>
          <pc:docMk/>
          <pc:sldMk cId="1964900199" sldId="287"/>
        </pc:sldMkLst>
      </pc:sldChg>
      <pc:sldChg chg="del">
        <pc:chgData name="Harvey, Chris" userId="059c8d56-922c-405a-82ae-7db209cf59e4" providerId="ADAL" clId="{F06ED088-B3AE-479C-AC3B-21DC1295D0F2}" dt="2021-11-30T08:08:10.571" v="117" actId="2696"/>
        <pc:sldMkLst>
          <pc:docMk/>
          <pc:sldMk cId="2590437952" sldId="292"/>
        </pc:sldMkLst>
      </pc:sldChg>
      <pc:sldChg chg="del">
        <pc:chgData name="Harvey, Chris" userId="059c8d56-922c-405a-82ae-7db209cf59e4" providerId="ADAL" clId="{F06ED088-B3AE-479C-AC3B-21DC1295D0F2}" dt="2021-11-30T08:08:10.571" v="117" actId="2696"/>
        <pc:sldMkLst>
          <pc:docMk/>
          <pc:sldMk cId="2120471685" sldId="293"/>
        </pc:sldMkLst>
      </pc:sldChg>
      <pc:sldChg chg="del">
        <pc:chgData name="Harvey, Chris" userId="059c8d56-922c-405a-82ae-7db209cf59e4" providerId="ADAL" clId="{F06ED088-B3AE-479C-AC3B-21DC1295D0F2}" dt="2021-11-30T08:08:10.571" v="117" actId="2696"/>
        <pc:sldMkLst>
          <pc:docMk/>
          <pc:sldMk cId="3674629963" sldId="294"/>
        </pc:sldMkLst>
      </pc:sldChg>
      <pc:sldChg chg="del mod modShow">
        <pc:chgData name="Harvey, Chris" userId="059c8d56-922c-405a-82ae-7db209cf59e4" providerId="ADAL" clId="{F06ED088-B3AE-479C-AC3B-21DC1295D0F2}" dt="2021-11-30T08:08:10.571" v="117" actId="2696"/>
        <pc:sldMkLst>
          <pc:docMk/>
          <pc:sldMk cId="1094808815" sldId="295"/>
        </pc:sldMkLst>
      </pc:sldChg>
      <pc:sldChg chg="del">
        <pc:chgData name="Harvey, Chris" userId="059c8d56-922c-405a-82ae-7db209cf59e4" providerId="ADAL" clId="{F06ED088-B3AE-479C-AC3B-21DC1295D0F2}" dt="2021-11-30T08:08:10.571" v="117" actId="2696"/>
        <pc:sldMkLst>
          <pc:docMk/>
          <pc:sldMk cId="4059066717" sldId="296"/>
        </pc:sldMkLst>
      </pc:sldChg>
      <pc:sldChg chg="del">
        <pc:chgData name="Harvey, Chris" userId="059c8d56-922c-405a-82ae-7db209cf59e4" providerId="ADAL" clId="{F06ED088-B3AE-479C-AC3B-21DC1295D0F2}" dt="2021-11-30T08:08:10.571" v="117" actId="2696"/>
        <pc:sldMkLst>
          <pc:docMk/>
          <pc:sldMk cId="3611579196" sldId="297"/>
        </pc:sldMkLst>
      </pc:sldChg>
      <pc:sldChg chg="del">
        <pc:chgData name="Harvey, Chris" userId="059c8d56-922c-405a-82ae-7db209cf59e4" providerId="ADAL" clId="{F06ED088-B3AE-479C-AC3B-21DC1295D0F2}" dt="2021-11-29T08:31:03.469" v="74" actId="47"/>
        <pc:sldMkLst>
          <pc:docMk/>
          <pc:sldMk cId="1125890381" sldId="403"/>
        </pc:sldMkLst>
      </pc:sldChg>
      <pc:sldChg chg="del">
        <pc:chgData name="Harvey, Chris" userId="059c8d56-922c-405a-82ae-7db209cf59e4" providerId="ADAL" clId="{F06ED088-B3AE-479C-AC3B-21DC1295D0F2}" dt="2021-11-29T08:31:03.469" v="74" actId="47"/>
        <pc:sldMkLst>
          <pc:docMk/>
          <pc:sldMk cId="1267044399" sldId="404"/>
        </pc:sldMkLst>
      </pc:sldChg>
      <pc:sldChg chg="del">
        <pc:chgData name="Harvey, Chris" userId="059c8d56-922c-405a-82ae-7db209cf59e4" providerId="ADAL" clId="{F06ED088-B3AE-479C-AC3B-21DC1295D0F2}" dt="2021-11-29T08:31:03.469" v="74" actId="47"/>
        <pc:sldMkLst>
          <pc:docMk/>
          <pc:sldMk cId="214150576" sldId="405"/>
        </pc:sldMkLst>
      </pc:sldChg>
      <pc:sldChg chg="addSp delSp modSp del mod modNotes">
        <pc:chgData name="Harvey, Chris" userId="059c8d56-922c-405a-82ae-7db209cf59e4" providerId="ADAL" clId="{F06ED088-B3AE-479C-AC3B-21DC1295D0F2}" dt="2021-12-03T14:38:02.480" v="159" actId="47"/>
        <pc:sldMkLst>
          <pc:docMk/>
          <pc:sldMk cId="0" sldId="465"/>
        </pc:sldMkLst>
        <pc:spChg chg="add del mod">
          <ac:chgData name="Harvey, Chris" userId="059c8d56-922c-405a-82ae-7db209cf59e4" providerId="ADAL" clId="{F06ED088-B3AE-479C-AC3B-21DC1295D0F2}" dt="2021-11-29T08:31:08.252" v="75" actId="478"/>
          <ac:spMkLst>
            <pc:docMk/>
            <pc:sldMk cId="0" sldId="465"/>
            <ac:spMk id="3" creationId="{2E0DC31E-9AE4-4E8D-88C1-C93FE365A206}"/>
          </ac:spMkLst>
        </pc:spChg>
        <pc:spChg chg="add del mod">
          <ac:chgData name="Harvey, Chris" userId="059c8d56-922c-405a-82ae-7db209cf59e4" providerId="ADAL" clId="{F06ED088-B3AE-479C-AC3B-21DC1295D0F2}" dt="2021-12-03T13:43:20.942" v="118" actId="478"/>
          <ac:spMkLst>
            <pc:docMk/>
            <pc:sldMk cId="0" sldId="465"/>
            <ac:spMk id="6" creationId="{3C03A3F9-AEEC-47A7-881A-393B52C07608}"/>
          </ac:spMkLst>
        </pc:spChg>
        <pc:picChg chg="add del">
          <ac:chgData name="Harvey, Chris" userId="059c8d56-922c-405a-82ae-7db209cf59e4" providerId="ADAL" clId="{F06ED088-B3AE-479C-AC3B-21DC1295D0F2}" dt="2021-11-29T08:31:48.826" v="115" actId="478"/>
          <ac:picMkLst>
            <pc:docMk/>
            <pc:sldMk cId="0" sldId="465"/>
            <ac:picMk id="5" creationId="{183BFC77-9C50-4AA3-8532-BD073D1583D4}"/>
          </ac:picMkLst>
        </pc:picChg>
      </pc:sldChg>
      <pc:sldChg chg="del mod modShow">
        <pc:chgData name="Harvey, Chris" userId="059c8d56-922c-405a-82ae-7db209cf59e4" providerId="ADAL" clId="{F06ED088-B3AE-479C-AC3B-21DC1295D0F2}" dt="2021-11-29T08:30:56.900" v="73" actId="47"/>
        <pc:sldMkLst>
          <pc:docMk/>
          <pc:sldMk cId="862004670" sldId="479"/>
        </pc:sldMkLst>
      </pc:sldChg>
      <pc:sldChg chg="del">
        <pc:chgData name="Harvey, Chris" userId="059c8d56-922c-405a-82ae-7db209cf59e4" providerId="ADAL" clId="{F06ED088-B3AE-479C-AC3B-21DC1295D0F2}" dt="2021-11-30T08:08:10.571" v="117" actId="2696"/>
        <pc:sldMkLst>
          <pc:docMk/>
          <pc:sldMk cId="1896141116" sldId="481"/>
        </pc:sldMkLst>
      </pc:sldChg>
      <pc:sldChg chg="del">
        <pc:chgData name="Harvey, Chris" userId="059c8d56-922c-405a-82ae-7db209cf59e4" providerId="ADAL" clId="{F06ED088-B3AE-479C-AC3B-21DC1295D0F2}" dt="2021-11-29T08:31:03.469" v="74" actId="47"/>
        <pc:sldMkLst>
          <pc:docMk/>
          <pc:sldMk cId="1110061206" sldId="484"/>
        </pc:sldMkLst>
      </pc:sldChg>
      <pc:sldChg chg="del">
        <pc:chgData name="Harvey, Chris" userId="059c8d56-922c-405a-82ae-7db209cf59e4" providerId="ADAL" clId="{F06ED088-B3AE-479C-AC3B-21DC1295D0F2}" dt="2021-11-29T08:31:03.469" v="74" actId="47"/>
        <pc:sldMkLst>
          <pc:docMk/>
          <pc:sldMk cId="4153768807" sldId="485"/>
        </pc:sldMkLst>
      </pc:sldChg>
      <pc:sldChg chg="del">
        <pc:chgData name="Harvey, Chris" userId="059c8d56-922c-405a-82ae-7db209cf59e4" providerId="ADAL" clId="{F06ED088-B3AE-479C-AC3B-21DC1295D0F2}" dt="2021-11-29T08:30:31.958" v="71" actId="2696"/>
        <pc:sldMkLst>
          <pc:docMk/>
          <pc:sldMk cId="778329859" sldId="486"/>
        </pc:sldMkLst>
      </pc:sldChg>
      <pc:sldChg chg="add">
        <pc:chgData name="Harvey, Chris" userId="059c8d56-922c-405a-82ae-7db209cf59e4" providerId="ADAL" clId="{F06ED088-B3AE-479C-AC3B-21DC1295D0F2}" dt="2021-11-29T08:30:42.388" v="72"/>
        <pc:sldMkLst>
          <pc:docMk/>
          <pc:sldMk cId="3790369573" sldId="486"/>
        </pc:sldMkLst>
      </pc:sldChg>
      <pc:sldChg chg="add">
        <pc:chgData name="Harvey, Chris" userId="059c8d56-922c-405a-82ae-7db209cf59e4" providerId="ADAL" clId="{F06ED088-B3AE-479C-AC3B-21DC1295D0F2}" dt="2021-11-29T08:30:42.388" v="72"/>
        <pc:sldMkLst>
          <pc:docMk/>
          <pc:sldMk cId="2157872442" sldId="487"/>
        </pc:sldMkLst>
      </pc:sldChg>
      <pc:sldChg chg="del">
        <pc:chgData name="Harvey, Chris" userId="059c8d56-922c-405a-82ae-7db209cf59e4" providerId="ADAL" clId="{F06ED088-B3AE-479C-AC3B-21DC1295D0F2}" dt="2021-11-29T08:30:31.958" v="71" actId="2696"/>
        <pc:sldMkLst>
          <pc:docMk/>
          <pc:sldMk cId="3857498802" sldId="487"/>
        </pc:sldMkLst>
      </pc:sldChg>
      <pc:sldChg chg="add">
        <pc:chgData name="Harvey, Chris" userId="059c8d56-922c-405a-82ae-7db209cf59e4" providerId="ADAL" clId="{F06ED088-B3AE-479C-AC3B-21DC1295D0F2}" dt="2021-11-29T08:30:42.388" v="72"/>
        <pc:sldMkLst>
          <pc:docMk/>
          <pc:sldMk cId="904904361" sldId="488"/>
        </pc:sldMkLst>
      </pc:sldChg>
      <pc:sldChg chg="del">
        <pc:chgData name="Harvey, Chris" userId="059c8d56-922c-405a-82ae-7db209cf59e4" providerId="ADAL" clId="{F06ED088-B3AE-479C-AC3B-21DC1295D0F2}" dt="2021-11-29T08:30:31.958" v="71" actId="2696"/>
        <pc:sldMkLst>
          <pc:docMk/>
          <pc:sldMk cId="3553533283" sldId="488"/>
        </pc:sldMkLst>
      </pc:sldChg>
      <pc:sldChg chg="modSp add">
        <pc:chgData name="Harvey, Chris" userId="059c8d56-922c-405a-82ae-7db209cf59e4" providerId="ADAL" clId="{F06ED088-B3AE-479C-AC3B-21DC1295D0F2}" dt="2021-12-03T13:45:35.550" v="123" actId="207"/>
        <pc:sldMkLst>
          <pc:docMk/>
          <pc:sldMk cId="3191235217" sldId="489"/>
        </pc:sldMkLst>
        <pc:graphicFrameChg chg="mod">
          <ac:chgData name="Harvey, Chris" userId="059c8d56-922c-405a-82ae-7db209cf59e4" providerId="ADAL" clId="{F06ED088-B3AE-479C-AC3B-21DC1295D0F2}" dt="2021-12-03T13:45:35.550" v="123" actId="207"/>
          <ac:graphicFrameMkLst>
            <pc:docMk/>
            <pc:sldMk cId="3191235217" sldId="489"/>
            <ac:graphicFrameMk id="2" creationId="{AF364E1F-F9BA-44C3-BAB5-390CF987237E}"/>
          </ac:graphicFrameMkLst>
        </pc:graphicFrameChg>
      </pc:sldChg>
      <pc:sldChg chg="addSp delSp modSp add mod">
        <pc:chgData name="Harvey, Chris" userId="059c8d56-922c-405a-82ae-7db209cf59e4" providerId="ADAL" clId="{F06ED088-B3AE-479C-AC3B-21DC1295D0F2}" dt="2021-12-03T13:45:25.502" v="121" actId="478"/>
        <pc:sldMkLst>
          <pc:docMk/>
          <pc:sldMk cId="2298842926" sldId="490"/>
        </pc:sldMkLst>
        <pc:spChg chg="add del mod">
          <ac:chgData name="Harvey, Chris" userId="059c8d56-922c-405a-82ae-7db209cf59e4" providerId="ADAL" clId="{F06ED088-B3AE-479C-AC3B-21DC1295D0F2}" dt="2021-12-03T13:45:25.502" v="121" actId="478"/>
          <ac:spMkLst>
            <pc:docMk/>
            <pc:sldMk cId="2298842926" sldId="490"/>
            <ac:spMk id="4" creationId="{6BBFE6C3-2730-4954-945B-9790E8DF00A4}"/>
          </ac:spMkLst>
        </pc:spChg>
      </pc:sldChg>
      <pc:sldChg chg="addSp delSp modSp add mod">
        <pc:chgData name="Harvey, Chris" userId="059c8d56-922c-405a-82ae-7db209cf59e4" providerId="ADAL" clId="{F06ED088-B3AE-479C-AC3B-21DC1295D0F2}" dt="2021-12-03T13:46:14.534" v="126" actId="478"/>
        <pc:sldMkLst>
          <pc:docMk/>
          <pc:sldMk cId="4060567109" sldId="491"/>
        </pc:sldMkLst>
        <pc:spChg chg="add del mod">
          <ac:chgData name="Harvey, Chris" userId="059c8d56-922c-405a-82ae-7db209cf59e4" providerId="ADAL" clId="{F06ED088-B3AE-479C-AC3B-21DC1295D0F2}" dt="2021-12-03T13:46:14.534" v="126" actId="478"/>
          <ac:spMkLst>
            <pc:docMk/>
            <pc:sldMk cId="4060567109" sldId="491"/>
            <ac:spMk id="2" creationId="{BE242CA4-1065-4AFD-AA4B-A6A61FD3AD19}"/>
          </ac:spMkLst>
        </pc:spChg>
      </pc:sldChg>
      <pc:sldChg chg="add">
        <pc:chgData name="Harvey, Chris" userId="059c8d56-922c-405a-82ae-7db209cf59e4" providerId="ADAL" clId="{F06ED088-B3AE-479C-AC3B-21DC1295D0F2}" dt="2021-11-29T08:29:07.840" v="65"/>
        <pc:sldMkLst>
          <pc:docMk/>
          <pc:sldMk cId="3402041651" sldId="492"/>
        </pc:sldMkLst>
      </pc:sldChg>
      <pc:sldChg chg="add">
        <pc:chgData name="Harvey, Chris" userId="059c8d56-922c-405a-82ae-7db209cf59e4" providerId="ADAL" clId="{F06ED088-B3AE-479C-AC3B-21DC1295D0F2}" dt="2021-11-29T08:29:25.537" v="67"/>
        <pc:sldMkLst>
          <pc:docMk/>
          <pc:sldMk cId="2987347102" sldId="493"/>
        </pc:sldMkLst>
      </pc:sldChg>
      <pc:sldChg chg="add">
        <pc:chgData name="Harvey, Chris" userId="059c8d56-922c-405a-82ae-7db209cf59e4" providerId="ADAL" clId="{F06ED088-B3AE-479C-AC3B-21DC1295D0F2}" dt="2021-11-29T08:30:25.729" v="70"/>
        <pc:sldMkLst>
          <pc:docMk/>
          <pc:sldMk cId="3828196570" sldId="494"/>
        </pc:sldMkLst>
      </pc:sldChg>
      <pc:sldChg chg="modSp new mod">
        <pc:chgData name="Harvey, Chris" userId="059c8d56-922c-405a-82ae-7db209cf59e4" providerId="ADAL" clId="{F06ED088-B3AE-479C-AC3B-21DC1295D0F2}" dt="2021-12-03T14:38:00.787" v="158" actId="20577"/>
        <pc:sldMkLst>
          <pc:docMk/>
          <pc:sldMk cId="1181266925" sldId="495"/>
        </pc:sldMkLst>
        <pc:spChg chg="mod">
          <ac:chgData name="Harvey, Chris" userId="059c8d56-922c-405a-82ae-7db209cf59e4" providerId="ADAL" clId="{F06ED088-B3AE-479C-AC3B-21DC1295D0F2}" dt="2021-12-03T14:37:55.722" v="143" actId="20577"/>
          <ac:spMkLst>
            <pc:docMk/>
            <pc:sldMk cId="1181266925" sldId="495"/>
            <ac:spMk id="2" creationId="{BB084803-CB0D-4E8B-A258-1C88B9DE25BA}"/>
          </ac:spMkLst>
        </pc:spChg>
        <pc:spChg chg="mod">
          <ac:chgData name="Harvey, Chris" userId="059c8d56-922c-405a-82ae-7db209cf59e4" providerId="ADAL" clId="{F06ED088-B3AE-479C-AC3B-21DC1295D0F2}" dt="2021-12-03T14:38:00.787" v="158" actId="20577"/>
          <ac:spMkLst>
            <pc:docMk/>
            <pc:sldMk cId="1181266925" sldId="495"/>
            <ac:spMk id="3" creationId="{EF9F2EBF-B91D-47DE-9EC9-569CEE9583A0}"/>
          </ac:spMkLst>
        </pc:spChg>
      </pc:sldChg>
      <pc:sldChg chg="addSp delSp modSp new mod modNotesTx">
        <pc:chgData name="Harvey, Chris" userId="059c8d56-922c-405a-82ae-7db209cf59e4" providerId="ADAL" clId="{F06ED088-B3AE-479C-AC3B-21DC1295D0F2}" dt="2021-12-03T14:38:47.536" v="172"/>
        <pc:sldMkLst>
          <pc:docMk/>
          <pc:sldMk cId="2805484378" sldId="496"/>
        </pc:sldMkLst>
        <pc:spChg chg="mod">
          <ac:chgData name="Harvey, Chris" userId="059c8d56-922c-405a-82ae-7db209cf59e4" providerId="ADAL" clId="{F06ED088-B3AE-479C-AC3B-21DC1295D0F2}" dt="2021-12-03T14:38:41.705" v="171" actId="20577"/>
          <ac:spMkLst>
            <pc:docMk/>
            <pc:sldMk cId="2805484378" sldId="496"/>
            <ac:spMk id="2" creationId="{86F6ECC8-7B09-410F-8B46-B7112991267E}"/>
          </ac:spMkLst>
        </pc:spChg>
        <pc:spChg chg="del">
          <ac:chgData name="Harvey, Chris" userId="059c8d56-922c-405a-82ae-7db209cf59e4" providerId="ADAL" clId="{F06ED088-B3AE-479C-AC3B-21DC1295D0F2}" dt="2021-12-03T14:38:36.514" v="161" actId="478"/>
          <ac:spMkLst>
            <pc:docMk/>
            <pc:sldMk cId="2805484378" sldId="496"/>
            <ac:spMk id="3" creationId="{5A333F01-7611-4835-B630-9C7F5DF649D2}"/>
          </ac:spMkLst>
        </pc:spChg>
        <pc:spChg chg="add mod">
          <ac:chgData name="Harvey, Chris" userId="059c8d56-922c-405a-82ae-7db209cf59e4" providerId="ADAL" clId="{F06ED088-B3AE-479C-AC3B-21DC1295D0F2}" dt="2021-12-03T14:38:36.901" v="162"/>
          <ac:spMkLst>
            <pc:docMk/>
            <pc:sldMk cId="2805484378" sldId="496"/>
            <ac:spMk id="5" creationId="{34FD6265-2188-482C-BF92-6DD4ADF7AFC8}"/>
          </ac:spMkLst>
        </pc:spChg>
        <pc:picChg chg="add mod">
          <ac:chgData name="Harvey, Chris" userId="059c8d56-922c-405a-82ae-7db209cf59e4" providerId="ADAL" clId="{F06ED088-B3AE-479C-AC3B-21DC1295D0F2}" dt="2021-12-03T14:38:36.901" v="162"/>
          <ac:picMkLst>
            <pc:docMk/>
            <pc:sldMk cId="2805484378" sldId="496"/>
            <ac:picMk id="6" creationId="{10C5B09F-4B36-4F1E-8DB7-082A0A199D61}"/>
          </ac:picMkLst>
        </pc:picChg>
        <pc:picChg chg="add mod">
          <ac:chgData name="Harvey, Chris" userId="059c8d56-922c-405a-82ae-7db209cf59e4" providerId="ADAL" clId="{F06ED088-B3AE-479C-AC3B-21DC1295D0F2}" dt="2021-12-03T14:38:36.901" v="162"/>
          <ac:picMkLst>
            <pc:docMk/>
            <pc:sldMk cId="2805484378" sldId="496"/>
            <ac:picMk id="7" creationId="{17B61179-4AF4-40C5-B652-3C3EC4FA4DAB}"/>
          </ac:picMkLst>
        </pc:picChg>
      </pc:sldChg>
    </pc:docChg>
  </pc:docChgLst>
  <pc:docChgLst>
    <pc:chgData name="Harvey, Chris" userId="059c8d56-922c-405a-82ae-7db209cf59e4" providerId="ADAL" clId="{34C5717C-7B09-484E-B11A-46B123B2E7D2}"/>
    <pc:docChg chg="undo custSel modSld delSection">
      <pc:chgData name="Harvey, Chris" userId="059c8d56-922c-405a-82ae-7db209cf59e4" providerId="ADAL" clId="{34C5717C-7B09-484E-B11A-46B123B2E7D2}" dt="2022-05-09T16:29:09.318" v="7" actId="17851"/>
      <pc:docMkLst>
        <pc:docMk/>
      </pc:docMkLst>
      <pc:sldChg chg="modSp mod">
        <pc:chgData name="Harvey, Chris" userId="059c8d56-922c-405a-82ae-7db209cf59e4" providerId="ADAL" clId="{34C5717C-7B09-484E-B11A-46B123B2E7D2}" dt="2022-05-09T16:28:42.392" v="6" actId="207"/>
        <pc:sldMkLst>
          <pc:docMk/>
          <pc:sldMk cId="4060567109" sldId="491"/>
        </pc:sldMkLst>
        <pc:spChg chg="mod">
          <ac:chgData name="Harvey, Chris" userId="059c8d56-922c-405a-82ae-7db209cf59e4" providerId="ADAL" clId="{34C5717C-7B09-484E-B11A-46B123B2E7D2}" dt="2022-05-09T16:28:10.832" v="2" actId="208"/>
          <ac:spMkLst>
            <pc:docMk/>
            <pc:sldMk cId="4060567109" sldId="491"/>
            <ac:spMk id="10" creationId="{0413F9CB-450C-41DF-BF30-14E1951ACAF6}"/>
          </ac:spMkLst>
        </pc:spChg>
        <pc:spChg chg="mod">
          <ac:chgData name="Harvey, Chris" userId="059c8d56-922c-405a-82ae-7db209cf59e4" providerId="ADAL" clId="{34C5717C-7B09-484E-B11A-46B123B2E7D2}" dt="2022-05-09T16:28:42.392" v="6" actId="207"/>
          <ac:spMkLst>
            <pc:docMk/>
            <pc:sldMk cId="4060567109" sldId="491"/>
            <ac:spMk id="11" creationId="{CEDC7547-DA4A-463B-A747-85D4514AC73B}"/>
          </ac:spMkLst>
        </pc:spChg>
        <pc:spChg chg="mod">
          <ac:chgData name="Harvey, Chris" userId="059c8d56-922c-405a-82ae-7db209cf59e4" providerId="ADAL" clId="{34C5717C-7B09-484E-B11A-46B123B2E7D2}" dt="2022-05-09T16:28:42.392" v="6" actId="207"/>
          <ac:spMkLst>
            <pc:docMk/>
            <pc:sldMk cId="4060567109" sldId="491"/>
            <ac:spMk id="12" creationId="{5D3DB157-F0EE-477B-A6EB-22410E1A4A39}"/>
          </ac:spMkLst>
        </pc:spChg>
        <pc:spChg chg="mod">
          <ac:chgData name="Harvey, Chris" userId="059c8d56-922c-405a-82ae-7db209cf59e4" providerId="ADAL" clId="{34C5717C-7B09-484E-B11A-46B123B2E7D2}" dt="2022-05-09T16:28:42.392" v="6" actId="207"/>
          <ac:spMkLst>
            <pc:docMk/>
            <pc:sldMk cId="4060567109" sldId="491"/>
            <ac:spMk id="13" creationId="{7A0A2041-2D7F-4F05-9360-6D520C7EBC67}"/>
          </ac:spMkLst>
        </pc:spChg>
        <pc:spChg chg="mod">
          <ac:chgData name="Harvey, Chris" userId="059c8d56-922c-405a-82ae-7db209cf59e4" providerId="ADAL" clId="{34C5717C-7B09-484E-B11A-46B123B2E7D2}" dt="2022-05-09T16:28:42.392" v="6" actId="207"/>
          <ac:spMkLst>
            <pc:docMk/>
            <pc:sldMk cId="4060567109" sldId="491"/>
            <ac:spMk id="14" creationId="{C3EAE65D-97FF-425D-B1E1-7960D4D5E8E7}"/>
          </ac:spMkLst>
        </pc:spChg>
        <pc:spChg chg="mod">
          <ac:chgData name="Harvey, Chris" userId="059c8d56-922c-405a-82ae-7db209cf59e4" providerId="ADAL" clId="{34C5717C-7B09-484E-B11A-46B123B2E7D2}" dt="2022-05-09T16:28:42.392" v="6" actId="207"/>
          <ac:spMkLst>
            <pc:docMk/>
            <pc:sldMk cId="4060567109" sldId="491"/>
            <ac:spMk id="15" creationId="{B1073B80-FA90-4C1B-BE71-2AE6545AA50A}"/>
          </ac:spMkLst>
        </pc:spChg>
        <pc:spChg chg="mod">
          <ac:chgData name="Harvey, Chris" userId="059c8d56-922c-405a-82ae-7db209cf59e4" providerId="ADAL" clId="{34C5717C-7B09-484E-B11A-46B123B2E7D2}" dt="2022-05-09T16:28:42.392" v="6" actId="207"/>
          <ac:spMkLst>
            <pc:docMk/>
            <pc:sldMk cId="4060567109" sldId="491"/>
            <ac:spMk id="16" creationId="{9E6381F8-4379-4F34-8D25-B0C3B7352B8D}"/>
          </ac:spMkLst>
        </pc:spChg>
      </pc:sldChg>
    </pc:docChg>
  </pc:docChgLst>
  <pc:docChgLst>
    <pc:chgData name="Harvey, Chris" userId="059c8d56-922c-405a-82ae-7db209cf59e4" providerId="ADAL" clId="{90888D2C-3501-489E-99D2-2B4F97A5B2D6}"/>
    <pc:docChg chg="undo custSel addSld delSld modSld sldOrd modSection">
      <pc:chgData name="Harvey, Chris" userId="059c8d56-922c-405a-82ae-7db209cf59e4" providerId="ADAL" clId="{90888D2C-3501-489E-99D2-2B4F97A5B2D6}" dt="2021-10-09T14:29:52.951" v="105" actId="2085"/>
      <pc:docMkLst>
        <pc:docMk/>
      </pc:docMkLst>
      <pc:sldChg chg="modSp ord">
        <pc:chgData name="Harvey, Chris" userId="059c8d56-922c-405a-82ae-7db209cf59e4" providerId="ADAL" clId="{90888D2C-3501-489E-99D2-2B4F97A5B2D6}" dt="2021-10-08T15:43:23.605" v="29" actId="20577"/>
        <pc:sldMkLst>
          <pc:docMk/>
          <pc:sldMk cId="1739172008" sldId="258"/>
        </pc:sldMkLst>
        <pc:spChg chg="mod">
          <ac:chgData name="Harvey, Chris" userId="059c8d56-922c-405a-82ae-7db209cf59e4" providerId="ADAL" clId="{90888D2C-3501-489E-99D2-2B4F97A5B2D6}" dt="2021-10-08T15:43:23.605" v="29" actId="20577"/>
          <ac:spMkLst>
            <pc:docMk/>
            <pc:sldMk cId="1739172008" sldId="258"/>
            <ac:spMk id="11" creationId="{959D995F-3739-445F-89C7-6F3E9CB06ABD}"/>
          </ac:spMkLst>
        </pc:spChg>
      </pc:sldChg>
      <pc:sldChg chg="modSp">
        <pc:chgData name="Harvey, Chris" userId="059c8d56-922c-405a-82ae-7db209cf59e4" providerId="ADAL" clId="{90888D2C-3501-489E-99D2-2B4F97A5B2D6}" dt="2021-10-04T13:38:31.501" v="15" actId="6549"/>
        <pc:sldMkLst>
          <pc:docMk/>
          <pc:sldMk cId="776861942" sldId="269"/>
        </pc:sldMkLst>
        <pc:spChg chg="mod">
          <ac:chgData name="Harvey, Chris" userId="059c8d56-922c-405a-82ae-7db209cf59e4" providerId="ADAL" clId="{90888D2C-3501-489E-99D2-2B4F97A5B2D6}" dt="2021-10-04T13:38:31.501" v="15" actId="6549"/>
          <ac:spMkLst>
            <pc:docMk/>
            <pc:sldMk cId="776861942" sldId="269"/>
            <ac:spMk id="5" creationId="{1A9A969F-5EF0-40B1-B454-97226A0EAE53}"/>
          </ac:spMkLst>
        </pc:spChg>
      </pc:sldChg>
      <pc:sldChg chg="addSp modSp">
        <pc:chgData name="Harvey, Chris" userId="059c8d56-922c-405a-82ae-7db209cf59e4" providerId="ADAL" clId="{90888D2C-3501-489E-99D2-2B4F97A5B2D6}" dt="2021-10-09T14:29:52.951" v="105" actId="2085"/>
        <pc:sldMkLst>
          <pc:docMk/>
          <pc:sldMk cId="4091209295" sldId="276"/>
        </pc:sldMkLst>
        <pc:spChg chg="add mod">
          <ac:chgData name="Harvey, Chris" userId="059c8d56-922c-405a-82ae-7db209cf59e4" providerId="ADAL" clId="{90888D2C-3501-489E-99D2-2B4F97A5B2D6}" dt="2021-10-09T14:29:52.951" v="105" actId="2085"/>
          <ac:spMkLst>
            <pc:docMk/>
            <pc:sldMk cId="4091209295" sldId="276"/>
            <ac:spMk id="3" creationId="{8BEA8D9B-00D4-47C6-A75F-6AF6F767027D}"/>
          </ac:spMkLst>
        </pc:spChg>
        <pc:graphicFrameChg chg="mod">
          <ac:chgData name="Harvey, Chris" userId="059c8d56-922c-405a-82ae-7db209cf59e4" providerId="ADAL" clId="{90888D2C-3501-489E-99D2-2B4F97A5B2D6}" dt="2021-10-08T16:10:08.694" v="39" actId="12100"/>
          <ac:graphicFrameMkLst>
            <pc:docMk/>
            <pc:sldMk cId="4091209295" sldId="276"/>
            <ac:graphicFrameMk id="2" creationId="{A61EE1FD-6C91-49D0-86F6-290AC5B3B274}"/>
          </ac:graphicFrameMkLst>
        </pc:graphicFrameChg>
      </pc:sldChg>
      <pc:sldChg chg="addSp delSp modSp">
        <pc:chgData name="Harvey, Chris" userId="059c8d56-922c-405a-82ae-7db209cf59e4" providerId="ADAL" clId="{90888D2C-3501-489E-99D2-2B4F97A5B2D6}" dt="2021-10-08T15:55:16.418" v="33"/>
        <pc:sldMkLst>
          <pc:docMk/>
          <pc:sldMk cId="2590437952" sldId="292"/>
        </pc:sldMkLst>
        <pc:spChg chg="add del mod">
          <ac:chgData name="Harvey, Chris" userId="059c8d56-922c-405a-82ae-7db209cf59e4" providerId="ADAL" clId="{90888D2C-3501-489E-99D2-2B4F97A5B2D6}" dt="2021-10-08T15:55:16.418" v="33"/>
          <ac:spMkLst>
            <pc:docMk/>
            <pc:sldMk cId="2590437952" sldId="292"/>
            <ac:spMk id="3" creationId="{F7643EAD-6461-46D3-968E-42AACF67A111}"/>
          </ac:spMkLst>
        </pc:spChg>
      </pc:sldChg>
      <pc:sldChg chg="addSp delSp modSp modAnim">
        <pc:chgData name="Harvey, Chris" userId="059c8d56-922c-405a-82ae-7db209cf59e4" providerId="ADAL" clId="{90888D2C-3501-489E-99D2-2B4F97A5B2D6}" dt="2021-10-08T15:55:54.392" v="35" actId="165"/>
        <pc:sldMkLst>
          <pc:docMk/>
          <pc:sldMk cId="3611579196" sldId="297"/>
        </pc:sldMkLst>
        <pc:spChg chg="mod topLvl">
          <ac:chgData name="Harvey, Chris" userId="059c8d56-922c-405a-82ae-7db209cf59e4" providerId="ADAL" clId="{90888D2C-3501-489E-99D2-2B4F97A5B2D6}" dt="2021-10-08T15:55:54.392" v="35" actId="165"/>
          <ac:spMkLst>
            <pc:docMk/>
            <pc:sldMk cId="3611579196" sldId="297"/>
            <ac:spMk id="3" creationId="{C2EB96FC-4D83-492C-BBE8-D171C3B5F030}"/>
          </ac:spMkLst>
        </pc:spChg>
        <pc:grpChg chg="add del mod">
          <ac:chgData name="Harvey, Chris" userId="059c8d56-922c-405a-82ae-7db209cf59e4" providerId="ADAL" clId="{90888D2C-3501-489E-99D2-2B4F97A5B2D6}" dt="2021-10-08T15:55:54.392" v="35" actId="165"/>
          <ac:grpSpMkLst>
            <pc:docMk/>
            <pc:sldMk cId="3611579196" sldId="297"/>
            <ac:grpSpMk id="4" creationId="{1E7F968C-985D-4EC7-82E9-9EF4840FCE61}"/>
          </ac:grpSpMkLst>
        </pc:grpChg>
        <pc:picChg chg="mod topLvl">
          <ac:chgData name="Harvey, Chris" userId="059c8d56-922c-405a-82ae-7db209cf59e4" providerId="ADAL" clId="{90888D2C-3501-489E-99D2-2B4F97A5B2D6}" dt="2021-10-08T15:55:54.392" v="35" actId="165"/>
          <ac:picMkLst>
            <pc:docMk/>
            <pc:sldMk cId="3611579196" sldId="297"/>
            <ac:picMk id="1026" creationId="{F94A5004-43BB-4CD3-A9FF-4CB7ED2A580B}"/>
          </ac:picMkLst>
        </pc:picChg>
      </pc:sldChg>
      <pc:sldChg chg="modSp">
        <pc:chgData name="Harvey, Chris" userId="059c8d56-922c-405a-82ae-7db209cf59e4" providerId="ADAL" clId="{90888D2C-3501-489E-99D2-2B4F97A5B2D6}" dt="2021-10-04T13:50:44.666" v="16" actId="14100"/>
        <pc:sldMkLst>
          <pc:docMk/>
          <pc:sldMk cId="3991146299" sldId="467"/>
        </pc:sldMkLst>
        <pc:spChg chg="mod">
          <ac:chgData name="Harvey, Chris" userId="059c8d56-922c-405a-82ae-7db209cf59e4" providerId="ADAL" clId="{90888D2C-3501-489E-99D2-2B4F97A5B2D6}" dt="2021-10-04T13:50:44.666" v="16" actId="14100"/>
          <ac:spMkLst>
            <pc:docMk/>
            <pc:sldMk cId="3991146299" sldId="467"/>
            <ac:spMk id="6" creationId="{889AB4F6-8010-4F67-A371-5A8DDDA02203}"/>
          </ac:spMkLst>
        </pc:spChg>
      </pc:sldChg>
      <pc:sldChg chg="addSp delSp modTransition">
        <pc:chgData name="Harvey, Chris" userId="059c8d56-922c-405a-82ae-7db209cf59e4" providerId="ADAL" clId="{90888D2C-3501-489E-99D2-2B4F97A5B2D6}" dt="2021-10-08T16:10:23.719" v="41"/>
        <pc:sldMkLst>
          <pc:docMk/>
          <pc:sldMk cId="862004670" sldId="479"/>
        </pc:sldMkLst>
        <pc:graphicFrameChg chg="del">
          <ac:chgData name="Harvey, Chris" userId="059c8d56-922c-405a-82ae-7db209cf59e4" providerId="ADAL" clId="{90888D2C-3501-489E-99D2-2B4F97A5B2D6}" dt="2021-10-08T16:10:23.334" v="40" actId="478"/>
          <ac:graphicFrameMkLst>
            <pc:docMk/>
            <pc:sldMk cId="862004670" sldId="479"/>
            <ac:graphicFrameMk id="2" creationId="{A61EE1FD-6C91-49D0-86F6-290AC5B3B274}"/>
          </ac:graphicFrameMkLst>
        </pc:graphicFrameChg>
        <pc:graphicFrameChg chg="add">
          <ac:chgData name="Harvey, Chris" userId="059c8d56-922c-405a-82ae-7db209cf59e4" providerId="ADAL" clId="{90888D2C-3501-489E-99D2-2B4F97A5B2D6}" dt="2021-10-08T16:10:23.719" v="41"/>
          <ac:graphicFrameMkLst>
            <pc:docMk/>
            <pc:sldMk cId="862004670" sldId="479"/>
            <ac:graphicFrameMk id="6" creationId="{89432EAC-01BB-4103-8DA2-4B338F3A681D}"/>
          </ac:graphicFrameMkLst>
        </pc:graphicFrameChg>
      </pc:sldChg>
      <pc:sldChg chg="addSp delSp modSp add del">
        <pc:chgData name="Harvey, Chris" userId="059c8d56-922c-405a-82ae-7db209cf59e4" providerId="ADAL" clId="{90888D2C-3501-489E-99D2-2B4F97A5B2D6}" dt="2021-10-09T14:25:58.715" v="77"/>
        <pc:sldMkLst>
          <pc:docMk/>
          <pc:sldMk cId="778329859" sldId="486"/>
        </pc:sldMkLst>
        <pc:spChg chg="del mod">
          <ac:chgData name="Harvey, Chris" userId="059c8d56-922c-405a-82ae-7db209cf59e4" providerId="ADAL" clId="{90888D2C-3501-489E-99D2-2B4F97A5B2D6}" dt="2021-10-09T14:17:49.044" v="47"/>
          <ac:spMkLst>
            <pc:docMk/>
            <pc:sldMk cId="778329859" sldId="486"/>
            <ac:spMk id="3" creationId="{B536A918-6F3E-401A-86B9-5D983040B559}"/>
          </ac:spMkLst>
        </pc:spChg>
        <pc:spChg chg="del">
          <ac:chgData name="Harvey, Chris" userId="059c8d56-922c-405a-82ae-7db209cf59e4" providerId="ADAL" clId="{90888D2C-3501-489E-99D2-2B4F97A5B2D6}" dt="2021-10-09T14:17:49.044" v="47"/>
          <ac:spMkLst>
            <pc:docMk/>
            <pc:sldMk cId="778329859" sldId="486"/>
            <ac:spMk id="4" creationId="{C1F17DBF-C476-4721-B2F4-DA23B024E18C}"/>
          </ac:spMkLst>
        </pc:spChg>
        <pc:spChg chg="add mod">
          <ac:chgData name="Harvey, Chris" userId="059c8d56-922c-405a-82ae-7db209cf59e4" providerId="ADAL" clId="{90888D2C-3501-489E-99D2-2B4F97A5B2D6}" dt="2021-10-09T14:20:29.378" v="55"/>
          <ac:spMkLst>
            <pc:docMk/>
            <pc:sldMk cId="778329859" sldId="486"/>
            <ac:spMk id="5" creationId="{D08B8227-4B07-4B97-997F-AF5EC7A7D306}"/>
          </ac:spMkLst>
        </pc:spChg>
        <pc:spChg chg="add mod">
          <ac:chgData name="Harvey, Chris" userId="059c8d56-922c-405a-82ae-7db209cf59e4" providerId="ADAL" clId="{90888D2C-3501-489E-99D2-2B4F97A5B2D6}" dt="2021-10-09T14:21:28.258" v="56"/>
          <ac:spMkLst>
            <pc:docMk/>
            <pc:sldMk cId="778329859" sldId="486"/>
            <ac:spMk id="6" creationId="{5437142B-741C-4D71-AD4C-CCA4E31FA279}"/>
          </ac:spMkLst>
        </pc:spChg>
        <pc:spChg chg="add del mod">
          <ac:chgData name="Harvey, Chris" userId="059c8d56-922c-405a-82ae-7db209cf59e4" providerId="ADAL" clId="{90888D2C-3501-489E-99D2-2B4F97A5B2D6}" dt="2021-10-09T14:25:58.715" v="77"/>
          <ac:spMkLst>
            <pc:docMk/>
            <pc:sldMk cId="778329859" sldId="486"/>
            <ac:spMk id="7" creationId="{5A8E406A-9214-4CC6-9546-807E078035E8}"/>
          </ac:spMkLst>
        </pc:spChg>
        <pc:spChg chg="add del mod">
          <ac:chgData name="Harvey, Chris" userId="059c8d56-922c-405a-82ae-7db209cf59e4" providerId="ADAL" clId="{90888D2C-3501-489E-99D2-2B4F97A5B2D6}" dt="2021-10-09T14:25:58.715" v="77"/>
          <ac:spMkLst>
            <pc:docMk/>
            <pc:sldMk cId="778329859" sldId="486"/>
            <ac:spMk id="8" creationId="{18E60BB4-F381-49E2-8B56-CBED8D2E3BD6}"/>
          </ac:spMkLst>
        </pc:spChg>
      </pc:sldChg>
      <pc:sldChg chg="add del ord">
        <pc:chgData name="Harvey, Chris" userId="059c8d56-922c-405a-82ae-7db209cf59e4" providerId="ADAL" clId="{90888D2C-3501-489E-99D2-2B4F97A5B2D6}" dt="2021-10-09T13:57:29.576" v="44" actId="2696"/>
        <pc:sldMkLst>
          <pc:docMk/>
          <pc:sldMk cId="2065878523" sldId="486"/>
        </pc:sldMkLst>
      </pc:sldChg>
      <pc:sldChg chg="add del">
        <pc:chgData name="Harvey, Chris" userId="059c8d56-922c-405a-82ae-7db209cf59e4" providerId="ADAL" clId="{90888D2C-3501-489E-99D2-2B4F97A5B2D6}" dt="2021-10-09T14:21:39.812" v="57" actId="2696"/>
        <pc:sldMkLst>
          <pc:docMk/>
          <pc:sldMk cId="2931210390" sldId="487"/>
        </pc:sldMkLst>
      </pc:sldChg>
      <pc:sldChg chg="modSp add modTransition">
        <pc:chgData name="Harvey, Chris" userId="059c8d56-922c-405a-82ae-7db209cf59e4" providerId="ADAL" clId="{90888D2C-3501-489E-99D2-2B4F97A5B2D6}" dt="2021-10-09T14:23:02.615" v="68"/>
        <pc:sldMkLst>
          <pc:docMk/>
          <pc:sldMk cId="3857498802" sldId="487"/>
        </pc:sldMkLst>
        <pc:spChg chg="mod">
          <ac:chgData name="Harvey, Chris" userId="059c8d56-922c-405a-82ae-7db209cf59e4" providerId="ADAL" clId="{90888D2C-3501-489E-99D2-2B4F97A5B2D6}" dt="2021-10-09T14:21:50.534" v="62"/>
          <ac:spMkLst>
            <pc:docMk/>
            <pc:sldMk cId="3857498802" sldId="487"/>
            <ac:spMk id="5" creationId="{D08B8227-4B07-4B97-997F-AF5EC7A7D306}"/>
          </ac:spMkLst>
        </pc:spChg>
        <pc:spChg chg="mod">
          <ac:chgData name="Harvey, Chris" userId="059c8d56-922c-405a-82ae-7db209cf59e4" providerId="ADAL" clId="{90888D2C-3501-489E-99D2-2B4F97A5B2D6}" dt="2021-10-09T14:21:45.303" v="61"/>
          <ac:spMkLst>
            <pc:docMk/>
            <pc:sldMk cId="3857498802" sldId="487"/>
            <ac:spMk id="6" creationId="{5437142B-741C-4D71-AD4C-CCA4E31FA279}"/>
          </ac:spMkLst>
        </pc:spChg>
      </pc:sldChg>
      <pc:sldChg chg="addSp add del ord">
        <pc:chgData name="Harvey, Chris" userId="059c8d56-922c-405a-82ae-7db209cf59e4" providerId="ADAL" clId="{90888D2C-3501-489E-99D2-2B4F97A5B2D6}" dt="2021-10-09T14:26:43.048" v="84" actId="2696"/>
        <pc:sldMkLst>
          <pc:docMk/>
          <pc:sldMk cId="225607304" sldId="488"/>
        </pc:sldMkLst>
        <pc:spChg chg="add">
          <ac:chgData name="Harvey, Chris" userId="059c8d56-922c-405a-82ae-7db209cf59e4" providerId="ADAL" clId="{90888D2C-3501-489E-99D2-2B4F97A5B2D6}" dt="2021-10-09T14:26:01.481" v="78"/>
          <ac:spMkLst>
            <pc:docMk/>
            <pc:sldMk cId="225607304" sldId="488"/>
            <ac:spMk id="6" creationId="{83EC2119-B0BF-4581-8F25-CBFC23B61E1A}"/>
          </ac:spMkLst>
        </pc:spChg>
        <pc:spChg chg="add">
          <ac:chgData name="Harvey, Chris" userId="059c8d56-922c-405a-82ae-7db209cf59e4" providerId="ADAL" clId="{90888D2C-3501-489E-99D2-2B4F97A5B2D6}" dt="2021-10-09T14:26:01.481" v="78"/>
          <ac:spMkLst>
            <pc:docMk/>
            <pc:sldMk cId="225607304" sldId="488"/>
            <ac:spMk id="8" creationId="{E7BE6297-4810-4246-AD70-F2ABDD11A02D}"/>
          </ac:spMkLst>
        </pc:spChg>
      </pc:sldChg>
      <pc:sldChg chg="add del">
        <pc:chgData name="Harvey, Chris" userId="059c8d56-922c-405a-82ae-7db209cf59e4" providerId="ADAL" clId="{90888D2C-3501-489E-99D2-2B4F97A5B2D6}" dt="2021-10-09T14:22:21.878" v="64" actId="2696"/>
        <pc:sldMkLst>
          <pc:docMk/>
          <pc:sldMk cId="1100631484" sldId="488"/>
        </pc:sldMkLst>
      </pc:sldChg>
      <pc:sldChg chg="add del">
        <pc:chgData name="Harvey, Chris" userId="059c8d56-922c-405a-82ae-7db209cf59e4" providerId="ADAL" clId="{90888D2C-3501-489E-99D2-2B4F97A5B2D6}" dt="2021-10-09T14:21:40.632" v="58" actId="2696"/>
        <pc:sldMkLst>
          <pc:docMk/>
          <pc:sldMk cId="4116241103" sldId="488"/>
        </pc:sldMkLst>
      </pc:sldChg>
      <pc:sldChg chg="delSp modSp add del">
        <pc:chgData name="Harvey, Chris" userId="059c8d56-922c-405a-82ae-7db209cf59e4" providerId="ADAL" clId="{90888D2C-3501-489E-99D2-2B4F97A5B2D6}" dt="2021-10-09T14:28:37.072" v="100" actId="2696"/>
        <pc:sldMkLst>
          <pc:docMk/>
          <pc:sldMk cId="3355126358" sldId="489"/>
        </pc:sldMkLst>
        <pc:spChg chg="mod">
          <ac:chgData name="Harvey, Chris" userId="059c8d56-922c-405a-82ae-7db209cf59e4" providerId="ADAL" clId="{90888D2C-3501-489E-99D2-2B4F97A5B2D6}" dt="2021-10-09T14:27:14.566" v="91" actId="1076"/>
          <ac:spMkLst>
            <pc:docMk/>
            <pc:sldMk cId="3355126358" sldId="489"/>
            <ac:spMk id="6" creationId="{83EC2119-B0BF-4581-8F25-CBFC23B61E1A}"/>
          </ac:spMkLst>
        </pc:spChg>
        <pc:spChg chg="mod">
          <ac:chgData name="Harvey, Chris" userId="059c8d56-922c-405a-82ae-7db209cf59e4" providerId="ADAL" clId="{90888D2C-3501-489E-99D2-2B4F97A5B2D6}" dt="2021-10-09T14:27:14.566" v="91" actId="1076"/>
          <ac:spMkLst>
            <pc:docMk/>
            <pc:sldMk cId="3355126358" sldId="489"/>
            <ac:spMk id="8" creationId="{E7BE6297-4810-4246-AD70-F2ABDD11A02D}"/>
          </ac:spMkLst>
        </pc:spChg>
        <pc:graphicFrameChg chg="mod">
          <ac:chgData name="Harvey, Chris" userId="059c8d56-922c-405a-82ae-7db209cf59e4" providerId="ADAL" clId="{90888D2C-3501-489E-99D2-2B4F97A5B2D6}" dt="2021-10-09T14:26:25.487" v="81" actId="1076"/>
          <ac:graphicFrameMkLst>
            <pc:docMk/>
            <pc:sldMk cId="3355126358" sldId="489"/>
            <ac:graphicFrameMk id="2" creationId="{A61EE1FD-6C91-49D0-86F6-290AC5B3B274}"/>
          </ac:graphicFrameMkLst>
        </pc:graphicFrameChg>
        <pc:picChg chg="del">
          <ac:chgData name="Harvey, Chris" userId="059c8d56-922c-405a-82ae-7db209cf59e4" providerId="ADAL" clId="{90888D2C-3501-489E-99D2-2B4F97A5B2D6}" dt="2021-10-09T14:27:50.433" v="98" actId="478"/>
          <ac:picMkLst>
            <pc:docMk/>
            <pc:sldMk cId="3355126358" sldId="489"/>
            <ac:picMk id="9" creationId="{5CD01AFA-F2EB-4B67-A189-9C026B33E5C9}"/>
          </ac:picMkLst>
        </pc:picChg>
      </pc:sldChg>
      <pc:sldChg chg="delSp modSp add del modTransition">
        <pc:chgData name="Harvey, Chris" userId="059c8d56-922c-405a-82ae-7db209cf59e4" providerId="ADAL" clId="{90888D2C-3501-489E-99D2-2B4F97A5B2D6}" dt="2021-10-09T14:28:37.097" v="101" actId="2696"/>
        <pc:sldMkLst>
          <pc:docMk/>
          <pc:sldMk cId="510250961" sldId="490"/>
        </pc:sldMkLst>
        <pc:spChg chg="mod">
          <ac:chgData name="Harvey, Chris" userId="059c8d56-922c-405a-82ae-7db209cf59e4" providerId="ADAL" clId="{90888D2C-3501-489E-99D2-2B4F97A5B2D6}" dt="2021-10-09T14:27:27.598" v="93" actId="1076"/>
          <ac:spMkLst>
            <pc:docMk/>
            <pc:sldMk cId="510250961" sldId="490"/>
            <ac:spMk id="6" creationId="{83EC2119-B0BF-4581-8F25-CBFC23B61E1A}"/>
          </ac:spMkLst>
        </pc:spChg>
        <pc:spChg chg="mod">
          <ac:chgData name="Harvey, Chris" userId="059c8d56-922c-405a-82ae-7db209cf59e4" providerId="ADAL" clId="{90888D2C-3501-489E-99D2-2B4F97A5B2D6}" dt="2021-10-09T14:27:27.598" v="93" actId="1076"/>
          <ac:spMkLst>
            <pc:docMk/>
            <pc:sldMk cId="510250961" sldId="490"/>
            <ac:spMk id="8" creationId="{E7BE6297-4810-4246-AD70-F2ABDD11A02D}"/>
          </ac:spMkLst>
        </pc:spChg>
        <pc:graphicFrameChg chg="mod">
          <ac:chgData name="Harvey, Chris" userId="059c8d56-922c-405a-82ae-7db209cf59e4" providerId="ADAL" clId="{90888D2C-3501-489E-99D2-2B4F97A5B2D6}" dt="2021-10-09T14:27:27.598" v="93" actId="1076"/>
          <ac:graphicFrameMkLst>
            <pc:docMk/>
            <pc:sldMk cId="510250961" sldId="490"/>
            <ac:graphicFrameMk id="2" creationId="{A61EE1FD-6C91-49D0-86F6-290AC5B3B274}"/>
          </ac:graphicFrameMkLst>
        </pc:graphicFrameChg>
        <pc:picChg chg="del">
          <ac:chgData name="Harvey, Chris" userId="059c8d56-922c-405a-82ae-7db209cf59e4" providerId="ADAL" clId="{90888D2C-3501-489E-99D2-2B4F97A5B2D6}" dt="2021-10-09T14:27:48.170" v="97" actId="478"/>
          <ac:picMkLst>
            <pc:docMk/>
            <pc:sldMk cId="510250961" sldId="490"/>
            <ac:picMk id="9" creationId="{5CD01AFA-F2EB-4B67-A189-9C026B33E5C9}"/>
          </ac:picMkLst>
        </pc:picChg>
      </pc:sldChg>
      <pc:sldChg chg="modSp add del">
        <pc:chgData name="Harvey, Chris" userId="059c8d56-922c-405a-82ae-7db209cf59e4" providerId="ADAL" clId="{90888D2C-3501-489E-99D2-2B4F97A5B2D6}" dt="2021-10-09T14:27:06.819" v="90" actId="2696"/>
        <pc:sldMkLst>
          <pc:docMk/>
          <pc:sldMk cId="4185714761" sldId="490"/>
        </pc:sldMkLst>
        <pc:spChg chg="mod">
          <ac:chgData name="Harvey, Chris" userId="059c8d56-922c-405a-82ae-7db209cf59e4" providerId="ADAL" clId="{90888D2C-3501-489E-99D2-2B4F97A5B2D6}" dt="2021-10-09T14:27:04.116" v="89" actId="1076"/>
          <ac:spMkLst>
            <pc:docMk/>
            <pc:sldMk cId="4185714761" sldId="490"/>
            <ac:spMk id="6" creationId="{83EC2119-B0BF-4581-8F25-CBFC23B61E1A}"/>
          </ac:spMkLst>
        </pc:spChg>
        <pc:spChg chg="mod">
          <ac:chgData name="Harvey, Chris" userId="059c8d56-922c-405a-82ae-7db209cf59e4" providerId="ADAL" clId="{90888D2C-3501-489E-99D2-2B4F97A5B2D6}" dt="2021-10-09T14:27:04.116" v="89" actId="1076"/>
          <ac:spMkLst>
            <pc:docMk/>
            <pc:sldMk cId="4185714761" sldId="490"/>
            <ac:spMk id="8" creationId="{E7BE6297-4810-4246-AD70-F2ABDD11A02D}"/>
          </ac:spMkLst>
        </pc:spChg>
        <pc:graphicFrameChg chg="mod">
          <ac:chgData name="Harvey, Chris" userId="059c8d56-922c-405a-82ae-7db209cf59e4" providerId="ADAL" clId="{90888D2C-3501-489E-99D2-2B4F97A5B2D6}" dt="2021-10-09T14:27:04.116" v="89" actId="1076"/>
          <ac:graphicFrameMkLst>
            <pc:docMk/>
            <pc:sldMk cId="4185714761" sldId="490"/>
            <ac:graphicFrameMk id="2" creationId="{A61EE1FD-6C91-49D0-86F6-290AC5B3B274}"/>
          </ac:graphicFrameMkLst>
        </pc:graphicFrameChg>
      </pc:sldChg>
      <pc:sldChg chg="delSp modSp add del modTransition">
        <pc:chgData name="Harvey, Chris" userId="059c8d56-922c-405a-82ae-7db209cf59e4" providerId="ADAL" clId="{90888D2C-3501-489E-99D2-2B4F97A5B2D6}" dt="2021-10-09T14:28:37.110" v="102" actId="2696"/>
        <pc:sldMkLst>
          <pc:docMk/>
          <pc:sldMk cId="3868744442" sldId="491"/>
        </pc:sldMkLst>
        <pc:spChg chg="mod">
          <ac:chgData name="Harvey, Chris" userId="059c8d56-922c-405a-82ae-7db209cf59e4" providerId="ADAL" clId="{90888D2C-3501-489E-99D2-2B4F97A5B2D6}" dt="2021-10-09T14:27:40.822" v="95" actId="1076"/>
          <ac:spMkLst>
            <pc:docMk/>
            <pc:sldMk cId="3868744442" sldId="491"/>
            <ac:spMk id="6" creationId="{83EC2119-B0BF-4581-8F25-CBFC23B61E1A}"/>
          </ac:spMkLst>
        </pc:spChg>
        <pc:spChg chg="mod">
          <ac:chgData name="Harvey, Chris" userId="059c8d56-922c-405a-82ae-7db209cf59e4" providerId="ADAL" clId="{90888D2C-3501-489E-99D2-2B4F97A5B2D6}" dt="2021-10-09T14:27:40.822" v="95" actId="1076"/>
          <ac:spMkLst>
            <pc:docMk/>
            <pc:sldMk cId="3868744442" sldId="491"/>
            <ac:spMk id="8" creationId="{E7BE6297-4810-4246-AD70-F2ABDD11A02D}"/>
          </ac:spMkLst>
        </pc:spChg>
        <pc:graphicFrameChg chg="mod">
          <ac:chgData name="Harvey, Chris" userId="059c8d56-922c-405a-82ae-7db209cf59e4" providerId="ADAL" clId="{90888D2C-3501-489E-99D2-2B4F97A5B2D6}" dt="2021-10-09T14:27:40.822" v="95" actId="1076"/>
          <ac:graphicFrameMkLst>
            <pc:docMk/>
            <pc:sldMk cId="3868744442" sldId="491"/>
            <ac:graphicFrameMk id="2" creationId="{A61EE1FD-6C91-49D0-86F6-290AC5B3B274}"/>
          </ac:graphicFrameMkLst>
        </pc:graphicFrameChg>
        <pc:picChg chg="del">
          <ac:chgData name="Harvey, Chris" userId="059c8d56-922c-405a-82ae-7db209cf59e4" providerId="ADAL" clId="{90888D2C-3501-489E-99D2-2B4F97A5B2D6}" dt="2021-10-09T14:27:45.625" v="96" actId="478"/>
          <ac:picMkLst>
            <pc:docMk/>
            <pc:sldMk cId="3868744442" sldId="491"/>
            <ac:picMk id="9" creationId="{5CD01AFA-F2EB-4B67-A189-9C026B33E5C9}"/>
          </ac:picMkLst>
        </pc:picChg>
      </pc:sldChg>
    </pc:docChg>
  </pc:docChgLst>
  <pc:docChgLst>
    <pc:chgData name="Harvey, Chris" userId="059c8d56-922c-405a-82ae-7db209cf59e4" providerId="ADAL" clId="{D2D827C1-9D2E-459A-AF51-5063C552D1D1}"/>
    <pc:docChg chg="undo redo custSel mod addSld delSld modSld sldOrd modMainMaster addSection delSection modSection">
      <pc:chgData name="Harvey, Chris" userId="059c8d56-922c-405a-82ae-7db209cf59e4" providerId="ADAL" clId="{D2D827C1-9D2E-459A-AF51-5063C552D1D1}" dt="2021-09-02T09:25:35.715" v="361" actId="207"/>
      <pc:docMkLst>
        <pc:docMk/>
      </pc:docMkLst>
      <pc:sldChg chg="addSp delSp modSp">
        <pc:chgData name="Harvey, Chris" userId="059c8d56-922c-405a-82ae-7db209cf59e4" providerId="ADAL" clId="{D2D827C1-9D2E-459A-AF51-5063C552D1D1}" dt="2021-08-27T10:05:46.476" v="354"/>
        <pc:sldMkLst>
          <pc:docMk/>
          <pc:sldMk cId="1739172008" sldId="258"/>
        </pc:sldMkLst>
        <pc:spChg chg="del mod">
          <ac:chgData name="Harvey, Chris" userId="059c8d56-922c-405a-82ae-7db209cf59e4" providerId="ADAL" clId="{D2D827C1-9D2E-459A-AF51-5063C552D1D1}" dt="2021-08-26T14:09:15.516" v="61"/>
          <ac:spMkLst>
            <pc:docMk/>
            <pc:sldMk cId="1739172008" sldId="258"/>
            <ac:spMk id="2" creationId="{00000000-0000-0000-0000-000000000000}"/>
          </ac:spMkLst>
        </pc:spChg>
        <pc:spChg chg="add del mod">
          <ac:chgData name="Harvey, Chris" userId="059c8d56-922c-405a-82ae-7db209cf59e4" providerId="ADAL" clId="{D2D827C1-9D2E-459A-AF51-5063C552D1D1}" dt="2021-08-26T14:07:59.228" v="53"/>
          <ac:spMkLst>
            <pc:docMk/>
            <pc:sldMk cId="1739172008" sldId="258"/>
            <ac:spMk id="3" creationId="{EE70C354-D614-4C9D-BCA5-871DAE972E29}"/>
          </ac:spMkLst>
        </pc:spChg>
        <pc:spChg chg="add del mod">
          <ac:chgData name="Harvey, Chris" userId="059c8d56-922c-405a-82ae-7db209cf59e4" providerId="ADAL" clId="{D2D827C1-9D2E-459A-AF51-5063C552D1D1}" dt="2021-08-26T14:07:59.228" v="53"/>
          <ac:spMkLst>
            <pc:docMk/>
            <pc:sldMk cId="1739172008" sldId="258"/>
            <ac:spMk id="4" creationId="{B34F4A87-A1B5-409D-90AF-CD3720A99A8B}"/>
          </ac:spMkLst>
        </pc:spChg>
        <pc:spChg chg="mod">
          <ac:chgData name="Harvey, Chris" userId="059c8d56-922c-405a-82ae-7db209cf59e4" providerId="ADAL" clId="{D2D827C1-9D2E-459A-AF51-5063C552D1D1}" dt="2021-08-26T14:14:13.576" v="83" actId="1076"/>
          <ac:spMkLst>
            <pc:docMk/>
            <pc:sldMk cId="1739172008" sldId="258"/>
            <ac:spMk id="5" creationId="{5A96862C-539C-4C05-B208-2E931DB2D422}"/>
          </ac:spMkLst>
        </pc:spChg>
        <pc:spChg chg="add del mod">
          <ac:chgData name="Harvey, Chris" userId="059c8d56-922c-405a-82ae-7db209cf59e4" providerId="ADAL" clId="{D2D827C1-9D2E-459A-AF51-5063C552D1D1}" dt="2021-08-26T14:07:59.228" v="53"/>
          <ac:spMkLst>
            <pc:docMk/>
            <pc:sldMk cId="1739172008" sldId="258"/>
            <ac:spMk id="7" creationId="{68AFC1F2-E3C9-4BC9-845C-582CCE934749}"/>
          </ac:spMkLst>
        </pc:spChg>
        <pc:spChg chg="add del mod">
          <ac:chgData name="Harvey, Chris" userId="059c8d56-922c-405a-82ae-7db209cf59e4" providerId="ADAL" clId="{D2D827C1-9D2E-459A-AF51-5063C552D1D1}" dt="2021-08-26T14:08:08.579" v="56"/>
          <ac:spMkLst>
            <pc:docMk/>
            <pc:sldMk cId="1739172008" sldId="258"/>
            <ac:spMk id="8" creationId="{9BBBB988-61D1-412E-A895-7B00759C54FD}"/>
          </ac:spMkLst>
        </pc:spChg>
        <pc:spChg chg="add del mod">
          <ac:chgData name="Harvey, Chris" userId="059c8d56-922c-405a-82ae-7db209cf59e4" providerId="ADAL" clId="{D2D827C1-9D2E-459A-AF51-5063C552D1D1}" dt="2021-08-26T14:08:08.579" v="56"/>
          <ac:spMkLst>
            <pc:docMk/>
            <pc:sldMk cId="1739172008" sldId="258"/>
            <ac:spMk id="9" creationId="{4B34EFB9-7BA2-4839-AD00-5EBCF53AFC3F}"/>
          </ac:spMkLst>
        </pc:spChg>
        <pc:spChg chg="add del mod">
          <ac:chgData name="Harvey, Chris" userId="059c8d56-922c-405a-82ae-7db209cf59e4" providerId="ADAL" clId="{D2D827C1-9D2E-459A-AF51-5063C552D1D1}" dt="2021-08-26T14:08:08.579" v="56"/>
          <ac:spMkLst>
            <pc:docMk/>
            <pc:sldMk cId="1739172008" sldId="258"/>
            <ac:spMk id="10" creationId="{199FD722-8C9D-423F-9C6E-2681F39EE793}"/>
          </ac:spMkLst>
        </pc:spChg>
        <pc:spChg chg="add mod">
          <ac:chgData name="Harvey, Chris" userId="059c8d56-922c-405a-82ae-7db209cf59e4" providerId="ADAL" clId="{D2D827C1-9D2E-459A-AF51-5063C552D1D1}" dt="2021-08-27T10:05:46.476" v="354"/>
          <ac:spMkLst>
            <pc:docMk/>
            <pc:sldMk cId="1739172008" sldId="258"/>
            <ac:spMk id="11" creationId="{959D995F-3739-445F-89C7-6F3E9CB06ABD}"/>
          </ac:spMkLst>
        </pc:spChg>
      </pc:sldChg>
      <pc:sldChg chg="addSp delSp modSp">
        <pc:chgData name="Harvey, Chris" userId="059c8d56-922c-405a-82ae-7db209cf59e4" providerId="ADAL" clId="{D2D827C1-9D2E-459A-AF51-5063C552D1D1}" dt="2021-08-27T09:22:13.908" v="353" actId="20577"/>
        <pc:sldMkLst>
          <pc:docMk/>
          <pc:sldMk cId="2220180275" sldId="259"/>
        </pc:sldMkLst>
        <pc:spChg chg="del">
          <ac:chgData name="Harvey, Chris" userId="059c8d56-922c-405a-82ae-7db209cf59e4" providerId="ADAL" clId="{D2D827C1-9D2E-459A-AF51-5063C552D1D1}" dt="2021-08-27T09:22:03.830" v="339" actId="478"/>
          <ac:spMkLst>
            <pc:docMk/>
            <pc:sldMk cId="2220180275" sldId="259"/>
            <ac:spMk id="2" creationId="{00000000-0000-0000-0000-000000000000}"/>
          </ac:spMkLst>
        </pc:spChg>
        <pc:spChg chg="add del mod">
          <ac:chgData name="Harvey, Chris" userId="059c8d56-922c-405a-82ae-7db209cf59e4" providerId="ADAL" clId="{D2D827C1-9D2E-459A-AF51-5063C552D1D1}" dt="2021-08-27T09:22:08.140" v="342" actId="478"/>
          <ac:spMkLst>
            <pc:docMk/>
            <pc:sldMk cId="2220180275" sldId="259"/>
            <ac:spMk id="4" creationId="{F185420B-22CB-438A-BA27-A3FAE9A044EB}"/>
          </ac:spMkLst>
        </pc:spChg>
        <pc:spChg chg="mod">
          <ac:chgData name="Harvey, Chris" userId="059c8d56-922c-405a-82ae-7db209cf59e4" providerId="ADAL" clId="{D2D827C1-9D2E-459A-AF51-5063C552D1D1}" dt="2021-08-26T14:15:34.857" v="89" actId="20577"/>
          <ac:spMkLst>
            <pc:docMk/>
            <pc:sldMk cId="2220180275" sldId="259"/>
            <ac:spMk id="5" creationId="{4A31B030-CFAA-4FDA-8A41-2B5D679321D4}"/>
          </ac:spMkLst>
        </pc:spChg>
        <pc:spChg chg="add del">
          <ac:chgData name="Harvey, Chris" userId="059c8d56-922c-405a-82ae-7db209cf59e4" providerId="ADAL" clId="{D2D827C1-9D2E-459A-AF51-5063C552D1D1}" dt="2021-08-27T09:22:05.260" v="341"/>
          <ac:spMkLst>
            <pc:docMk/>
            <pc:sldMk cId="2220180275" sldId="259"/>
            <ac:spMk id="7" creationId="{43D6906A-B081-4B59-81F7-49D62F7884A7}"/>
          </ac:spMkLst>
        </pc:spChg>
        <pc:spChg chg="add mod">
          <ac:chgData name="Harvey, Chris" userId="059c8d56-922c-405a-82ae-7db209cf59e4" providerId="ADAL" clId="{D2D827C1-9D2E-459A-AF51-5063C552D1D1}" dt="2021-08-27T09:22:13.908" v="353" actId="20577"/>
          <ac:spMkLst>
            <pc:docMk/>
            <pc:sldMk cId="2220180275" sldId="259"/>
            <ac:spMk id="8" creationId="{C11F78AE-53F3-4DA9-90EE-9519314D2B74}"/>
          </ac:spMkLst>
        </pc:spChg>
      </pc:sldChg>
      <pc:sldChg chg="modSp ord">
        <pc:chgData name="Harvey, Chris" userId="059c8d56-922c-405a-82ae-7db209cf59e4" providerId="ADAL" clId="{D2D827C1-9D2E-459A-AF51-5063C552D1D1}" dt="2021-08-27T10:06:12.974" v="355"/>
        <pc:sldMkLst>
          <pc:docMk/>
          <pc:sldMk cId="2649884992" sldId="260"/>
        </pc:sldMkLst>
        <pc:spChg chg="mod">
          <ac:chgData name="Harvey, Chris" userId="059c8d56-922c-405a-82ae-7db209cf59e4" providerId="ADAL" clId="{D2D827C1-9D2E-459A-AF51-5063C552D1D1}" dt="2021-08-26T14:12:55.408" v="66" actId="1076"/>
          <ac:spMkLst>
            <pc:docMk/>
            <pc:sldMk cId="2649884992" sldId="260"/>
            <ac:spMk id="3" creationId="{00000000-0000-0000-0000-000000000000}"/>
          </ac:spMkLst>
        </pc:spChg>
        <pc:spChg chg="mod">
          <ac:chgData name="Harvey, Chris" userId="059c8d56-922c-405a-82ae-7db209cf59e4" providerId="ADAL" clId="{D2D827C1-9D2E-459A-AF51-5063C552D1D1}" dt="2021-08-26T14:14:09.001" v="82" actId="1076"/>
          <ac:spMkLst>
            <pc:docMk/>
            <pc:sldMk cId="2649884992" sldId="260"/>
            <ac:spMk id="5" creationId="{DDBEE232-4B7E-4B22-994A-7E52EC889B0A}"/>
          </ac:spMkLst>
        </pc:spChg>
      </pc:sldChg>
      <pc:sldChg chg="modSp">
        <pc:chgData name="Harvey, Chris" userId="059c8d56-922c-405a-82ae-7db209cf59e4" providerId="ADAL" clId="{D2D827C1-9D2E-459A-AF51-5063C552D1D1}" dt="2021-08-26T14:17:32.465" v="90" actId="1076"/>
        <pc:sldMkLst>
          <pc:docMk/>
          <pc:sldMk cId="1176556977" sldId="261"/>
        </pc:sldMkLst>
        <pc:spChg chg="mod">
          <ac:chgData name="Harvey, Chris" userId="059c8d56-922c-405a-82ae-7db209cf59e4" providerId="ADAL" clId="{D2D827C1-9D2E-459A-AF51-5063C552D1D1}" dt="2021-08-26T14:17:32.465" v="90" actId="1076"/>
          <ac:spMkLst>
            <pc:docMk/>
            <pc:sldMk cId="1176556977" sldId="261"/>
            <ac:spMk id="2" creationId="{00000000-0000-0000-0000-000000000000}"/>
          </ac:spMkLst>
        </pc:spChg>
      </pc:sldChg>
      <pc:sldChg chg="addSp delSp modSp">
        <pc:chgData name="Harvey, Chris" userId="059c8d56-922c-405a-82ae-7db209cf59e4" providerId="ADAL" clId="{D2D827C1-9D2E-459A-AF51-5063C552D1D1}" dt="2021-08-26T16:08:52.142" v="214" actId="1076"/>
        <pc:sldMkLst>
          <pc:docMk/>
          <pc:sldMk cId="3825473733" sldId="262"/>
        </pc:sldMkLst>
        <pc:spChg chg="mod">
          <ac:chgData name="Harvey, Chris" userId="059c8d56-922c-405a-82ae-7db209cf59e4" providerId="ADAL" clId="{D2D827C1-9D2E-459A-AF51-5063C552D1D1}" dt="2021-08-26T16:04:01.047" v="203" actId="1076"/>
          <ac:spMkLst>
            <pc:docMk/>
            <pc:sldMk cId="3825473733" sldId="262"/>
            <ac:spMk id="3" creationId="{00000000-0000-0000-0000-000000000000}"/>
          </ac:spMkLst>
        </pc:spChg>
        <pc:spChg chg="add del mod">
          <ac:chgData name="Harvey, Chris" userId="059c8d56-922c-405a-82ae-7db209cf59e4" providerId="ADAL" clId="{D2D827C1-9D2E-459A-AF51-5063C552D1D1}" dt="2021-08-26T16:08:46.655" v="212" actId="478"/>
          <ac:spMkLst>
            <pc:docMk/>
            <pc:sldMk cId="3825473733" sldId="262"/>
            <ac:spMk id="7" creationId="{4D2670F8-27CC-43F0-9142-27F6F6B9050C}"/>
          </ac:spMkLst>
        </pc:spChg>
        <pc:spChg chg="add del mod">
          <ac:chgData name="Harvey, Chris" userId="059c8d56-922c-405a-82ae-7db209cf59e4" providerId="ADAL" clId="{D2D827C1-9D2E-459A-AF51-5063C552D1D1}" dt="2021-08-26T16:08:43.551" v="211" actId="478"/>
          <ac:spMkLst>
            <pc:docMk/>
            <pc:sldMk cId="3825473733" sldId="262"/>
            <ac:spMk id="10" creationId="{5541E16B-66BB-48CA-8DAE-7944B0174B37}"/>
          </ac:spMkLst>
        </pc:spChg>
        <pc:picChg chg="add del mod">
          <ac:chgData name="Harvey, Chris" userId="059c8d56-922c-405a-82ae-7db209cf59e4" providerId="ADAL" clId="{D2D827C1-9D2E-459A-AF51-5063C552D1D1}" dt="2021-08-26T16:08:37.190" v="209" actId="478"/>
          <ac:picMkLst>
            <pc:docMk/>
            <pc:sldMk cId="3825473733" sldId="262"/>
            <ac:picMk id="4" creationId="{E0458EE8-F55E-483F-BB16-2C4CBE2D4223}"/>
          </ac:picMkLst>
        </pc:picChg>
        <pc:picChg chg="add mod">
          <ac:chgData name="Harvey, Chris" userId="059c8d56-922c-405a-82ae-7db209cf59e4" providerId="ADAL" clId="{D2D827C1-9D2E-459A-AF51-5063C552D1D1}" dt="2021-08-26T16:08:52.142" v="214" actId="1076"/>
          <ac:picMkLst>
            <pc:docMk/>
            <pc:sldMk cId="3825473733" sldId="262"/>
            <ac:picMk id="9" creationId="{746C497E-0237-4670-BB3C-E33FEC82163C}"/>
          </ac:picMkLst>
        </pc:picChg>
        <pc:picChg chg="del">
          <ac:chgData name="Harvey, Chris" userId="059c8d56-922c-405a-82ae-7db209cf59e4" providerId="ADAL" clId="{D2D827C1-9D2E-459A-AF51-5063C552D1D1}" dt="2021-08-26T16:08:00.248" v="204" actId="478"/>
          <ac:picMkLst>
            <pc:docMk/>
            <pc:sldMk cId="3825473733" sldId="262"/>
            <ac:picMk id="1026" creationId="{00000000-0000-0000-0000-000000000000}"/>
          </ac:picMkLst>
        </pc:picChg>
      </pc:sldChg>
      <pc:sldChg chg="modSp">
        <pc:chgData name="Harvey, Chris" userId="059c8d56-922c-405a-82ae-7db209cf59e4" providerId="ADAL" clId="{D2D827C1-9D2E-459A-AF51-5063C552D1D1}" dt="2021-08-27T09:14:10.094" v="325" actId="113"/>
        <pc:sldMkLst>
          <pc:docMk/>
          <pc:sldMk cId="877071126" sldId="270"/>
        </pc:sldMkLst>
        <pc:spChg chg="mod">
          <ac:chgData name="Harvey, Chris" userId="059c8d56-922c-405a-82ae-7db209cf59e4" providerId="ADAL" clId="{D2D827C1-9D2E-459A-AF51-5063C552D1D1}" dt="2021-08-27T09:14:10.094" v="325" actId="113"/>
          <ac:spMkLst>
            <pc:docMk/>
            <pc:sldMk cId="877071126" sldId="270"/>
            <ac:spMk id="5" creationId="{F27D760D-DEAE-448D-9167-C441CD624F76}"/>
          </ac:spMkLst>
        </pc:spChg>
      </pc:sldChg>
      <pc:sldChg chg="del">
        <pc:chgData name="Harvey, Chris" userId="059c8d56-922c-405a-82ae-7db209cf59e4" providerId="ADAL" clId="{D2D827C1-9D2E-459A-AF51-5063C552D1D1}" dt="2021-08-26T15:34:02.299" v="194" actId="2696"/>
        <pc:sldMkLst>
          <pc:docMk/>
          <pc:sldMk cId="3269752720" sldId="272"/>
        </pc:sldMkLst>
      </pc:sldChg>
      <pc:sldChg chg="addSp delSp modSp">
        <pc:chgData name="Harvey, Chris" userId="059c8d56-922c-405a-82ae-7db209cf59e4" providerId="ADAL" clId="{D2D827C1-9D2E-459A-AF51-5063C552D1D1}" dt="2021-08-26T15:44:39.954" v="197" actId="1076"/>
        <pc:sldMkLst>
          <pc:docMk/>
          <pc:sldMk cId="4091209295" sldId="276"/>
        </pc:sldMkLst>
        <pc:spChg chg="del mod">
          <ac:chgData name="Harvey, Chris" userId="059c8d56-922c-405a-82ae-7db209cf59e4" providerId="ADAL" clId="{D2D827C1-9D2E-459A-AF51-5063C552D1D1}" dt="2021-08-26T15:44:33.284" v="196" actId="12084"/>
          <ac:spMkLst>
            <pc:docMk/>
            <pc:sldMk cId="4091209295" sldId="276"/>
            <ac:spMk id="4" creationId="{12B9DE0E-63B8-4278-B5EA-ADE1D581273E}"/>
          </ac:spMkLst>
        </pc:spChg>
        <pc:graphicFrameChg chg="add mod">
          <ac:chgData name="Harvey, Chris" userId="059c8d56-922c-405a-82ae-7db209cf59e4" providerId="ADAL" clId="{D2D827C1-9D2E-459A-AF51-5063C552D1D1}" dt="2021-08-26T15:44:39.954" v="197" actId="1076"/>
          <ac:graphicFrameMkLst>
            <pc:docMk/>
            <pc:sldMk cId="4091209295" sldId="276"/>
            <ac:graphicFrameMk id="2" creationId="{A61EE1FD-6C91-49D0-86F6-290AC5B3B274}"/>
          </ac:graphicFrameMkLst>
        </pc:graphicFrameChg>
      </pc:sldChg>
      <pc:sldChg chg="del">
        <pc:chgData name="Harvey, Chris" userId="059c8d56-922c-405a-82ae-7db209cf59e4" providerId="ADAL" clId="{D2D827C1-9D2E-459A-AF51-5063C552D1D1}" dt="2021-08-26T16:18:53.056" v="218" actId="2696"/>
        <pc:sldMkLst>
          <pc:docMk/>
          <pc:sldMk cId="3377606917" sldId="279"/>
        </pc:sldMkLst>
      </pc:sldChg>
      <pc:sldChg chg="delSp modSp">
        <pc:chgData name="Harvey, Chris" userId="059c8d56-922c-405a-82ae-7db209cf59e4" providerId="ADAL" clId="{D2D827C1-9D2E-459A-AF51-5063C552D1D1}" dt="2021-08-26T16:36:58.402" v="275" actId="1076"/>
        <pc:sldMkLst>
          <pc:docMk/>
          <pc:sldMk cId="1520889625" sldId="282"/>
        </pc:sldMkLst>
        <pc:spChg chg="mod">
          <ac:chgData name="Harvey, Chris" userId="059c8d56-922c-405a-82ae-7db209cf59e4" providerId="ADAL" clId="{D2D827C1-9D2E-459A-AF51-5063C552D1D1}" dt="2021-08-26T16:36:55.060" v="274" actId="1076"/>
          <ac:spMkLst>
            <pc:docMk/>
            <pc:sldMk cId="1520889625" sldId="282"/>
            <ac:spMk id="13"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15"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17"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18"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19"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20"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21" creationId="{00000000-0000-0000-0000-000000000000}"/>
          </ac:spMkLst>
        </pc:spChg>
        <pc:spChg chg="mod">
          <ac:chgData name="Harvey, Chris" userId="059c8d56-922c-405a-82ae-7db209cf59e4" providerId="ADAL" clId="{D2D827C1-9D2E-459A-AF51-5063C552D1D1}" dt="2021-08-26T16:36:55.060" v="274" actId="1076"/>
          <ac:spMkLst>
            <pc:docMk/>
            <pc:sldMk cId="1520889625" sldId="282"/>
            <ac:spMk id="22" creationId="{00000000-0000-0000-0000-000000000000}"/>
          </ac:spMkLst>
        </pc:spChg>
        <pc:spChg chg="del">
          <ac:chgData name="Harvey, Chris" userId="059c8d56-922c-405a-82ae-7db209cf59e4" providerId="ADAL" clId="{D2D827C1-9D2E-459A-AF51-5063C552D1D1}" dt="2021-08-26T16:36:37.938" v="271" actId="478"/>
          <ac:spMkLst>
            <pc:docMk/>
            <pc:sldMk cId="1520889625" sldId="282"/>
            <ac:spMk id="28" creationId="{00000000-0000-0000-0000-000000000000}"/>
          </ac:spMkLst>
        </pc:spChg>
        <pc:grpChg chg="del">
          <ac:chgData name="Harvey, Chris" userId="059c8d56-922c-405a-82ae-7db209cf59e4" providerId="ADAL" clId="{D2D827C1-9D2E-459A-AF51-5063C552D1D1}" dt="2021-08-26T16:36:30.890" v="270" actId="478"/>
          <ac:grpSpMkLst>
            <pc:docMk/>
            <pc:sldMk cId="1520889625" sldId="282"/>
            <ac:grpSpMk id="25" creationId="{00000000-0000-0000-0000-000000000000}"/>
          </ac:grpSpMkLst>
        </pc:grpChg>
        <pc:grpChg chg="mod">
          <ac:chgData name="Harvey, Chris" userId="059c8d56-922c-405a-82ae-7db209cf59e4" providerId="ADAL" clId="{D2D827C1-9D2E-459A-AF51-5063C552D1D1}" dt="2021-08-26T16:36:58.402" v="275" actId="1076"/>
          <ac:grpSpMkLst>
            <pc:docMk/>
            <pc:sldMk cId="1520889625" sldId="282"/>
            <ac:grpSpMk id="29" creationId="{00000000-0000-0000-0000-000000000000}"/>
          </ac:grpSpMkLst>
        </pc:grpChg>
        <pc:cxnChg chg="mod">
          <ac:chgData name="Harvey, Chris" userId="059c8d56-922c-405a-82ae-7db209cf59e4" providerId="ADAL" clId="{D2D827C1-9D2E-459A-AF51-5063C552D1D1}" dt="2021-08-26T16:36:55.060" v="274" actId="1076"/>
          <ac:cxnSpMkLst>
            <pc:docMk/>
            <pc:sldMk cId="1520889625" sldId="282"/>
            <ac:cxnSpMk id="14" creationId="{00000000-0000-0000-0000-000000000000}"/>
          </ac:cxnSpMkLst>
        </pc:cxnChg>
        <pc:cxnChg chg="mod">
          <ac:chgData name="Harvey, Chris" userId="059c8d56-922c-405a-82ae-7db209cf59e4" providerId="ADAL" clId="{D2D827C1-9D2E-459A-AF51-5063C552D1D1}" dt="2021-08-26T16:36:55.060" v="274" actId="1076"/>
          <ac:cxnSpMkLst>
            <pc:docMk/>
            <pc:sldMk cId="1520889625" sldId="282"/>
            <ac:cxnSpMk id="16" creationId="{00000000-0000-0000-0000-000000000000}"/>
          </ac:cxnSpMkLst>
        </pc:cxnChg>
        <pc:cxnChg chg="mod">
          <ac:chgData name="Harvey, Chris" userId="059c8d56-922c-405a-82ae-7db209cf59e4" providerId="ADAL" clId="{D2D827C1-9D2E-459A-AF51-5063C552D1D1}" dt="2021-08-26T16:36:55.060" v="274" actId="1076"/>
          <ac:cxnSpMkLst>
            <pc:docMk/>
            <pc:sldMk cId="1520889625" sldId="282"/>
            <ac:cxnSpMk id="23" creationId="{00000000-0000-0000-0000-000000000000}"/>
          </ac:cxnSpMkLst>
        </pc:cxnChg>
        <pc:cxnChg chg="mod">
          <ac:chgData name="Harvey, Chris" userId="059c8d56-922c-405a-82ae-7db209cf59e4" providerId="ADAL" clId="{D2D827C1-9D2E-459A-AF51-5063C552D1D1}" dt="2021-08-26T16:36:55.060" v="274" actId="1076"/>
          <ac:cxnSpMkLst>
            <pc:docMk/>
            <pc:sldMk cId="1520889625" sldId="282"/>
            <ac:cxnSpMk id="24" creationId="{00000000-0000-0000-0000-000000000000}"/>
          </ac:cxnSpMkLst>
        </pc:cxnChg>
      </pc:sldChg>
      <pc:sldChg chg="addSp delSp modSp">
        <pc:chgData name="Harvey, Chris" userId="059c8d56-922c-405a-82ae-7db209cf59e4" providerId="ADAL" clId="{D2D827C1-9D2E-459A-AF51-5063C552D1D1}" dt="2021-08-26T16:41:13.915" v="293"/>
        <pc:sldMkLst>
          <pc:docMk/>
          <pc:sldMk cId="2509585704" sldId="284"/>
        </pc:sldMkLst>
        <pc:spChg chg="add del mod">
          <ac:chgData name="Harvey, Chris" userId="059c8d56-922c-405a-82ae-7db209cf59e4" providerId="ADAL" clId="{D2D827C1-9D2E-459A-AF51-5063C552D1D1}" dt="2021-08-26T16:39:42.341" v="286" actId="478"/>
          <ac:spMkLst>
            <pc:docMk/>
            <pc:sldMk cId="2509585704" sldId="284"/>
            <ac:spMk id="6" creationId="{63AF7AE4-BB8E-46BC-9B16-ECF6ED58CB59}"/>
          </ac:spMkLst>
        </pc:spChg>
        <pc:spChg chg="add del mod">
          <ac:chgData name="Harvey, Chris" userId="059c8d56-922c-405a-82ae-7db209cf59e4" providerId="ADAL" clId="{D2D827C1-9D2E-459A-AF51-5063C552D1D1}" dt="2021-08-26T16:38:58.922" v="285" actId="478"/>
          <ac:spMkLst>
            <pc:docMk/>
            <pc:sldMk cId="2509585704" sldId="284"/>
            <ac:spMk id="9" creationId="{2DFD72E8-0DF4-49F6-860C-B343FA9CFFB4}"/>
          </ac:spMkLst>
        </pc:spChg>
        <pc:spChg chg="mod">
          <ac:chgData name="Harvey, Chris" userId="059c8d56-922c-405a-82ae-7db209cf59e4" providerId="ADAL" clId="{D2D827C1-9D2E-459A-AF51-5063C552D1D1}" dt="2021-08-26T16:37:21.881" v="276" actId="14100"/>
          <ac:spMkLst>
            <pc:docMk/>
            <pc:sldMk cId="2509585704" sldId="284"/>
            <ac:spMk id="3083" creationId="{00000000-0000-0000-0000-000000000000}"/>
          </ac:spMkLst>
        </pc:spChg>
        <pc:spChg chg="mod">
          <ac:chgData name="Harvey, Chris" userId="059c8d56-922c-405a-82ae-7db209cf59e4" providerId="ADAL" clId="{D2D827C1-9D2E-459A-AF51-5063C552D1D1}" dt="2021-08-26T16:41:13.915" v="293"/>
          <ac:spMkLst>
            <pc:docMk/>
            <pc:sldMk cId="2509585704" sldId="284"/>
            <ac:spMk id="3094" creationId="{00000000-0000-0000-0000-000000000000}"/>
          </ac:spMkLst>
        </pc:spChg>
        <pc:spChg chg="del">
          <ac:chgData name="Harvey, Chris" userId="059c8d56-922c-405a-82ae-7db209cf59e4" providerId="ADAL" clId="{D2D827C1-9D2E-459A-AF51-5063C552D1D1}" dt="2021-08-26T16:38:40.510" v="282" actId="478"/>
          <ac:spMkLst>
            <pc:docMk/>
            <pc:sldMk cId="2509585704" sldId="284"/>
            <ac:spMk id="3109" creationId="{00000000-0000-0000-0000-000000000000}"/>
          </ac:spMkLst>
        </pc:spChg>
        <pc:picChg chg="add del mod">
          <ac:chgData name="Harvey, Chris" userId="059c8d56-922c-405a-82ae-7db209cf59e4" providerId="ADAL" clId="{D2D827C1-9D2E-459A-AF51-5063C552D1D1}" dt="2021-08-26T16:38:04.034" v="279" actId="478"/>
          <ac:picMkLst>
            <pc:docMk/>
            <pc:sldMk cId="2509585704" sldId="284"/>
            <ac:picMk id="3" creationId="{E1549333-7111-4519-88B4-293F587A8172}"/>
          </ac:picMkLst>
        </pc:picChg>
        <pc:picChg chg="add del mod">
          <ac:chgData name="Harvey, Chris" userId="059c8d56-922c-405a-82ae-7db209cf59e4" providerId="ADAL" clId="{D2D827C1-9D2E-459A-AF51-5063C552D1D1}" dt="2021-08-26T16:39:42.341" v="286" actId="478"/>
          <ac:picMkLst>
            <pc:docMk/>
            <pc:sldMk cId="2509585704" sldId="284"/>
            <ac:picMk id="5" creationId="{CA966EC0-7605-454C-931A-22D930B6D1BA}"/>
          </ac:picMkLst>
        </pc:picChg>
        <pc:picChg chg="add del mod modCrop">
          <ac:chgData name="Harvey, Chris" userId="059c8d56-922c-405a-82ae-7db209cf59e4" providerId="ADAL" clId="{D2D827C1-9D2E-459A-AF51-5063C552D1D1}" dt="2021-08-26T16:38:58.922" v="285" actId="478"/>
          <ac:picMkLst>
            <pc:docMk/>
            <pc:sldMk cId="2509585704" sldId="284"/>
            <ac:picMk id="8" creationId="{D320CB6A-46E3-459A-88F8-870C1453E54C}"/>
          </ac:picMkLst>
        </pc:picChg>
        <pc:picChg chg="add mod">
          <ac:chgData name="Harvey, Chris" userId="059c8d56-922c-405a-82ae-7db209cf59e4" providerId="ADAL" clId="{D2D827C1-9D2E-459A-AF51-5063C552D1D1}" dt="2021-08-26T16:39:58.377" v="291" actId="1076"/>
          <ac:picMkLst>
            <pc:docMk/>
            <pc:sldMk cId="2509585704" sldId="284"/>
            <ac:picMk id="11" creationId="{6076D074-ACE1-456F-A9A7-1D9EC4843A10}"/>
          </ac:picMkLst>
        </pc:picChg>
      </pc:sldChg>
      <pc:sldChg chg="modSp">
        <pc:chgData name="Harvey, Chris" userId="059c8d56-922c-405a-82ae-7db209cf59e4" providerId="ADAL" clId="{D2D827C1-9D2E-459A-AF51-5063C552D1D1}" dt="2021-08-26T16:45:55.585" v="294" actId="14100"/>
        <pc:sldMkLst>
          <pc:docMk/>
          <pc:sldMk cId="3571377288" sldId="285"/>
        </pc:sldMkLst>
        <pc:spChg chg="mod">
          <ac:chgData name="Harvey, Chris" userId="059c8d56-922c-405a-82ae-7db209cf59e4" providerId="ADAL" clId="{D2D827C1-9D2E-459A-AF51-5063C552D1D1}" dt="2021-08-26T16:45:55.585" v="294" actId="14100"/>
          <ac:spMkLst>
            <pc:docMk/>
            <pc:sldMk cId="3571377288" sldId="285"/>
            <ac:spMk id="3" creationId="{00000000-0000-0000-0000-000000000000}"/>
          </ac:spMkLst>
        </pc:spChg>
        <pc:spChg chg="mod">
          <ac:chgData name="Harvey, Chris" userId="059c8d56-922c-405a-82ae-7db209cf59e4" providerId="ADAL" clId="{D2D827C1-9D2E-459A-AF51-5063C552D1D1}" dt="2021-08-26T16:29:05.942" v="262"/>
          <ac:spMkLst>
            <pc:docMk/>
            <pc:sldMk cId="3571377288" sldId="285"/>
            <ac:spMk id="6" creationId="{273CAF56-DEE5-49ED-B20C-817DD01ED5A8}"/>
          </ac:spMkLst>
        </pc:spChg>
      </pc:sldChg>
      <pc:sldChg chg="modSp">
        <pc:chgData name="Harvey, Chris" userId="059c8d56-922c-405a-82ae-7db209cf59e4" providerId="ADAL" clId="{D2D827C1-9D2E-459A-AF51-5063C552D1D1}" dt="2021-08-26T16:30:40.496" v="265" actId="167"/>
        <pc:sldMkLst>
          <pc:docMk/>
          <pc:sldMk cId="1592734598" sldId="286"/>
        </pc:sldMkLst>
        <pc:spChg chg="mod">
          <ac:chgData name="Harvey, Chris" userId="059c8d56-922c-405a-82ae-7db209cf59e4" providerId="ADAL" clId="{D2D827C1-9D2E-459A-AF51-5063C552D1D1}" dt="2021-08-26T16:30:31.387" v="264" actId="14100"/>
          <ac:spMkLst>
            <pc:docMk/>
            <pc:sldMk cId="1592734598" sldId="286"/>
            <ac:spMk id="2" creationId="{00000000-0000-0000-0000-000000000000}"/>
          </ac:spMkLst>
        </pc:spChg>
        <pc:picChg chg="ord">
          <ac:chgData name="Harvey, Chris" userId="059c8d56-922c-405a-82ae-7db209cf59e4" providerId="ADAL" clId="{D2D827C1-9D2E-459A-AF51-5063C552D1D1}" dt="2021-08-26T16:30:40.496" v="265" actId="167"/>
          <ac:picMkLst>
            <pc:docMk/>
            <pc:sldMk cId="1592734598" sldId="286"/>
            <ac:picMk id="4" creationId="{00000000-0000-0000-0000-000000000000}"/>
          </ac:picMkLst>
        </pc:picChg>
      </pc:sldChg>
      <pc:sldChg chg="addSp delSp modSp">
        <pc:chgData name="Harvey, Chris" userId="059c8d56-922c-405a-82ae-7db209cf59e4" providerId="ADAL" clId="{D2D827C1-9D2E-459A-AF51-5063C552D1D1}" dt="2021-08-26T16:32:54.571" v="268" actId="14100"/>
        <pc:sldMkLst>
          <pc:docMk/>
          <pc:sldMk cId="1964900199" sldId="287"/>
        </pc:sldMkLst>
        <pc:spChg chg="add del mod">
          <ac:chgData name="Harvey, Chris" userId="059c8d56-922c-405a-82ae-7db209cf59e4" providerId="ADAL" clId="{D2D827C1-9D2E-459A-AF51-5063C552D1D1}" dt="2021-08-26T16:32:49.907" v="267"/>
          <ac:spMkLst>
            <pc:docMk/>
            <pc:sldMk cId="1964900199" sldId="287"/>
            <ac:spMk id="2" creationId="{F97458BE-AC92-4665-88C4-0AC70ED5543A}"/>
          </ac:spMkLst>
        </pc:spChg>
        <pc:spChg chg="mod">
          <ac:chgData name="Harvey, Chris" userId="059c8d56-922c-405a-82ae-7db209cf59e4" providerId="ADAL" clId="{D2D827C1-9D2E-459A-AF51-5063C552D1D1}" dt="2021-08-26T16:32:54.571" v="268" actId="14100"/>
          <ac:spMkLst>
            <pc:docMk/>
            <pc:sldMk cId="1964900199" sldId="287"/>
            <ac:spMk id="3" creationId="{00000000-0000-0000-0000-000000000000}"/>
          </ac:spMkLst>
        </pc:spChg>
        <pc:spChg chg="add del mod">
          <ac:chgData name="Harvey, Chris" userId="059c8d56-922c-405a-82ae-7db209cf59e4" providerId="ADAL" clId="{D2D827C1-9D2E-459A-AF51-5063C552D1D1}" dt="2021-08-26T16:32:49.907" v="267"/>
          <ac:spMkLst>
            <pc:docMk/>
            <pc:sldMk cId="1964900199" sldId="287"/>
            <ac:spMk id="5" creationId="{5DAD9A51-75DD-4697-8292-8F74A43BBFEE}"/>
          </ac:spMkLst>
        </pc:spChg>
        <pc:spChg chg="add del mod">
          <ac:chgData name="Harvey, Chris" userId="059c8d56-922c-405a-82ae-7db209cf59e4" providerId="ADAL" clId="{D2D827C1-9D2E-459A-AF51-5063C552D1D1}" dt="2021-08-26T16:32:49.907" v="267"/>
          <ac:spMkLst>
            <pc:docMk/>
            <pc:sldMk cId="1964900199" sldId="287"/>
            <ac:spMk id="8" creationId="{5D2DD384-2B95-4332-A3D8-AE3FC088A35E}"/>
          </ac:spMkLst>
        </pc:spChg>
      </pc:sldChg>
      <pc:sldChg chg="modSp">
        <pc:chgData name="Harvey, Chris" userId="059c8d56-922c-405a-82ae-7db209cf59e4" providerId="ADAL" clId="{D2D827C1-9D2E-459A-AF51-5063C552D1D1}" dt="2021-08-26T16:33:54.658" v="269" actId="1076"/>
        <pc:sldMkLst>
          <pc:docMk/>
          <pc:sldMk cId="3810054039" sldId="288"/>
        </pc:sldMkLst>
        <pc:spChg chg="mod">
          <ac:chgData name="Harvey, Chris" userId="059c8d56-922c-405a-82ae-7db209cf59e4" providerId="ADAL" clId="{D2D827C1-9D2E-459A-AF51-5063C552D1D1}" dt="2021-08-26T16:33:54.658" v="269" actId="1076"/>
          <ac:spMkLst>
            <pc:docMk/>
            <pc:sldMk cId="3810054039" sldId="288"/>
            <ac:spMk id="5" creationId="{6805537D-1B92-4CC8-A513-6DDD7826E758}"/>
          </ac:spMkLst>
        </pc:spChg>
      </pc:sldChg>
      <pc:sldChg chg="add del">
        <pc:chgData name="Harvey, Chris" userId="059c8d56-922c-405a-82ae-7db209cf59e4" providerId="ADAL" clId="{D2D827C1-9D2E-459A-AF51-5063C552D1D1}" dt="2021-08-26T16:47:41.886" v="303" actId="2696"/>
        <pc:sldMkLst>
          <pc:docMk/>
          <pc:sldMk cId="1541813277" sldId="289"/>
        </pc:sldMkLst>
      </pc:sldChg>
      <pc:sldChg chg="modSp">
        <pc:chgData name="Harvey, Chris" userId="059c8d56-922c-405a-82ae-7db209cf59e4" providerId="ADAL" clId="{D2D827C1-9D2E-459A-AF51-5063C552D1D1}" dt="2021-08-26T14:44:21.284" v="93" actId="1076"/>
        <pc:sldMkLst>
          <pc:docMk/>
          <pc:sldMk cId="2590437952" sldId="292"/>
        </pc:sldMkLst>
        <pc:spChg chg="mod">
          <ac:chgData name="Harvey, Chris" userId="059c8d56-922c-405a-82ae-7db209cf59e4" providerId="ADAL" clId="{D2D827C1-9D2E-459A-AF51-5063C552D1D1}" dt="2021-08-26T14:44:21.284" v="93" actId="1076"/>
          <ac:spMkLst>
            <pc:docMk/>
            <pc:sldMk cId="2590437952" sldId="292"/>
            <ac:spMk id="5" creationId="{1DF2274A-C48A-4E63-94F6-6A90876C0BD2}"/>
          </ac:spMkLst>
        </pc:spChg>
      </pc:sldChg>
      <pc:sldChg chg="modSp">
        <pc:chgData name="Harvey, Chris" userId="059c8d56-922c-405a-82ae-7db209cf59e4" providerId="ADAL" clId="{D2D827C1-9D2E-459A-AF51-5063C552D1D1}" dt="2021-08-26T14:45:36.813" v="102" actId="1076"/>
        <pc:sldMkLst>
          <pc:docMk/>
          <pc:sldMk cId="2120471685" sldId="293"/>
        </pc:sldMkLst>
        <pc:spChg chg="mod">
          <ac:chgData name="Harvey, Chris" userId="059c8d56-922c-405a-82ae-7db209cf59e4" providerId="ADAL" clId="{D2D827C1-9D2E-459A-AF51-5063C552D1D1}" dt="2021-08-26T14:45:36.813" v="102" actId="1076"/>
          <ac:spMkLst>
            <pc:docMk/>
            <pc:sldMk cId="2120471685" sldId="293"/>
            <ac:spMk id="5" creationId="{4D585D1A-23D9-437E-8936-44D58D735C37}"/>
          </ac:spMkLst>
        </pc:spChg>
      </pc:sldChg>
      <pc:sldChg chg="modSp">
        <pc:chgData name="Harvey, Chris" userId="059c8d56-922c-405a-82ae-7db209cf59e4" providerId="ADAL" clId="{D2D827C1-9D2E-459A-AF51-5063C552D1D1}" dt="2021-08-26T14:45:50.080" v="105" actId="14100"/>
        <pc:sldMkLst>
          <pc:docMk/>
          <pc:sldMk cId="3674629963" sldId="294"/>
        </pc:sldMkLst>
        <pc:spChg chg="mod">
          <ac:chgData name="Harvey, Chris" userId="059c8d56-922c-405a-82ae-7db209cf59e4" providerId="ADAL" clId="{D2D827C1-9D2E-459A-AF51-5063C552D1D1}" dt="2021-08-26T14:45:50.080" v="105" actId="14100"/>
          <ac:spMkLst>
            <pc:docMk/>
            <pc:sldMk cId="3674629963" sldId="294"/>
            <ac:spMk id="5" creationId="{9187AFDE-78EB-4995-B901-FA77E6440F56}"/>
          </ac:spMkLst>
        </pc:spChg>
      </pc:sldChg>
      <pc:sldChg chg="modSp modTransition">
        <pc:chgData name="Harvey, Chris" userId="059c8d56-922c-405a-82ae-7db209cf59e4" providerId="ADAL" clId="{D2D827C1-9D2E-459A-AF51-5063C552D1D1}" dt="2021-08-26T15:04:18.586" v="123"/>
        <pc:sldMkLst>
          <pc:docMk/>
          <pc:sldMk cId="1094808815" sldId="295"/>
        </pc:sldMkLst>
        <pc:spChg chg="mod">
          <ac:chgData name="Harvey, Chris" userId="059c8d56-922c-405a-82ae-7db209cf59e4" providerId="ADAL" clId="{D2D827C1-9D2E-459A-AF51-5063C552D1D1}" dt="2021-08-26T15:01:48.835" v="122" actId="6549"/>
          <ac:spMkLst>
            <pc:docMk/>
            <pc:sldMk cId="1094808815" sldId="295"/>
            <ac:spMk id="6" creationId="{0C5DFFBD-ACB1-48D4-85F1-C44E9742078E}"/>
          </ac:spMkLst>
        </pc:spChg>
      </pc:sldChg>
      <pc:sldChg chg="modSp">
        <pc:chgData name="Harvey, Chris" userId="059c8d56-922c-405a-82ae-7db209cf59e4" providerId="ADAL" clId="{D2D827C1-9D2E-459A-AF51-5063C552D1D1}" dt="2021-08-26T15:04:33.056" v="125" actId="1076"/>
        <pc:sldMkLst>
          <pc:docMk/>
          <pc:sldMk cId="4059066717" sldId="296"/>
        </pc:sldMkLst>
        <pc:spChg chg="mod">
          <ac:chgData name="Harvey, Chris" userId="059c8d56-922c-405a-82ae-7db209cf59e4" providerId="ADAL" clId="{D2D827C1-9D2E-459A-AF51-5063C552D1D1}" dt="2021-08-26T15:04:26.432" v="124" actId="1076"/>
          <ac:spMkLst>
            <pc:docMk/>
            <pc:sldMk cId="4059066717" sldId="296"/>
            <ac:spMk id="3" creationId="{00000000-0000-0000-0000-000000000000}"/>
          </ac:spMkLst>
        </pc:spChg>
        <pc:spChg chg="mod">
          <ac:chgData name="Harvey, Chris" userId="059c8d56-922c-405a-82ae-7db209cf59e4" providerId="ADAL" clId="{D2D827C1-9D2E-459A-AF51-5063C552D1D1}" dt="2021-08-26T15:04:33.056" v="125" actId="1076"/>
          <ac:spMkLst>
            <pc:docMk/>
            <pc:sldMk cId="4059066717" sldId="296"/>
            <ac:spMk id="5" creationId="{1D086A51-8111-4BFA-89EF-A1FC67ED49D9}"/>
          </ac:spMkLst>
        </pc:spChg>
      </pc:sldChg>
      <pc:sldChg chg="addSp modSp mod modAnim">
        <pc:chgData name="Harvey, Chris" userId="059c8d56-922c-405a-82ae-7db209cf59e4" providerId="ADAL" clId="{D2D827C1-9D2E-459A-AF51-5063C552D1D1}" dt="2021-08-26T15:22:13.035" v="137"/>
        <pc:sldMkLst>
          <pc:docMk/>
          <pc:sldMk cId="3611579196" sldId="297"/>
        </pc:sldMkLst>
        <pc:spChg chg="add mod ord">
          <ac:chgData name="Harvey, Chris" userId="059c8d56-922c-405a-82ae-7db209cf59e4" providerId="ADAL" clId="{D2D827C1-9D2E-459A-AF51-5063C552D1D1}" dt="2021-08-26T15:22:08.940" v="136" actId="164"/>
          <ac:spMkLst>
            <pc:docMk/>
            <pc:sldMk cId="3611579196" sldId="297"/>
            <ac:spMk id="3" creationId="{C2EB96FC-4D83-492C-BBE8-D171C3B5F030}"/>
          </ac:spMkLst>
        </pc:spChg>
        <pc:grpChg chg="add mod">
          <ac:chgData name="Harvey, Chris" userId="059c8d56-922c-405a-82ae-7db209cf59e4" providerId="ADAL" clId="{D2D827C1-9D2E-459A-AF51-5063C552D1D1}" dt="2021-08-26T15:22:08.940" v="136" actId="164"/>
          <ac:grpSpMkLst>
            <pc:docMk/>
            <pc:sldMk cId="3611579196" sldId="297"/>
            <ac:grpSpMk id="4" creationId="{1E7F968C-985D-4EC7-82E9-9EF4840FCE61}"/>
          </ac:grpSpMkLst>
        </pc:grpChg>
        <pc:picChg chg="add mod">
          <ac:chgData name="Harvey, Chris" userId="059c8d56-922c-405a-82ae-7db209cf59e4" providerId="ADAL" clId="{D2D827C1-9D2E-459A-AF51-5063C552D1D1}" dt="2021-08-26T15:22:08.940" v="136" actId="164"/>
          <ac:picMkLst>
            <pc:docMk/>
            <pc:sldMk cId="3611579196" sldId="297"/>
            <ac:picMk id="1026" creationId="{F94A5004-43BB-4CD3-A9FF-4CB7ED2A580B}"/>
          </ac:picMkLst>
        </pc:picChg>
      </pc:sldChg>
      <pc:sldChg chg="addSp delSp del">
        <pc:chgData name="Harvey, Chris" userId="059c8d56-922c-405a-82ae-7db209cf59e4" providerId="ADAL" clId="{D2D827C1-9D2E-459A-AF51-5063C552D1D1}" dt="2021-08-26T15:58:58.666" v="200" actId="2696"/>
        <pc:sldMkLst>
          <pc:docMk/>
          <pc:sldMk cId="2511948339" sldId="298"/>
        </pc:sldMkLst>
        <pc:spChg chg="del">
          <ac:chgData name="Harvey, Chris" userId="059c8d56-922c-405a-82ae-7db209cf59e4" providerId="ADAL" clId="{D2D827C1-9D2E-459A-AF51-5063C552D1D1}" dt="2021-08-26T15:51:37.121" v="198" actId="478"/>
          <ac:spMkLst>
            <pc:docMk/>
            <pc:sldMk cId="2511948339" sldId="298"/>
            <ac:spMk id="4" creationId="{8C72F45B-5BA0-4909-809F-5EF11C2D480C}"/>
          </ac:spMkLst>
        </pc:spChg>
        <pc:graphicFrameChg chg="add">
          <ac:chgData name="Harvey, Chris" userId="059c8d56-922c-405a-82ae-7db209cf59e4" providerId="ADAL" clId="{D2D827C1-9D2E-459A-AF51-5063C552D1D1}" dt="2021-08-26T15:51:37.451" v="199"/>
          <ac:graphicFrameMkLst>
            <pc:docMk/>
            <pc:sldMk cId="2511948339" sldId="298"/>
            <ac:graphicFrameMk id="6" creationId="{5B55A65C-9A4A-496A-8E0B-36FF1BD0F979}"/>
          </ac:graphicFrameMkLst>
        </pc:graphicFrameChg>
      </pc:sldChg>
      <pc:sldChg chg="addSp delSp modSp add del">
        <pc:chgData name="Harvey, Chris" userId="059c8d56-922c-405a-82ae-7db209cf59e4" providerId="ADAL" clId="{D2D827C1-9D2E-459A-AF51-5063C552D1D1}" dt="2021-08-26T13:43:11.936" v="25" actId="2696"/>
        <pc:sldMkLst>
          <pc:docMk/>
          <pc:sldMk cId="1149670348" sldId="356"/>
        </pc:sldMkLst>
        <pc:spChg chg="mod">
          <ac:chgData name="Harvey, Chris" userId="059c8d56-922c-405a-82ae-7db209cf59e4" providerId="ADAL" clId="{D2D827C1-9D2E-459A-AF51-5063C552D1D1}" dt="2021-08-26T13:41:57.929" v="12" actId="6549"/>
          <ac:spMkLst>
            <pc:docMk/>
            <pc:sldMk cId="1149670348" sldId="356"/>
            <ac:spMk id="3" creationId="{00000000-0000-0000-0000-000000000000}"/>
          </ac:spMkLst>
        </pc:spChg>
        <pc:spChg chg="del">
          <ac:chgData name="Harvey, Chris" userId="059c8d56-922c-405a-82ae-7db209cf59e4" providerId="ADAL" clId="{D2D827C1-9D2E-459A-AF51-5063C552D1D1}" dt="2021-08-26T13:42:02.016" v="13" actId="478"/>
          <ac:spMkLst>
            <pc:docMk/>
            <pc:sldMk cId="1149670348" sldId="356"/>
            <ac:spMk id="11" creationId="{058A1ED2-CD5A-45B2-9CB2-20FFF7617AF6}"/>
          </ac:spMkLst>
        </pc:spChg>
        <pc:picChg chg="add mod">
          <ac:chgData name="Harvey, Chris" userId="059c8d56-922c-405a-82ae-7db209cf59e4" providerId="ADAL" clId="{D2D827C1-9D2E-459A-AF51-5063C552D1D1}" dt="2021-08-26T13:42:49.670" v="19" actId="1076"/>
          <ac:picMkLst>
            <pc:docMk/>
            <pc:sldMk cId="1149670348" sldId="356"/>
            <ac:picMk id="6" creationId="{C34434E6-8117-4BDC-A626-39559581E8E1}"/>
          </ac:picMkLst>
        </pc:picChg>
        <pc:picChg chg="add mod">
          <ac:chgData name="Harvey, Chris" userId="059c8d56-922c-405a-82ae-7db209cf59e4" providerId="ADAL" clId="{D2D827C1-9D2E-459A-AF51-5063C552D1D1}" dt="2021-08-26T13:42:39.297" v="16" actId="1076"/>
          <ac:picMkLst>
            <pc:docMk/>
            <pc:sldMk cId="1149670348" sldId="356"/>
            <ac:picMk id="13" creationId="{B2523E3B-490A-4CF7-990F-74B578BE3761}"/>
          </ac:picMkLst>
        </pc:picChg>
      </pc:sldChg>
      <pc:sldChg chg="add del ord">
        <pc:chgData name="Harvey, Chris" userId="059c8d56-922c-405a-82ae-7db209cf59e4" providerId="ADAL" clId="{D2D827C1-9D2E-459A-AF51-5063C552D1D1}" dt="2021-08-26T13:39:20.872" v="7"/>
        <pc:sldMkLst>
          <pc:docMk/>
          <pc:sldMk cId="1125890381" sldId="403"/>
        </pc:sldMkLst>
      </pc:sldChg>
      <pc:sldChg chg="add del ord setBg">
        <pc:chgData name="Harvey, Chris" userId="059c8d56-922c-405a-82ae-7db209cf59e4" providerId="ADAL" clId="{D2D827C1-9D2E-459A-AF51-5063C552D1D1}" dt="2021-08-26T13:39:20.872" v="7"/>
        <pc:sldMkLst>
          <pc:docMk/>
          <pc:sldMk cId="1267044399" sldId="404"/>
        </pc:sldMkLst>
      </pc:sldChg>
      <pc:sldChg chg="add del ord setBg">
        <pc:chgData name="Harvey, Chris" userId="059c8d56-922c-405a-82ae-7db209cf59e4" providerId="ADAL" clId="{D2D827C1-9D2E-459A-AF51-5063C552D1D1}" dt="2021-08-26T13:39:20.872" v="7"/>
        <pc:sldMkLst>
          <pc:docMk/>
          <pc:sldMk cId="214150576" sldId="405"/>
        </pc:sldMkLst>
      </pc:sldChg>
      <pc:sldChg chg="addSp modSp">
        <pc:chgData name="Harvey, Chris" userId="059c8d56-922c-405a-82ae-7db209cf59e4" providerId="ADAL" clId="{D2D827C1-9D2E-459A-AF51-5063C552D1D1}" dt="2021-08-26T13:45:57.836" v="36" actId="2085"/>
        <pc:sldMkLst>
          <pc:docMk/>
          <pc:sldMk cId="0" sldId="465"/>
        </pc:sldMkLst>
        <pc:spChg chg="add mod">
          <ac:chgData name="Harvey, Chris" userId="059c8d56-922c-405a-82ae-7db209cf59e4" providerId="ADAL" clId="{D2D827C1-9D2E-459A-AF51-5063C552D1D1}" dt="2021-08-26T13:45:57.836" v="36" actId="2085"/>
          <ac:spMkLst>
            <pc:docMk/>
            <pc:sldMk cId="0" sldId="465"/>
            <ac:spMk id="2" creationId="{92B538C0-AFA3-46AA-9F9A-8571B4F280E4}"/>
          </ac:spMkLst>
        </pc:spChg>
      </pc:sldChg>
      <pc:sldChg chg="addSp delSp modSp">
        <pc:chgData name="Harvey, Chris" userId="059c8d56-922c-405a-82ae-7db209cf59e4" providerId="ADAL" clId="{D2D827C1-9D2E-459A-AF51-5063C552D1D1}" dt="2021-08-27T09:06:02.399" v="323" actId="6549"/>
        <pc:sldMkLst>
          <pc:docMk/>
          <pc:sldMk cId="3991146299" sldId="467"/>
        </pc:sldMkLst>
        <pc:spChg chg="mod">
          <ac:chgData name="Harvey, Chris" userId="059c8d56-922c-405a-82ae-7db209cf59e4" providerId="ADAL" clId="{D2D827C1-9D2E-459A-AF51-5063C552D1D1}" dt="2021-08-27T09:06:02.399" v="323" actId="6549"/>
          <ac:spMkLst>
            <pc:docMk/>
            <pc:sldMk cId="3991146299" sldId="467"/>
            <ac:spMk id="6" creationId="{889AB4F6-8010-4F67-A371-5A8DDDA02203}"/>
          </ac:spMkLst>
        </pc:spChg>
        <pc:grpChg chg="del mod">
          <ac:chgData name="Harvey, Chris" userId="059c8d56-922c-405a-82ae-7db209cf59e4" providerId="ADAL" clId="{D2D827C1-9D2E-459A-AF51-5063C552D1D1}" dt="2021-08-27T09:05:28.133" v="309"/>
          <ac:grpSpMkLst>
            <pc:docMk/>
            <pc:sldMk cId="3991146299" sldId="467"/>
            <ac:grpSpMk id="20" creationId="{EF47B991-3CBA-433E-AC7F-AEC551CA90AD}"/>
          </ac:grpSpMkLst>
        </pc:grpChg>
        <pc:grpChg chg="del mod">
          <ac:chgData name="Harvey, Chris" userId="059c8d56-922c-405a-82ae-7db209cf59e4" providerId="ADAL" clId="{D2D827C1-9D2E-459A-AF51-5063C552D1D1}" dt="2021-08-27T09:05:34.708" v="311"/>
          <ac:grpSpMkLst>
            <pc:docMk/>
            <pc:sldMk cId="3991146299" sldId="467"/>
            <ac:grpSpMk id="22" creationId="{35A133D1-78D3-4F3E-B96D-664654FBAF77}"/>
          </ac:grpSpMkLst>
        </pc:grpChg>
        <pc:grpChg chg="del mod">
          <ac:chgData name="Harvey, Chris" userId="059c8d56-922c-405a-82ae-7db209cf59e4" providerId="ADAL" clId="{D2D827C1-9D2E-459A-AF51-5063C552D1D1}" dt="2021-08-27T09:05:46.381" v="313"/>
          <ac:grpSpMkLst>
            <pc:docMk/>
            <pc:sldMk cId="3991146299" sldId="467"/>
            <ac:grpSpMk id="24" creationId="{DF278F67-A479-403F-87E3-AE590623AD6F}"/>
          </ac:grpSpMkLst>
        </pc:grpChg>
        <pc:grpChg chg="del mod">
          <ac:chgData name="Harvey, Chris" userId="059c8d56-922c-405a-82ae-7db209cf59e4" providerId="ADAL" clId="{D2D827C1-9D2E-459A-AF51-5063C552D1D1}" dt="2021-08-27T09:05:50.355" v="316"/>
          <ac:grpSpMkLst>
            <pc:docMk/>
            <pc:sldMk cId="3991146299" sldId="467"/>
            <ac:grpSpMk id="26" creationId="{0DA97F67-3FDD-4C5C-ADF4-FE886A805A7F}"/>
          </ac:grpSpMkLst>
        </pc:grpChg>
        <pc:inkChg chg="del">
          <ac:chgData name="Harvey, Chris" userId="059c8d56-922c-405a-82ae-7db209cf59e4" providerId="ADAL" clId="{D2D827C1-9D2E-459A-AF51-5063C552D1D1}" dt="2021-08-27T09:05:54.086" v="320"/>
          <ac:inkMkLst>
            <pc:docMk/>
            <pc:sldMk cId="3991146299" sldId="467"/>
            <ac:inkMk id="2" creationId="{8C752637-E69D-CE40-8568-A8CB5A94D1F6}"/>
          </ac:inkMkLst>
        </pc:inkChg>
        <pc:inkChg chg="del">
          <ac:chgData name="Harvey, Chris" userId="059c8d56-922c-405a-82ae-7db209cf59e4" providerId="ADAL" clId="{D2D827C1-9D2E-459A-AF51-5063C552D1D1}" dt="2021-08-27T09:05:56.481" v="322"/>
          <ac:inkMkLst>
            <pc:docMk/>
            <pc:sldMk cId="3991146299" sldId="467"/>
            <ac:inkMk id="5" creationId="{571B206E-1E6F-4E4B-84BB-FE8AC5C910C8}"/>
          </ac:inkMkLst>
        </pc:inkChg>
        <pc:inkChg chg="del">
          <ac:chgData name="Harvey, Chris" userId="059c8d56-922c-405a-82ae-7db209cf59e4" providerId="ADAL" clId="{D2D827C1-9D2E-459A-AF51-5063C552D1D1}" dt="2021-08-27T09:05:56.481" v="321"/>
          <ac:inkMkLst>
            <pc:docMk/>
            <pc:sldMk cId="3991146299" sldId="467"/>
            <ac:inkMk id="9" creationId="{36F761C3-0FC8-704E-A2F2-B5A6F2B3427E}"/>
          </ac:inkMkLst>
        </pc:inkChg>
        <pc:inkChg chg="del">
          <ac:chgData name="Harvey, Chris" userId="059c8d56-922c-405a-82ae-7db209cf59e4" providerId="ADAL" clId="{D2D827C1-9D2E-459A-AF51-5063C552D1D1}" dt="2021-08-27T09:05:52.026" v="319"/>
          <ac:inkMkLst>
            <pc:docMk/>
            <pc:sldMk cId="3991146299" sldId="467"/>
            <ac:inkMk id="11" creationId="{EE63B10C-1870-1C4D-8815-6B78F5341A25}"/>
          </ac:inkMkLst>
        </pc:inkChg>
        <pc:inkChg chg="add del mod">
          <ac:chgData name="Harvey, Chris" userId="059c8d56-922c-405a-82ae-7db209cf59e4" providerId="ADAL" clId="{D2D827C1-9D2E-459A-AF51-5063C552D1D1}" dt="2021-08-27T09:05:50.354" v="314"/>
          <ac:inkMkLst>
            <pc:docMk/>
            <pc:sldMk cId="3991146299" sldId="467"/>
            <ac:inkMk id="18" creationId="{EC420731-D60F-47EF-BEC9-BBCD5E34EFF9}"/>
          </ac:inkMkLst>
        </pc:inkChg>
        <pc:inkChg chg="add del mod">
          <ac:chgData name="Harvey, Chris" userId="059c8d56-922c-405a-82ae-7db209cf59e4" providerId="ADAL" clId="{D2D827C1-9D2E-459A-AF51-5063C552D1D1}" dt="2021-08-27T09:05:50.355" v="316"/>
          <ac:inkMkLst>
            <pc:docMk/>
            <pc:sldMk cId="3991146299" sldId="467"/>
            <ac:inkMk id="19" creationId="{D874AAC5-F791-42A3-B022-C61B0EA6F5F9}"/>
          </ac:inkMkLst>
        </pc:inkChg>
        <pc:inkChg chg="add del mod">
          <ac:chgData name="Harvey, Chris" userId="059c8d56-922c-405a-82ae-7db209cf59e4" providerId="ADAL" clId="{D2D827C1-9D2E-459A-AF51-5063C552D1D1}" dt="2021-08-27T09:05:50.355" v="315"/>
          <ac:inkMkLst>
            <pc:docMk/>
            <pc:sldMk cId="3991146299" sldId="467"/>
            <ac:inkMk id="21" creationId="{E8FB6EE7-812F-4A0C-8449-AAA74F2B6CF5}"/>
          </ac:inkMkLst>
        </pc:inkChg>
        <pc:inkChg chg="add del mod">
          <ac:chgData name="Harvey, Chris" userId="059c8d56-922c-405a-82ae-7db209cf59e4" providerId="ADAL" clId="{D2D827C1-9D2E-459A-AF51-5063C552D1D1}" dt="2021-08-27T09:05:50.356" v="318"/>
          <ac:inkMkLst>
            <pc:docMk/>
            <pc:sldMk cId="3991146299" sldId="467"/>
            <ac:inkMk id="23" creationId="{A574098A-0A28-4E29-8523-285DEEC2E3BA}"/>
          </ac:inkMkLst>
        </pc:inkChg>
        <pc:inkChg chg="add del mod">
          <ac:chgData name="Harvey, Chris" userId="059c8d56-922c-405a-82ae-7db209cf59e4" providerId="ADAL" clId="{D2D827C1-9D2E-459A-AF51-5063C552D1D1}" dt="2021-08-27T09:05:50.356" v="317"/>
          <ac:inkMkLst>
            <pc:docMk/>
            <pc:sldMk cId="3991146299" sldId="467"/>
            <ac:inkMk id="25" creationId="{636DF343-6B2F-4F9C-B727-DA3298CDE0DD}"/>
          </ac:inkMkLst>
        </pc:inkChg>
      </pc:sldChg>
      <pc:sldChg chg="delSp modSp add del">
        <pc:chgData name="Harvey, Chris" userId="059c8d56-922c-405a-82ae-7db209cf59e4" providerId="ADAL" clId="{D2D827C1-9D2E-459A-AF51-5063C552D1D1}" dt="2021-09-02T09:25:22.284" v="358" actId="2696"/>
        <pc:sldMkLst>
          <pc:docMk/>
          <pc:sldMk cId="3975638235" sldId="468"/>
        </pc:sldMkLst>
        <pc:picChg chg="del">
          <ac:chgData name="Harvey, Chris" userId="059c8d56-922c-405a-82ae-7db209cf59e4" providerId="ADAL" clId="{D2D827C1-9D2E-459A-AF51-5063C552D1D1}" dt="2021-08-26T13:42:55.481" v="21" actId="478"/>
          <ac:picMkLst>
            <pc:docMk/>
            <pc:sldMk cId="3975638235" sldId="468"/>
            <ac:picMk id="6" creationId="{C34434E6-8117-4BDC-A626-39559581E8E1}"/>
          </ac:picMkLst>
        </pc:picChg>
        <pc:picChg chg="mod">
          <ac:chgData name="Harvey, Chris" userId="059c8d56-922c-405a-82ae-7db209cf59e4" providerId="ADAL" clId="{D2D827C1-9D2E-459A-AF51-5063C552D1D1}" dt="2021-08-26T13:43:29.918" v="29" actId="1076"/>
          <ac:picMkLst>
            <pc:docMk/>
            <pc:sldMk cId="3975638235" sldId="468"/>
            <ac:picMk id="13" creationId="{B2523E3B-490A-4CF7-990F-74B578BE3761}"/>
          </ac:picMkLst>
        </pc:picChg>
      </pc:sldChg>
      <pc:sldChg chg="modSp add del modTransition">
        <pc:chgData name="Harvey, Chris" userId="059c8d56-922c-405a-82ae-7db209cf59e4" providerId="ADAL" clId="{D2D827C1-9D2E-459A-AF51-5063C552D1D1}" dt="2021-09-02T09:25:22.308" v="359" actId="2696"/>
        <pc:sldMkLst>
          <pc:docMk/>
          <pc:sldMk cId="290557351" sldId="469"/>
        </pc:sldMkLst>
        <pc:picChg chg="mod">
          <ac:chgData name="Harvey, Chris" userId="059c8d56-922c-405a-82ae-7db209cf59e4" providerId="ADAL" clId="{D2D827C1-9D2E-459A-AF51-5063C552D1D1}" dt="2021-08-26T13:44:05.983" v="33" actId="207"/>
          <ac:picMkLst>
            <pc:docMk/>
            <pc:sldMk cId="290557351" sldId="469"/>
            <ac:picMk id="13" creationId="{B2523E3B-490A-4CF7-990F-74B578BE3761}"/>
          </ac:picMkLst>
        </pc:picChg>
      </pc:sldChg>
      <pc:sldChg chg="add del">
        <pc:chgData name="Harvey, Chris" userId="059c8d56-922c-405a-82ae-7db209cf59e4" providerId="ADAL" clId="{D2D827C1-9D2E-459A-AF51-5063C552D1D1}" dt="2021-08-26T14:12:49.601" v="65" actId="2696"/>
        <pc:sldMkLst>
          <pc:docMk/>
          <pc:sldMk cId="2329016846" sldId="470"/>
        </pc:sldMkLst>
      </pc:sldChg>
      <pc:sldChg chg="modSp add mod ord modClrScheme chgLayout">
        <pc:chgData name="Harvey, Chris" userId="059c8d56-922c-405a-82ae-7db209cf59e4" providerId="ADAL" clId="{D2D827C1-9D2E-459A-AF51-5063C552D1D1}" dt="2021-08-26T16:47:36.410" v="301" actId="108"/>
        <pc:sldMkLst>
          <pc:docMk/>
          <pc:sldMk cId="618118979" sldId="478"/>
        </pc:sldMkLst>
        <pc:spChg chg="mod">
          <ac:chgData name="Harvey, Chris" userId="059c8d56-922c-405a-82ae-7db209cf59e4" providerId="ADAL" clId="{D2D827C1-9D2E-459A-AF51-5063C552D1D1}" dt="2021-08-26T16:47:36.410" v="301" actId="108"/>
          <ac:spMkLst>
            <pc:docMk/>
            <pc:sldMk cId="618118979" sldId="478"/>
            <ac:spMk id="3" creationId="{7070F4EA-375E-46FC-90D6-6ABE896B8CA4}"/>
          </ac:spMkLst>
        </pc:spChg>
        <pc:spChg chg="mod ord">
          <ac:chgData name="Harvey, Chris" userId="059c8d56-922c-405a-82ae-7db209cf59e4" providerId="ADAL" clId="{D2D827C1-9D2E-459A-AF51-5063C552D1D1}" dt="2021-08-26T16:19:38.413" v="258" actId="6549"/>
          <ac:spMkLst>
            <pc:docMk/>
            <pc:sldMk cId="618118979" sldId="478"/>
            <ac:spMk id="4" creationId="{02F4C651-2FD8-410D-A0CA-7AFAF789A494}"/>
          </ac:spMkLst>
        </pc:spChg>
        <pc:spChg chg="mod">
          <ac:chgData name="Harvey, Chris" userId="059c8d56-922c-405a-82ae-7db209cf59e4" providerId="ADAL" clId="{D2D827C1-9D2E-459A-AF51-5063C552D1D1}" dt="2021-08-26T15:30:20.869" v="189" actId="26606"/>
          <ac:spMkLst>
            <pc:docMk/>
            <pc:sldMk cId="618118979" sldId="478"/>
            <ac:spMk id="10" creationId="{84B8195F-1D64-4CC8-AF86-8C73363AC7BF}"/>
          </ac:spMkLst>
        </pc:spChg>
      </pc:sldChg>
      <pc:sldChg chg="add modNotesTx">
        <pc:chgData name="Harvey, Chris" userId="059c8d56-922c-405a-82ae-7db209cf59e4" providerId="ADAL" clId="{D2D827C1-9D2E-459A-AF51-5063C552D1D1}" dt="2021-08-26T15:59:02.154" v="202" actId="6549"/>
        <pc:sldMkLst>
          <pc:docMk/>
          <pc:sldMk cId="862004670" sldId="479"/>
        </pc:sldMkLst>
      </pc:sldChg>
      <pc:sldChg chg="add del">
        <pc:chgData name="Harvey, Chris" userId="059c8d56-922c-405a-82ae-7db209cf59e4" providerId="ADAL" clId="{D2D827C1-9D2E-459A-AF51-5063C552D1D1}" dt="2021-08-26T16:19:47.688" v="261" actId="2696"/>
        <pc:sldMkLst>
          <pc:docMk/>
          <pc:sldMk cId="95888412" sldId="480"/>
        </pc:sldMkLst>
      </pc:sldChg>
      <pc:sldChg chg="add">
        <pc:chgData name="Harvey, Chris" userId="059c8d56-922c-405a-82ae-7db209cf59e4" providerId="ADAL" clId="{D2D827C1-9D2E-459A-AF51-5063C552D1D1}" dt="2021-08-26T16:18:46.736" v="216"/>
        <pc:sldMkLst>
          <pc:docMk/>
          <pc:sldMk cId="1896141116" sldId="481"/>
        </pc:sldMkLst>
      </pc:sldChg>
      <pc:sldChg chg="modSp add ord">
        <pc:chgData name="Harvey, Chris" userId="059c8d56-922c-405a-82ae-7db209cf59e4" providerId="ADAL" clId="{D2D827C1-9D2E-459A-AF51-5063C552D1D1}" dt="2021-08-26T16:47:45.103" v="304"/>
        <pc:sldMkLst>
          <pc:docMk/>
          <pc:sldMk cId="4230116283" sldId="482"/>
        </pc:sldMkLst>
        <pc:spChg chg="mod">
          <ac:chgData name="Harvey, Chris" userId="059c8d56-922c-405a-82ae-7db209cf59e4" providerId="ADAL" clId="{D2D827C1-9D2E-459A-AF51-5063C552D1D1}" dt="2021-08-26T16:47:02.624" v="298"/>
          <ac:spMkLst>
            <pc:docMk/>
            <pc:sldMk cId="4230116283" sldId="482"/>
            <ac:spMk id="3" creationId="{7070F4EA-375E-46FC-90D6-6ABE896B8CA4}"/>
          </ac:spMkLst>
        </pc:spChg>
        <pc:spChg chg="mod">
          <ac:chgData name="Harvey, Chris" userId="059c8d56-922c-405a-82ae-7db209cf59e4" providerId="ADAL" clId="{D2D827C1-9D2E-459A-AF51-5063C552D1D1}" dt="2021-08-26T16:47:45.103" v="304"/>
          <ac:spMkLst>
            <pc:docMk/>
            <pc:sldMk cId="4230116283" sldId="482"/>
            <ac:spMk id="4" creationId="{02F4C651-2FD8-410D-A0CA-7AFAF789A494}"/>
          </ac:spMkLst>
        </pc:spChg>
      </pc:sldChg>
      <pc:sldChg chg="add">
        <pc:chgData name="Harvey, Chris" userId="059c8d56-922c-405a-82ae-7db209cf59e4" providerId="ADAL" clId="{D2D827C1-9D2E-459A-AF51-5063C552D1D1}" dt="2021-09-02T09:25:17.888" v="356"/>
        <pc:sldMkLst>
          <pc:docMk/>
          <pc:sldMk cId="1110061206" sldId="484"/>
        </pc:sldMkLst>
      </pc:sldChg>
      <pc:sldChg chg="modSp add">
        <pc:chgData name="Harvey, Chris" userId="059c8d56-922c-405a-82ae-7db209cf59e4" providerId="ADAL" clId="{D2D827C1-9D2E-459A-AF51-5063C552D1D1}" dt="2021-09-02T09:25:35.715" v="361" actId="207"/>
        <pc:sldMkLst>
          <pc:docMk/>
          <pc:sldMk cId="4153768807" sldId="485"/>
        </pc:sldMkLst>
        <pc:picChg chg="mod">
          <ac:chgData name="Harvey, Chris" userId="059c8d56-922c-405a-82ae-7db209cf59e4" providerId="ADAL" clId="{D2D827C1-9D2E-459A-AF51-5063C552D1D1}" dt="2021-09-02T09:25:35.715" v="361" actId="207"/>
          <ac:picMkLst>
            <pc:docMk/>
            <pc:sldMk cId="4153768807" sldId="485"/>
            <ac:picMk id="13" creationId="{B2523E3B-490A-4CF7-990F-74B578BE3761}"/>
          </ac:picMkLst>
        </pc:picChg>
      </pc:sldChg>
      <pc:sldMasterChg chg="modSldLayout">
        <pc:chgData name="Harvey, Chris" userId="059c8d56-922c-405a-82ae-7db209cf59e4" providerId="ADAL" clId="{D2D827C1-9D2E-459A-AF51-5063C552D1D1}" dt="2021-08-26T14:10:00.432" v="63" actId="1076"/>
        <pc:sldMasterMkLst>
          <pc:docMk/>
          <pc:sldMasterMk cId="300464794" sldId="2147483648"/>
        </pc:sldMasterMkLst>
        <pc:sldLayoutChg chg="modSp">
          <pc:chgData name="Harvey, Chris" userId="059c8d56-922c-405a-82ae-7db209cf59e4" providerId="ADAL" clId="{D2D827C1-9D2E-459A-AF51-5063C552D1D1}" dt="2021-08-26T14:10:00.432" v="63" actId="1076"/>
          <pc:sldLayoutMkLst>
            <pc:docMk/>
            <pc:sldMasterMk cId="300464794" sldId="2147483648"/>
            <pc:sldLayoutMk cId="1593908109" sldId="2147483758"/>
          </pc:sldLayoutMkLst>
          <pc:spChg chg="mod">
            <ac:chgData name="Harvey, Chris" userId="059c8d56-922c-405a-82ae-7db209cf59e4" providerId="ADAL" clId="{D2D827C1-9D2E-459A-AF51-5063C552D1D1}" dt="2021-08-26T14:10:00.432" v="63" actId="1076"/>
            <ac:spMkLst>
              <pc:docMk/>
              <pc:sldMasterMk cId="300464794" sldId="2147483648"/>
              <pc:sldLayoutMk cId="1593908109" sldId="2147483758"/>
              <ac:spMk id="6" creationId="{00000000-0000-0000-0000-000000000000}"/>
            </ac:spMkLst>
          </pc:spChg>
        </pc:sldLayoutChg>
      </pc:sldMasterChg>
    </pc:docChg>
  </pc:docChgLst>
  <pc:docChgLst>
    <pc:chgData name="Harvey, Chris" userId="059c8d56-922c-405a-82ae-7db209cf59e4" providerId="ADAL" clId="{74065B7C-F5ED-1C4C-AB8E-98B567E5D270}"/>
    <pc:docChg chg="modSld">
      <pc:chgData name="Harvey, Chris" userId="059c8d56-922c-405a-82ae-7db209cf59e4" providerId="ADAL" clId="{74065B7C-F5ED-1C4C-AB8E-98B567E5D270}" dt="2021-08-26T20:28:37.920" v="4" actId="1076"/>
      <pc:docMkLst>
        <pc:docMk/>
      </pc:docMkLst>
      <pc:sldChg chg="addSp modSp">
        <pc:chgData name="Harvey, Chris" userId="059c8d56-922c-405a-82ae-7db209cf59e4" providerId="ADAL" clId="{74065B7C-F5ED-1C4C-AB8E-98B567E5D270}" dt="2021-08-26T20:28:37.920" v="4" actId="1076"/>
        <pc:sldMkLst>
          <pc:docMk/>
          <pc:sldMk cId="3991146299" sldId="467"/>
        </pc:sldMkLst>
        <pc:spChg chg="mod">
          <ac:chgData name="Harvey, Chris" userId="059c8d56-922c-405a-82ae-7db209cf59e4" providerId="ADAL" clId="{74065B7C-F5ED-1C4C-AB8E-98B567E5D270}" dt="2021-08-26T20:28:37.920" v="4" actId="1076"/>
          <ac:spMkLst>
            <pc:docMk/>
            <pc:sldMk cId="3991146299" sldId="467"/>
            <ac:spMk id="6" creationId="{889AB4F6-8010-4F67-A371-5A8DDDA02203}"/>
          </ac:spMkLst>
        </pc:spChg>
        <pc:inkChg chg="add">
          <ac:chgData name="Harvey, Chris" userId="059c8d56-922c-405a-82ae-7db209cf59e4" providerId="ADAL" clId="{74065B7C-F5ED-1C4C-AB8E-98B567E5D270}" dt="2021-08-26T20:27:56.190" v="0"/>
          <ac:inkMkLst>
            <pc:docMk/>
            <pc:sldMk cId="3991146299" sldId="467"/>
            <ac:inkMk id="2" creationId="{8C752637-E69D-CE40-8568-A8CB5A94D1F6}"/>
          </ac:inkMkLst>
        </pc:inkChg>
        <pc:inkChg chg="add">
          <ac:chgData name="Harvey, Chris" userId="059c8d56-922c-405a-82ae-7db209cf59e4" providerId="ADAL" clId="{74065B7C-F5ED-1C4C-AB8E-98B567E5D270}" dt="2021-08-26T20:28:08.696" v="1"/>
          <ac:inkMkLst>
            <pc:docMk/>
            <pc:sldMk cId="3991146299" sldId="467"/>
            <ac:inkMk id="5" creationId="{571B206E-1E6F-4E4B-84BB-FE8AC5C910C8}"/>
          </ac:inkMkLst>
        </pc:inkChg>
        <pc:inkChg chg="add">
          <ac:chgData name="Harvey, Chris" userId="059c8d56-922c-405a-82ae-7db209cf59e4" providerId="ADAL" clId="{74065B7C-F5ED-1C4C-AB8E-98B567E5D270}" dt="2021-08-26T20:28:09.703" v="2"/>
          <ac:inkMkLst>
            <pc:docMk/>
            <pc:sldMk cId="3991146299" sldId="467"/>
            <ac:inkMk id="9" creationId="{36F761C3-0FC8-704E-A2F2-B5A6F2B3427E}"/>
          </ac:inkMkLst>
        </pc:inkChg>
        <pc:inkChg chg="add">
          <ac:chgData name="Harvey, Chris" userId="059c8d56-922c-405a-82ae-7db209cf59e4" providerId="ADAL" clId="{74065B7C-F5ED-1C4C-AB8E-98B567E5D270}" dt="2021-08-26T20:28:10.700" v="3"/>
          <ac:inkMkLst>
            <pc:docMk/>
            <pc:sldMk cId="3991146299" sldId="467"/>
            <ac:inkMk id="10" creationId="{F9ABC7A4-6116-7E44-A629-6BC673CEBC2C}"/>
          </ac:inkMkLst>
        </pc:inkChg>
      </pc:sldChg>
    </pc:docChg>
  </pc:docChgLst>
  <pc:docChgLst>
    <pc:chgData name="Harvey, Chris" userId="059c8d56-922c-405a-82ae-7db209cf59e4" providerId="ADAL" clId="{94013C2D-996F-4D67-85F7-7ADB6BCC8379}"/>
    <pc:docChg chg="addSld delSld modSld sldOrd modSection">
      <pc:chgData name="Harvey, Chris" userId="059c8d56-922c-405a-82ae-7db209cf59e4" providerId="ADAL" clId="{94013C2D-996F-4D67-85F7-7ADB6BCC8379}" dt="2022-06-10T16:23:06.259" v="10" actId="12789"/>
      <pc:docMkLst>
        <pc:docMk/>
      </pc:docMkLst>
      <pc:sldChg chg="modSp mod">
        <pc:chgData name="Harvey, Chris" userId="059c8d56-922c-405a-82ae-7db209cf59e4" providerId="ADAL" clId="{94013C2D-996F-4D67-85F7-7ADB6BCC8379}" dt="2022-06-10T16:22:52.990" v="9" actId="14100"/>
        <pc:sldMkLst>
          <pc:docMk/>
          <pc:sldMk cId="1739172008" sldId="258"/>
        </pc:sldMkLst>
        <pc:spChg chg="mod">
          <ac:chgData name="Harvey, Chris" userId="059c8d56-922c-405a-82ae-7db209cf59e4" providerId="ADAL" clId="{94013C2D-996F-4D67-85F7-7ADB6BCC8379}" dt="2022-06-10T16:22:52.990" v="9" actId="14100"/>
          <ac:spMkLst>
            <pc:docMk/>
            <pc:sldMk cId="1739172008" sldId="258"/>
            <ac:spMk id="11" creationId="{959D995F-3739-445F-89C7-6F3E9CB06ABD}"/>
          </ac:spMkLst>
        </pc:spChg>
      </pc:sldChg>
      <pc:sldChg chg="modSp mod ord">
        <pc:chgData name="Harvey, Chris" userId="059c8d56-922c-405a-82ae-7db209cf59e4" providerId="ADAL" clId="{94013C2D-996F-4D67-85F7-7ADB6BCC8379}" dt="2022-06-10T16:23:06.259" v="10" actId="12789"/>
        <pc:sldMkLst>
          <pc:docMk/>
          <pc:sldMk cId="2649884992" sldId="260"/>
        </pc:sldMkLst>
        <pc:spChg chg="mod">
          <ac:chgData name="Harvey, Chris" userId="059c8d56-922c-405a-82ae-7db209cf59e4" providerId="ADAL" clId="{94013C2D-996F-4D67-85F7-7ADB6BCC8379}" dt="2022-06-10T16:23:06.259" v="10" actId="12789"/>
          <ac:spMkLst>
            <pc:docMk/>
            <pc:sldMk cId="2649884992" sldId="260"/>
            <ac:spMk id="5" creationId="{DDBEE232-4B7E-4B22-994A-7E52EC889B0A}"/>
          </ac:spMkLst>
        </pc:spChg>
      </pc:sldChg>
      <pc:sldChg chg="del">
        <pc:chgData name="Harvey, Chris" userId="059c8d56-922c-405a-82ae-7db209cf59e4" providerId="ADAL" clId="{94013C2D-996F-4D67-85F7-7ADB6BCC8379}" dt="2022-06-10T07:09:21.956" v="0" actId="47"/>
        <pc:sldMkLst>
          <pc:docMk/>
          <pc:sldMk cId="3828196570" sldId="494"/>
        </pc:sldMkLst>
      </pc:sldChg>
      <pc:sldChg chg="del">
        <pc:chgData name="Harvey, Chris" userId="059c8d56-922c-405a-82ae-7db209cf59e4" providerId="ADAL" clId="{94013C2D-996F-4D67-85F7-7ADB6BCC8379}" dt="2022-06-10T07:09:22.828" v="1" actId="47"/>
        <pc:sldMkLst>
          <pc:docMk/>
          <pc:sldMk cId="2101443669" sldId="497"/>
        </pc:sldMkLst>
      </pc:sldChg>
      <pc:sldChg chg="add modAnim">
        <pc:chgData name="Harvey, Chris" userId="059c8d56-922c-405a-82ae-7db209cf59e4" providerId="ADAL" clId="{94013C2D-996F-4D67-85F7-7ADB6BCC8379}" dt="2022-06-10T16:01:27.713" v="5"/>
        <pc:sldMkLst>
          <pc:docMk/>
          <pc:sldMk cId="850172219" sldId="510"/>
        </pc:sldMkLst>
      </pc:sldChg>
    </pc:docChg>
  </pc:docChgLst>
  <pc:docChgLst>
    <pc:chgData name="Harvey, Chris" userId="059c8d56-922c-405a-82ae-7db209cf59e4" providerId="ADAL" clId="{9E62A676-EB4C-42EC-85AA-FE51BDA8D01B}"/>
    <pc:docChg chg="undo custSel addSld delSld modSld modSection">
      <pc:chgData name="Harvey, Chris" userId="059c8d56-922c-405a-82ae-7db209cf59e4" providerId="ADAL" clId="{9E62A676-EB4C-42EC-85AA-FE51BDA8D01B}" dt="2021-11-12T15:18:32.423" v="570" actId="478"/>
      <pc:docMkLst>
        <pc:docMk/>
      </pc:docMkLst>
      <pc:sldChg chg="addSp delSp modSp add del setBg delDesignElem">
        <pc:chgData name="Harvey, Chris" userId="059c8d56-922c-405a-82ae-7db209cf59e4" providerId="ADAL" clId="{9E62A676-EB4C-42EC-85AA-FE51BDA8D01B}" dt="2021-11-11T22:35:15.016" v="568" actId="2696"/>
        <pc:sldMkLst>
          <pc:docMk/>
          <pc:sldMk cId="1668125081" sldId="256"/>
        </pc:sldMkLst>
        <pc:spChg chg="add mod">
          <ac:chgData name="Harvey, Chris" userId="059c8d56-922c-405a-82ae-7db209cf59e4" providerId="ADAL" clId="{9E62A676-EB4C-42EC-85AA-FE51BDA8D01B}" dt="2021-11-11T22:35:01.676" v="567" actId="14100"/>
          <ac:spMkLst>
            <pc:docMk/>
            <pc:sldMk cId="1668125081" sldId="256"/>
            <ac:spMk id="2" creationId="{EC2EA42E-D130-4D55-89FD-44ADC8E31F26}"/>
          </ac:spMkLst>
        </pc:spChg>
        <pc:spChg chg="add del">
          <ac:chgData name="Harvey, Chris" userId="059c8d56-922c-405a-82ae-7db209cf59e4" providerId="ADAL" clId="{9E62A676-EB4C-42EC-85AA-FE51BDA8D01B}" dt="2021-11-11T22:32:58.078" v="532" actId="478"/>
          <ac:spMkLst>
            <pc:docMk/>
            <pc:sldMk cId="1668125081" sldId="256"/>
            <ac:spMk id="4" creationId="{A671BCB6-227F-4FE6-8A8C-12BEDB60F72C}"/>
          </ac:spMkLst>
        </pc:spChg>
        <pc:spChg chg="del mod">
          <ac:chgData name="Harvey, Chris" userId="059c8d56-922c-405a-82ae-7db209cf59e4" providerId="ADAL" clId="{9E62A676-EB4C-42EC-85AA-FE51BDA8D01B}" dt="2021-11-11T22:32:50.895" v="529" actId="478"/>
          <ac:spMkLst>
            <pc:docMk/>
            <pc:sldMk cId="1668125081" sldId="256"/>
            <ac:spMk id="5" creationId="{F9BC5284-0DFD-4676-B2C1-0F1615D5081F}"/>
          </ac:spMkLst>
        </pc:spChg>
        <pc:spChg chg="add del mod">
          <ac:chgData name="Harvey, Chris" userId="059c8d56-922c-405a-82ae-7db209cf59e4" providerId="ADAL" clId="{9E62A676-EB4C-42EC-85AA-FE51BDA8D01B}" dt="2021-11-11T22:33:02.021" v="548" actId="20577"/>
          <ac:spMkLst>
            <pc:docMk/>
            <pc:sldMk cId="1668125081" sldId="256"/>
            <ac:spMk id="6" creationId="{6F82A46F-6E0E-4809-AFA1-F5104681D7A4}"/>
          </ac:spMkLst>
        </pc:spChg>
        <pc:spChg chg="del">
          <ac:chgData name="Harvey, Chris" userId="059c8d56-922c-405a-82ae-7db209cf59e4" providerId="ADAL" clId="{9E62A676-EB4C-42EC-85AA-FE51BDA8D01B}" dt="2021-11-11T22:32:11.090" v="522"/>
          <ac:spMkLst>
            <pc:docMk/>
            <pc:sldMk cId="1668125081" sldId="256"/>
            <ac:spMk id="29" creationId="{87A57295-2710-4920-B99A-4D1FA03A62BD}"/>
          </ac:spMkLst>
        </pc:spChg>
        <pc:spChg chg="del">
          <ac:chgData name="Harvey, Chris" userId="059c8d56-922c-405a-82ae-7db209cf59e4" providerId="ADAL" clId="{9E62A676-EB4C-42EC-85AA-FE51BDA8D01B}" dt="2021-11-11T22:32:11.090" v="522"/>
          <ac:spMkLst>
            <pc:docMk/>
            <pc:sldMk cId="1668125081" sldId="256"/>
            <ac:spMk id="31" creationId="{78067929-4D33-4306-9E2F-67C49CDDB5DE}"/>
          </ac:spMkLst>
        </pc:spChg>
        <pc:cxnChg chg="del">
          <ac:chgData name="Harvey, Chris" userId="059c8d56-922c-405a-82ae-7db209cf59e4" providerId="ADAL" clId="{9E62A676-EB4C-42EC-85AA-FE51BDA8D01B}" dt="2021-11-11T22:32:11.090" v="522"/>
          <ac:cxnSpMkLst>
            <pc:docMk/>
            <pc:sldMk cId="1668125081" sldId="256"/>
            <ac:cxnSpMk id="33" creationId="{2D72A2C9-F3CA-4216-8BAD-FA4C970C3C4E}"/>
          </ac:cxnSpMkLst>
        </pc:cxnChg>
      </pc:sldChg>
      <pc:sldChg chg="modSp">
        <pc:chgData name="Harvey, Chris" userId="059c8d56-922c-405a-82ae-7db209cf59e4" providerId="ADAL" clId="{9E62A676-EB4C-42EC-85AA-FE51BDA8D01B}" dt="2021-11-11T22:00:36.479" v="0" actId="14100"/>
        <pc:sldMkLst>
          <pc:docMk/>
          <pc:sldMk cId="2220180275" sldId="259"/>
        </pc:sldMkLst>
        <pc:spChg chg="mod">
          <ac:chgData name="Harvey, Chris" userId="059c8d56-922c-405a-82ae-7db209cf59e4" providerId="ADAL" clId="{9E62A676-EB4C-42EC-85AA-FE51BDA8D01B}" dt="2021-11-11T22:00:36.479" v="0" actId="14100"/>
          <ac:spMkLst>
            <pc:docMk/>
            <pc:sldMk cId="2220180275" sldId="259"/>
            <ac:spMk id="5" creationId="{4A31B030-CFAA-4FDA-8A41-2B5D679321D4}"/>
          </ac:spMkLst>
        </pc:spChg>
      </pc:sldChg>
      <pc:sldChg chg="addSp delSp modSp">
        <pc:chgData name="Harvey, Chris" userId="059c8d56-922c-405a-82ae-7db209cf59e4" providerId="ADAL" clId="{9E62A676-EB4C-42EC-85AA-FE51BDA8D01B}" dt="2021-11-12T15:18:32.423" v="570" actId="478"/>
        <pc:sldMkLst>
          <pc:docMk/>
          <pc:sldMk cId="2985912657" sldId="271"/>
        </pc:sldMkLst>
        <pc:spChg chg="add del mod">
          <ac:chgData name="Harvey, Chris" userId="059c8d56-922c-405a-82ae-7db209cf59e4" providerId="ADAL" clId="{9E62A676-EB4C-42EC-85AA-FE51BDA8D01B}" dt="2021-11-12T15:18:32.423" v="570" actId="478"/>
          <ac:spMkLst>
            <pc:docMk/>
            <pc:sldMk cId="2985912657" sldId="271"/>
            <ac:spMk id="3" creationId="{CA2980D2-35FF-4043-8F6F-C4BD80BB2E02}"/>
          </ac:spMkLst>
        </pc:spChg>
      </pc:sldChg>
      <pc:sldChg chg="delSp modSp">
        <pc:chgData name="Harvey, Chris" userId="059c8d56-922c-405a-82ae-7db209cf59e4" providerId="ADAL" clId="{9E62A676-EB4C-42EC-85AA-FE51BDA8D01B}" dt="2021-11-11T22:18:07.367" v="2" actId="478"/>
        <pc:sldMkLst>
          <pc:docMk/>
          <pc:sldMk cId="4091209295" sldId="276"/>
        </pc:sldMkLst>
        <pc:spChg chg="del mod">
          <ac:chgData name="Harvey, Chris" userId="059c8d56-922c-405a-82ae-7db209cf59e4" providerId="ADAL" clId="{9E62A676-EB4C-42EC-85AA-FE51BDA8D01B}" dt="2021-11-11T22:18:07.367" v="2" actId="478"/>
          <ac:spMkLst>
            <pc:docMk/>
            <pc:sldMk cId="4091209295" sldId="276"/>
            <ac:spMk id="3" creationId="{8BEA8D9B-00D4-47C6-A75F-6AF6F767027D}"/>
          </ac:spMkLst>
        </pc:spChg>
      </pc:sldChg>
      <pc:sldChg chg="addSp delSp modSp">
        <pc:chgData name="Harvey, Chris" userId="059c8d56-922c-405a-82ae-7db209cf59e4" providerId="ADAL" clId="{9E62A676-EB4C-42EC-85AA-FE51BDA8D01B}" dt="2021-11-11T22:25:00.414" v="520" actId="14100"/>
        <pc:sldMkLst>
          <pc:docMk/>
          <pc:sldMk cId="778329859" sldId="486"/>
        </pc:sldMkLst>
        <pc:spChg chg="add del mod">
          <ac:chgData name="Harvey, Chris" userId="059c8d56-922c-405a-82ae-7db209cf59e4" providerId="ADAL" clId="{9E62A676-EB4C-42EC-85AA-FE51BDA8D01B}" dt="2021-11-11T22:24:54.726" v="518" actId="478"/>
          <ac:spMkLst>
            <pc:docMk/>
            <pc:sldMk cId="778329859" sldId="486"/>
            <ac:spMk id="7" creationId="{327D05B1-4CF8-41F8-982C-1941D2F835EC}"/>
          </ac:spMkLst>
        </pc:spChg>
        <pc:picChg chg="add mod">
          <ac:chgData name="Harvey, Chris" userId="059c8d56-922c-405a-82ae-7db209cf59e4" providerId="ADAL" clId="{9E62A676-EB4C-42EC-85AA-FE51BDA8D01B}" dt="2021-11-11T22:25:00.414" v="520" actId="14100"/>
          <ac:picMkLst>
            <pc:docMk/>
            <pc:sldMk cId="778329859" sldId="486"/>
            <ac:picMk id="4" creationId="{6E351895-104E-4DE1-9E15-91DAF3814AE2}"/>
          </ac:picMkLst>
        </pc:picChg>
      </pc:sldChg>
      <pc:sldChg chg="addSp delSp modSp add">
        <pc:chgData name="Harvey, Chris" userId="059c8d56-922c-405a-82ae-7db209cf59e4" providerId="ADAL" clId="{9E62A676-EB4C-42EC-85AA-FE51BDA8D01B}" dt="2021-11-11T22:24:25.085" v="514" actId="14100"/>
        <pc:sldMkLst>
          <pc:docMk/>
          <pc:sldMk cId="3553533283" sldId="488"/>
        </pc:sldMkLst>
        <pc:spChg chg="mod">
          <ac:chgData name="Harvey, Chris" userId="059c8d56-922c-405a-82ae-7db209cf59e4" providerId="ADAL" clId="{9E62A676-EB4C-42EC-85AA-FE51BDA8D01B}" dt="2021-11-11T22:19:11.574" v="19" actId="20577"/>
          <ac:spMkLst>
            <pc:docMk/>
            <pc:sldMk cId="3553533283" sldId="488"/>
            <ac:spMk id="5" creationId="{D08B8227-4B07-4B97-997F-AF5EC7A7D306}"/>
          </ac:spMkLst>
        </pc:spChg>
        <pc:spChg chg="mod">
          <ac:chgData name="Harvey, Chris" userId="059c8d56-922c-405a-82ae-7db209cf59e4" providerId="ADAL" clId="{9E62A676-EB4C-42EC-85AA-FE51BDA8D01B}" dt="2021-11-11T22:23:43.839" v="509" actId="20577"/>
          <ac:spMkLst>
            <pc:docMk/>
            <pc:sldMk cId="3553533283" sldId="488"/>
            <ac:spMk id="6" creationId="{5437142B-741C-4D71-AD4C-CCA4E31FA279}"/>
          </ac:spMkLst>
        </pc:spChg>
        <pc:spChg chg="add del mod">
          <ac:chgData name="Harvey, Chris" userId="059c8d56-922c-405a-82ae-7db209cf59e4" providerId="ADAL" clId="{9E62A676-EB4C-42EC-85AA-FE51BDA8D01B}" dt="2021-11-11T22:24:19.421" v="512" actId="478"/>
          <ac:spMkLst>
            <pc:docMk/>
            <pc:sldMk cId="3553533283" sldId="488"/>
            <ac:spMk id="7" creationId="{6AAE8D38-212A-48E3-8350-9011A9FD3EA4}"/>
          </ac:spMkLst>
        </pc:spChg>
        <pc:picChg chg="add mod">
          <ac:chgData name="Harvey, Chris" userId="059c8d56-922c-405a-82ae-7db209cf59e4" providerId="ADAL" clId="{9E62A676-EB4C-42EC-85AA-FE51BDA8D01B}" dt="2021-11-11T22:24:25.085" v="514" actId="14100"/>
          <ac:picMkLst>
            <pc:docMk/>
            <pc:sldMk cId="3553533283" sldId="488"/>
            <ac:picMk id="4" creationId="{C8BCAF7E-E19C-4971-8E88-E11C2DD3FD4D}"/>
          </ac:picMkLst>
        </pc:picChg>
      </pc:sldChg>
    </pc:docChg>
  </pc:docChgLst>
  <pc:docChgLst>
    <pc:chgData name="Harvey, Chris" userId="059c8d56-922c-405a-82ae-7db209cf59e4" providerId="ADAL" clId="{B323C51B-6385-3040-A850-83878A09078F}"/>
    <pc:docChg chg="undo custSel addSld delSld modSld sldOrd modSection">
      <pc:chgData name="Harvey, Chris" userId="059c8d56-922c-405a-82ae-7db209cf59e4" providerId="ADAL" clId="{B323C51B-6385-3040-A850-83878A09078F}" dt="2021-08-26T21:43:50.495" v="71" actId="2696"/>
      <pc:docMkLst>
        <pc:docMk/>
      </pc:docMkLst>
      <pc:sldChg chg="del">
        <pc:chgData name="Harvey, Chris" userId="059c8d56-922c-405a-82ae-7db209cf59e4" providerId="ADAL" clId="{B323C51B-6385-3040-A850-83878A09078F}" dt="2021-08-26T21:43:50.495" v="71" actId="2696"/>
        <pc:sldMkLst>
          <pc:docMk/>
          <pc:sldMk cId="773290228" sldId="290"/>
        </pc:sldMkLst>
      </pc:sldChg>
      <pc:sldChg chg="addSp delSp">
        <pc:chgData name="Harvey, Chris" userId="059c8d56-922c-405a-82ae-7db209cf59e4" providerId="ADAL" clId="{B323C51B-6385-3040-A850-83878A09078F}" dt="2021-08-26T21:40:34.950" v="12"/>
        <pc:sldMkLst>
          <pc:docMk/>
          <pc:sldMk cId="3991146299" sldId="467"/>
        </pc:sldMkLst>
        <pc:inkChg chg="add">
          <ac:chgData name="Harvey, Chris" userId="059c8d56-922c-405a-82ae-7db209cf59e4" providerId="ADAL" clId="{B323C51B-6385-3040-A850-83878A09078F}" dt="2021-08-26T21:39:24.317" v="0"/>
          <ac:inkMkLst>
            <pc:docMk/>
            <pc:sldMk cId="3991146299" sldId="467"/>
            <ac:inkMk id="11" creationId="{EE63B10C-1870-1C4D-8815-6B78F5341A25}"/>
          </ac:inkMkLst>
        </pc:inkChg>
        <pc:inkChg chg="add del">
          <ac:chgData name="Harvey, Chris" userId="059c8d56-922c-405a-82ae-7db209cf59e4" providerId="ADAL" clId="{B323C51B-6385-3040-A850-83878A09078F}" dt="2021-08-26T21:39:34.732" v="2"/>
          <ac:inkMkLst>
            <pc:docMk/>
            <pc:sldMk cId="3991146299" sldId="467"/>
            <ac:inkMk id="12" creationId="{F7563069-F967-8441-9C0E-48035A2636C4}"/>
          </ac:inkMkLst>
        </pc:inkChg>
        <pc:inkChg chg="add del">
          <ac:chgData name="Harvey, Chris" userId="059c8d56-922c-405a-82ae-7db209cf59e4" providerId="ADAL" clId="{B323C51B-6385-3040-A850-83878A09078F}" dt="2021-08-26T21:39:40.960" v="4"/>
          <ac:inkMkLst>
            <pc:docMk/>
            <pc:sldMk cId="3991146299" sldId="467"/>
            <ac:inkMk id="13" creationId="{4B794B4D-6FCE-CB4C-B2DA-C27EC6B60152}"/>
          </ac:inkMkLst>
        </pc:inkChg>
        <pc:inkChg chg="add del">
          <ac:chgData name="Harvey, Chris" userId="059c8d56-922c-405a-82ae-7db209cf59e4" providerId="ADAL" clId="{B323C51B-6385-3040-A850-83878A09078F}" dt="2021-08-26T21:40:34.950" v="12"/>
          <ac:inkMkLst>
            <pc:docMk/>
            <pc:sldMk cId="3991146299" sldId="467"/>
            <ac:inkMk id="14" creationId="{8EAD4B64-E1F1-BF44-B486-F7F77B77FB07}"/>
          </ac:inkMkLst>
        </pc:inkChg>
        <pc:inkChg chg="add del">
          <ac:chgData name="Harvey, Chris" userId="059c8d56-922c-405a-82ae-7db209cf59e4" providerId="ADAL" clId="{B323C51B-6385-3040-A850-83878A09078F}" dt="2021-08-26T21:40:34.933" v="11"/>
          <ac:inkMkLst>
            <pc:docMk/>
            <pc:sldMk cId="3991146299" sldId="467"/>
            <ac:inkMk id="15" creationId="{9166D7C6-CA5D-B849-8C36-1E155A2F033C}"/>
          </ac:inkMkLst>
        </pc:inkChg>
        <pc:inkChg chg="add del">
          <ac:chgData name="Harvey, Chris" userId="059c8d56-922c-405a-82ae-7db209cf59e4" providerId="ADAL" clId="{B323C51B-6385-3040-A850-83878A09078F}" dt="2021-08-26T21:40:34.927" v="9"/>
          <ac:inkMkLst>
            <pc:docMk/>
            <pc:sldMk cId="3991146299" sldId="467"/>
            <ac:inkMk id="16" creationId="{5A5FE0B3-9468-5A4F-8317-49F40F6DB117}"/>
          </ac:inkMkLst>
        </pc:inkChg>
        <pc:inkChg chg="add del">
          <ac:chgData name="Harvey, Chris" userId="059c8d56-922c-405a-82ae-7db209cf59e4" providerId="ADAL" clId="{B323C51B-6385-3040-A850-83878A09078F}" dt="2021-08-26T21:40:34.931" v="10"/>
          <ac:inkMkLst>
            <pc:docMk/>
            <pc:sldMk cId="3991146299" sldId="467"/>
            <ac:inkMk id="17" creationId="{4FBB6A29-3071-6F4B-A77C-272F3F28D5C1}"/>
          </ac:inkMkLst>
        </pc:inkChg>
      </pc:sldChg>
      <pc:sldChg chg="modSp add ord">
        <pc:chgData name="Harvey, Chris" userId="059c8d56-922c-405a-82ae-7db209cf59e4" providerId="ADAL" clId="{B323C51B-6385-3040-A850-83878A09078F}" dt="2021-08-26T21:43:34.618" v="70" actId="22"/>
        <pc:sldMkLst>
          <pc:docMk/>
          <pc:sldMk cId="2225039007" sldId="483"/>
        </pc:sldMkLst>
        <pc:spChg chg="mod">
          <ac:chgData name="Harvey, Chris" userId="059c8d56-922c-405a-82ae-7db209cf59e4" providerId="ADAL" clId="{B323C51B-6385-3040-A850-83878A09078F}" dt="2021-08-26T21:43:12.637" v="68" actId="1076"/>
          <ac:spMkLst>
            <pc:docMk/>
            <pc:sldMk cId="2225039007" sldId="483"/>
            <ac:spMk id="3" creationId="{7070F4EA-375E-46FC-90D6-6ABE896B8CA4}"/>
          </ac:spMkLst>
        </pc:spChg>
        <pc:spChg chg="mod">
          <ac:chgData name="Harvey, Chris" userId="059c8d56-922c-405a-82ae-7db209cf59e4" providerId="ADAL" clId="{B323C51B-6385-3040-A850-83878A09078F}" dt="2021-08-26T21:43:34.618" v="70" actId="22"/>
          <ac:spMkLst>
            <pc:docMk/>
            <pc:sldMk cId="2225039007" sldId="483"/>
            <ac:spMk id="4" creationId="{02F4C651-2FD8-410D-A0CA-7AFAF789A49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82202B-296D-425D-B662-9BEFBD7C27B0}" type="doc">
      <dgm:prSet loTypeId="urn:microsoft.com/office/officeart/2005/8/layout/chevron1" loCatId="process" qsTypeId="urn:microsoft.com/office/officeart/2005/8/quickstyle/simple1" qsCatId="simple" csTypeId="urn:microsoft.com/office/officeart/2005/8/colors/colorful4" csCatId="colorful" phldr="1"/>
      <dgm:spPr/>
      <dgm:t>
        <a:bodyPr/>
        <a:lstStyle/>
        <a:p>
          <a:endParaRPr lang="en-GB"/>
        </a:p>
      </dgm:t>
    </dgm:pt>
    <dgm:pt modelId="{41EA617C-C396-4AEB-94B1-7B0098867D0E}">
      <dgm:prSet/>
      <dgm:spPr/>
      <dgm:t>
        <a:bodyPr/>
        <a:lstStyle/>
        <a:p>
          <a:r>
            <a:rPr lang="en-GB" b="1" dirty="0"/>
            <a:t>Goal or task based scenarios</a:t>
          </a:r>
          <a:endParaRPr lang="en-GB" dirty="0"/>
        </a:p>
      </dgm:t>
      <dgm:extLst>
        <a:ext uri="{E40237B7-FDA0-4F09-8148-C483321AD2D9}">
          <dgm14:cNvPr xmlns:dgm14="http://schemas.microsoft.com/office/drawing/2010/diagram" id="0" name="">
            <a:hlinkClick xmlns:r="http://schemas.openxmlformats.org/officeDocument/2006/relationships" r:id="" action="ppaction://customshow?id=1&amp;return=true"/>
          </dgm14:cNvPr>
        </a:ext>
      </dgm:extLst>
    </dgm:pt>
    <dgm:pt modelId="{B7F53B98-5277-483E-8F34-C9B9A28FBBC0}" type="parTrans" cxnId="{7529797E-F469-45E5-BAFD-C83DCEF6C615}">
      <dgm:prSet/>
      <dgm:spPr/>
      <dgm:t>
        <a:bodyPr/>
        <a:lstStyle/>
        <a:p>
          <a:endParaRPr lang="en-GB"/>
        </a:p>
      </dgm:t>
    </dgm:pt>
    <dgm:pt modelId="{ACFB1C68-40B2-40F5-AF90-7141672B8698}" type="sibTrans" cxnId="{7529797E-F469-45E5-BAFD-C83DCEF6C615}">
      <dgm:prSet/>
      <dgm:spPr/>
      <dgm:t>
        <a:bodyPr/>
        <a:lstStyle/>
        <a:p>
          <a:endParaRPr lang="en-GB"/>
        </a:p>
      </dgm:t>
    </dgm:pt>
    <dgm:pt modelId="{1548173D-8A06-47E5-BB68-CAFAC3462950}">
      <dgm:prSet/>
      <dgm:spPr/>
      <dgm:t>
        <a:bodyPr/>
        <a:lstStyle/>
        <a:p>
          <a:r>
            <a:rPr lang="en-GB" b="1"/>
            <a:t>Elaborated scenarios</a:t>
          </a:r>
          <a:endParaRPr lang="en-GB"/>
        </a:p>
      </dgm:t>
      <dgm:extLst>
        <a:ext uri="{E40237B7-FDA0-4F09-8148-C483321AD2D9}">
          <dgm14:cNvPr xmlns:dgm14="http://schemas.microsoft.com/office/drawing/2010/diagram" id="0" name="">
            <a:hlinkClick xmlns:r="http://schemas.openxmlformats.org/officeDocument/2006/relationships" r:id="" action="ppaction://customshow?id=2&amp;return=true"/>
          </dgm14:cNvPr>
        </a:ext>
      </dgm:extLst>
    </dgm:pt>
    <dgm:pt modelId="{9508A096-2CA5-4F8D-A90F-458FDFF5899E}" type="parTrans" cxnId="{1B0EC0C3-514A-40B1-8214-7AECA8CFF971}">
      <dgm:prSet/>
      <dgm:spPr/>
      <dgm:t>
        <a:bodyPr/>
        <a:lstStyle/>
        <a:p>
          <a:endParaRPr lang="en-GB"/>
        </a:p>
      </dgm:t>
    </dgm:pt>
    <dgm:pt modelId="{D6D23107-8637-4542-A3FB-57438413FD6F}" type="sibTrans" cxnId="{1B0EC0C3-514A-40B1-8214-7AECA8CFF971}">
      <dgm:prSet/>
      <dgm:spPr/>
      <dgm:t>
        <a:bodyPr/>
        <a:lstStyle/>
        <a:p>
          <a:endParaRPr lang="en-GB"/>
        </a:p>
      </dgm:t>
    </dgm:pt>
    <dgm:pt modelId="{3CA39512-A00E-47E4-B4F5-351EBEB01916}">
      <dgm:prSet/>
      <dgm:spPr/>
      <dgm:t>
        <a:bodyPr/>
        <a:lstStyle/>
        <a:p>
          <a:r>
            <a:rPr lang="en-GB" b="1" dirty="0"/>
            <a:t>Full scale task scenarios</a:t>
          </a:r>
          <a:endParaRPr lang="en-GB" dirty="0"/>
        </a:p>
      </dgm:t>
      <dgm:extLst>
        <a:ext uri="{E40237B7-FDA0-4F09-8148-C483321AD2D9}">
          <dgm14:cNvPr xmlns:dgm14="http://schemas.microsoft.com/office/drawing/2010/diagram" id="0" name="">
            <a:hlinkClick xmlns:r="http://schemas.openxmlformats.org/officeDocument/2006/relationships" r:id="" action="ppaction://customshow?id=3&amp;return=true"/>
          </dgm14:cNvPr>
        </a:ext>
      </dgm:extLst>
    </dgm:pt>
    <dgm:pt modelId="{229D3EE5-55DB-4F8F-82F1-58DE159D9D72}" type="parTrans" cxnId="{65E28B64-F104-4347-A4CD-A780847E2644}">
      <dgm:prSet/>
      <dgm:spPr/>
      <dgm:t>
        <a:bodyPr/>
        <a:lstStyle/>
        <a:p>
          <a:endParaRPr lang="en-GB"/>
        </a:p>
      </dgm:t>
    </dgm:pt>
    <dgm:pt modelId="{A9E8EDCA-7628-4101-955E-6E7AD33A9329}" type="sibTrans" cxnId="{65E28B64-F104-4347-A4CD-A780847E2644}">
      <dgm:prSet/>
      <dgm:spPr/>
      <dgm:t>
        <a:bodyPr/>
        <a:lstStyle/>
        <a:p>
          <a:endParaRPr lang="en-GB"/>
        </a:p>
      </dgm:t>
    </dgm:pt>
    <dgm:pt modelId="{8A4A1CB6-3C55-47D4-98D1-0A0557B6523A}" type="pres">
      <dgm:prSet presAssocID="{8482202B-296D-425D-B662-9BEFBD7C27B0}" presName="Name0" presStyleCnt="0">
        <dgm:presLayoutVars>
          <dgm:dir/>
          <dgm:animLvl val="lvl"/>
          <dgm:resizeHandles val="exact"/>
        </dgm:presLayoutVars>
      </dgm:prSet>
      <dgm:spPr/>
    </dgm:pt>
    <dgm:pt modelId="{06F3C5F0-D937-48F8-8D0F-D84DF07B3451}" type="pres">
      <dgm:prSet presAssocID="{41EA617C-C396-4AEB-94B1-7B0098867D0E}" presName="parTxOnly" presStyleLbl="node1" presStyleIdx="0" presStyleCnt="3">
        <dgm:presLayoutVars>
          <dgm:chMax val="0"/>
          <dgm:chPref val="0"/>
          <dgm:bulletEnabled val="1"/>
        </dgm:presLayoutVars>
      </dgm:prSet>
      <dgm:spPr/>
    </dgm:pt>
    <dgm:pt modelId="{D7C970C6-2DB5-469B-BA4B-E2AB9BE48C9F}" type="pres">
      <dgm:prSet presAssocID="{ACFB1C68-40B2-40F5-AF90-7141672B8698}" presName="parTxOnlySpace" presStyleCnt="0"/>
      <dgm:spPr/>
    </dgm:pt>
    <dgm:pt modelId="{E2C0A841-11BE-4B84-900B-5E5ACA341E24}" type="pres">
      <dgm:prSet presAssocID="{1548173D-8A06-47E5-BB68-CAFAC3462950}" presName="parTxOnly" presStyleLbl="node1" presStyleIdx="1" presStyleCnt="3">
        <dgm:presLayoutVars>
          <dgm:chMax val="0"/>
          <dgm:chPref val="0"/>
          <dgm:bulletEnabled val="1"/>
        </dgm:presLayoutVars>
      </dgm:prSet>
      <dgm:spPr/>
    </dgm:pt>
    <dgm:pt modelId="{76155B98-F5DE-4BD0-9E90-DEE5E9EC34A4}" type="pres">
      <dgm:prSet presAssocID="{D6D23107-8637-4542-A3FB-57438413FD6F}" presName="parTxOnlySpace" presStyleCnt="0"/>
      <dgm:spPr/>
    </dgm:pt>
    <dgm:pt modelId="{D84C3905-6BBD-4436-A9E9-93167DB02A34}" type="pres">
      <dgm:prSet presAssocID="{3CA39512-A00E-47E4-B4F5-351EBEB01916}" presName="parTxOnly" presStyleLbl="node1" presStyleIdx="2" presStyleCnt="3">
        <dgm:presLayoutVars>
          <dgm:chMax val="0"/>
          <dgm:chPref val="0"/>
          <dgm:bulletEnabled val="1"/>
        </dgm:presLayoutVars>
      </dgm:prSet>
      <dgm:spPr/>
    </dgm:pt>
  </dgm:ptLst>
  <dgm:cxnLst>
    <dgm:cxn modelId="{9616A438-5CDF-400E-958E-CFB7701B663F}" type="presOf" srcId="{41EA617C-C396-4AEB-94B1-7B0098867D0E}" destId="{06F3C5F0-D937-48F8-8D0F-D84DF07B3451}" srcOrd="0" destOrd="0" presId="urn:microsoft.com/office/officeart/2005/8/layout/chevron1"/>
    <dgm:cxn modelId="{65E28B64-F104-4347-A4CD-A780847E2644}" srcId="{8482202B-296D-425D-B662-9BEFBD7C27B0}" destId="{3CA39512-A00E-47E4-B4F5-351EBEB01916}" srcOrd="2" destOrd="0" parTransId="{229D3EE5-55DB-4F8F-82F1-58DE159D9D72}" sibTransId="{A9E8EDCA-7628-4101-955E-6E7AD33A9329}"/>
    <dgm:cxn modelId="{7529797E-F469-45E5-BAFD-C83DCEF6C615}" srcId="{8482202B-296D-425D-B662-9BEFBD7C27B0}" destId="{41EA617C-C396-4AEB-94B1-7B0098867D0E}" srcOrd="0" destOrd="0" parTransId="{B7F53B98-5277-483E-8F34-C9B9A28FBBC0}" sibTransId="{ACFB1C68-40B2-40F5-AF90-7141672B8698}"/>
    <dgm:cxn modelId="{B1590B87-A606-4546-8378-3CAAF05B3B22}" type="presOf" srcId="{8482202B-296D-425D-B662-9BEFBD7C27B0}" destId="{8A4A1CB6-3C55-47D4-98D1-0A0557B6523A}" srcOrd="0" destOrd="0" presId="urn:microsoft.com/office/officeart/2005/8/layout/chevron1"/>
    <dgm:cxn modelId="{2BA2B78D-B77A-4C4E-8353-19CC9CE86917}" type="presOf" srcId="{3CA39512-A00E-47E4-B4F5-351EBEB01916}" destId="{D84C3905-6BBD-4436-A9E9-93167DB02A34}" srcOrd="0" destOrd="0" presId="urn:microsoft.com/office/officeart/2005/8/layout/chevron1"/>
    <dgm:cxn modelId="{7BF4ABB0-6E84-4EF3-8C01-1A659990A7B7}" type="presOf" srcId="{1548173D-8A06-47E5-BB68-CAFAC3462950}" destId="{E2C0A841-11BE-4B84-900B-5E5ACA341E24}" srcOrd="0" destOrd="0" presId="urn:microsoft.com/office/officeart/2005/8/layout/chevron1"/>
    <dgm:cxn modelId="{1B0EC0C3-514A-40B1-8214-7AECA8CFF971}" srcId="{8482202B-296D-425D-B662-9BEFBD7C27B0}" destId="{1548173D-8A06-47E5-BB68-CAFAC3462950}" srcOrd="1" destOrd="0" parTransId="{9508A096-2CA5-4F8D-A90F-458FDFF5899E}" sibTransId="{D6D23107-8637-4542-A3FB-57438413FD6F}"/>
    <dgm:cxn modelId="{8C48C68E-096F-4AFD-BDC5-A944335D65D2}" type="presParOf" srcId="{8A4A1CB6-3C55-47D4-98D1-0A0557B6523A}" destId="{06F3C5F0-D937-48F8-8D0F-D84DF07B3451}" srcOrd="0" destOrd="0" presId="urn:microsoft.com/office/officeart/2005/8/layout/chevron1"/>
    <dgm:cxn modelId="{6CA3D8BB-4564-4C5B-BC90-64BA3D58DA99}" type="presParOf" srcId="{8A4A1CB6-3C55-47D4-98D1-0A0557B6523A}" destId="{D7C970C6-2DB5-469B-BA4B-E2AB9BE48C9F}" srcOrd="1" destOrd="0" presId="urn:microsoft.com/office/officeart/2005/8/layout/chevron1"/>
    <dgm:cxn modelId="{5CC42E2A-0551-43C0-AEEB-09678C633B68}" type="presParOf" srcId="{8A4A1CB6-3C55-47D4-98D1-0A0557B6523A}" destId="{E2C0A841-11BE-4B84-900B-5E5ACA341E24}" srcOrd="2" destOrd="0" presId="urn:microsoft.com/office/officeart/2005/8/layout/chevron1"/>
    <dgm:cxn modelId="{2883AEBD-5E82-4549-95A4-077AE8F8BD08}" type="presParOf" srcId="{8A4A1CB6-3C55-47D4-98D1-0A0557B6523A}" destId="{76155B98-F5DE-4BD0-9E90-DEE5E9EC34A4}" srcOrd="3" destOrd="0" presId="urn:microsoft.com/office/officeart/2005/8/layout/chevron1"/>
    <dgm:cxn modelId="{A5AE20AA-C3A1-4E4B-A109-7EECA6AB9904}" type="presParOf" srcId="{8A4A1CB6-3C55-47D4-98D1-0A0557B6523A}" destId="{D84C3905-6BBD-4436-A9E9-93167DB02A34}"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A20A8F-D199-47F6-976B-CAA5948ABBC7}" type="doc">
      <dgm:prSet loTypeId="urn:microsoft.com/office/officeart/2005/8/layout/process1" loCatId="process" qsTypeId="urn:microsoft.com/office/officeart/2005/8/quickstyle/simple1" qsCatId="simple" csTypeId="urn:microsoft.com/office/officeart/2005/8/colors/accent3_2" csCatId="accent3" phldr="1"/>
      <dgm:spPr/>
    </dgm:pt>
    <dgm:pt modelId="{D43DF74D-D578-4E31-BF43-1F75A9658BB5}">
      <dgm:prSet phldrT="[Text]"/>
      <dgm:spPr>
        <a:solidFill>
          <a:srgbClr val="4472C4"/>
        </a:solidFill>
      </dgm:spPr>
      <dgm:t>
        <a:bodyPr/>
        <a:lstStyle/>
        <a:p>
          <a:r>
            <a:rPr lang="en-GB" dirty="0"/>
            <a:t>Payment</a:t>
          </a:r>
        </a:p>
      </dgm:t>
    </dgm:pt>
    <dgm:pt modelId="{EA47792B-FC71-40F4-ACD2-78620EF3785B}" type="parTrans" cxnId="{8871F33D-A47B-4B71-917A-D52C1C687963}">
      <dgm:prSet/>
      <dgm:spPr/>
      <dgm:t>
        <a:bodyPr/>
        <a:lstStyle/>
        <a:p>
          <a:endParaRPr lang="en-GB"/>
        </a:p>
      </dgm:t>
    </dgm:pt>
    <dgm:pt modelId="{7557E514-6C9D-4343-AE6E-469B7DD408E3}" type="sibTrans" cxnId="{8871F33D-A47B-4B71-917A-D52C1C687963}">
      <dgm:prSet/>
      <dgm:spPr>
        <a:solidFill>
          <a:srgbClr val="9CB4E0"/>
        </a:solidFill>
      </dgm:spPr>
      <dgm:t>
        <a:bodyPr/>
        <a:lstStyle/>
        <a:p>
          <a:endParaRPr lang="en-GB"/>
        </a:p>
      </dgm:t>
    </dgm:pt>
    <dgm:pt modelId="{9ECB2D2E-968B-4816-B3D5-DF4267C0C61F}">
      <dgm:prSet phldrT="[Text]"/>
      <dgm:spPr>
        <a:solidFill>
          <a:srgbClr val="4472C4"/>
        </a:solidFill>
      </dgm:spPr>
      <dgm:t>
        <a:bodyPr/>
        <a:lstStyle/>
        <a:p>
          <a:r>
            <a:rPr lang="en-GB" dirty="0"/>
            <a:t>Confirmation</a:t>
          </a:r>
        </a:p>
      </dgm:t>
    </dgm:pt>
    <dgm:pt modelId="{ED0FDF8E-83E1-4735-8D0E-164E524DA58C}" type="parTrans" cxnId="{D0B923E7-1347-4007-801B-F60C602FD9A0}">
      <dgm:prSet/>
      <dgm:spPr/>
      <dgm:t>
        <a:bodyPr/>
        <a:lstStyle/>
        <a:p>
          <a:endParaRPr lang="en-GB"/>
        </a:p>
      </dgm:t>
    </dgm:pt>
    <dgm:pt modelId="{DF9B3EE4-97DA-4B90-B94B-806E576E548B}" type="sibTrans" cxnId="{D0B923E7-1347-4007-801B-F60C602FD9A0}">
      <dgm:prSet/>
      <dgm:spPr/>
      <dgm:t>
        <a:bodyPr/>
        <a:lstStyle/>
        <a:p>
          <a:endParaRPr lang="en-GB"/>
        </a:p>
      </dgm:t>
    </dgm:pt>
    <dgm:pt modelId="{77408DA4-5980-4726-92F6-E6D82A7C60C2}" type="pres">
      <dgm:prSet presAssocID="{8FA20A8F-D199-47F6-976B-CAA5948ABBC7}" presName="Name0" presStyleCnt="0">
        <dgm:presLayoutVars>
          <dgm:dir/>
          <dgm:resizeHandles val="exact"/>
        </dgm:presLayoutVars>
      </dgm:prSet>
      <dgm:spPr/>
    </dgm:pt>
    <dgm:pt modelId="{FF1F7B59-71C1-40A1-905E-BBD65DB84EC9}" type="pres">
      <dgm:prSet presAssocID="{D43DF74D-D578-4E31-BF43-1F75A9658BB5}" presName="node" presStyleLbl="node1" presStyleIdx="0" presStyleCnt="2">
        <dgm:presLayoutVars>
          <dgm:bulletEnabled val="1"/>
        </dgm:presLayoutVars>
      </dgm:prSet>
      <dgm:spPr/>
    </dgm:pt>
    <dgm:pt modelId="{BD0E1875-6CF6-43B5-9CBF-CEBA8D3CAE0C}" type="pres">
      <dgm:prSet presAssocID="{7557E514-6C9D-4343-AE6E-469B7DD408E3}" presName="sibTrans" presStyleLbl="sibTrans2D1" presStyleIdx="0" presStyleCnt="1"/>
      <dgm:spPr/>
    </dgm:pt>
    <dgm:pt modelId="{AA8690D9-9D97-447B-B4BE-4032ED2CC696}" type="pres">
      <dgm:prSet presAssocID="{7557E514-6C9D-4343-AE6E-469B7DD408E3}" presName="connectorText" presStyleLbl="sibTrans2D1" presStyleIdx="0" presStyleCnt="1"/>
      <dgm:spPr/>
    </dgm:pt>
    <dgm:pt modelId="{F563C74A-1A8A-42C1-ABB5-95F553F2C6FA}" type="pres">
      <dgm:prSet presAssocID="{9ECB2D2E-968B-4816-B3D5-DF4267C0C61F}" presName="node" presStyleLbl="node1" presStyleIdx="1" presStyleCnt="2">
        <dgm:presLayoutVars>
          <dgm:bulletEnabled val="1"/>
        </dgm:presLayoutVars>
      </dgm:prSet>
      <dgm:spPr/>
    </dgm:pt>
  </dgm:ptLst>
  <dgm:cxnLst>
    <dgm:cxn modelId="{E01E9111-6C38-4E65-861E-66FFDEA7FFC2}" type="presOf" srcId="{9ECB2D2E-968B-4816-B3D5-DF4267C0C61F}" destId="{F563C74A-1A8A-42C1-ABB5-95F553F2C6FA}" srcOrd="0" destOrd="0" presId="urn:microsoft.com/office/officeart/2005/8/layout/process1"/>
    <dgm:cxn modelId="{0C711330-C89B-4704-8D19-1ECC863498A4}" type="presOf" srcId="{7557E514-6C9D-4343-AE6E-469B7DD408E3}" destId="{BD0E1875-6CF6-43B5-9CBF-CEBA8D3CAE0C}" srcOrd="0" destOrd="0" presId="urn:microsoft.com/office/officeart/2005/8/layout/process1"/>
    <dgm:cxn modelId="{8871F33D-A47B-4B71-917A-D52C1C687963}" srcId="{8FA20A8F-D199-47F6-976B-CAA5948ABBC7}" destId="{D43DF74D-D578-4E31-BF43-1F75A9658BB5}" srcOrd="0" destOrd="0" parTransId="{EA47792B-FC71-40F4-ACD2-78620EF3785B}" sibTransId="{7557E514-6C9D-4343-AE6E-469B7DD408E3}"/>
    <dgm:cxn modelId="{0FBD53A2-5B3F-4069-965B-36633FE83D05}" type="presOf" srcId="{8FA20A8F-D199-47F6-976B-CAA5948ABBC7}" destId="{77408DA4-5980-4726-92F6-E6D82A7C60C2}" srcOrd="0" destOrd="0" presId="urn:microsoft.com/office/officeart/2005/8/layout/process1"/>
    <dgm:cxn modelId="{AC4FFAAC-4D20-44E3-A0F6-5D7F433312A2}" type="presOf" srcId="{7557E514-6C9D-4343-AE6E-469B7DD408E3}" destId="{AA8690D9-9D97-447B-B4BE-4032ED2CC696}" srcOrd="1" destOrd="0" presId="urn:microsoft.com/office/officeart/2005/8/layout/process1"/>
    <dgm:cxn modelId="{5C1240D4-0184-4A2E-86CC-F0D800673DF4}" type="presOf" srcId="{D43DF74D-D578-4E31-BF43-1F75A9658BB5}" destId="{FF1F7B59-71C1-40A1-905E-BBD65DB84EC9}" srcOrd="0" destOrd="0" presId="urn:microsoft.com/office/officeart/2005/8/layout/process1"/>
    <dgm:cxn modelId="{D0B923E7-1347-4007-801B-F60C602FD9A0}" srcId="{8FA20A8F-D199-47F6-976B-CAA5948ABBC7}" destId="{9ECB2D2E-968B-4816-B3D5-DF4267C0C61F}" srcOrd="1" destOrd="0" parTransId="{ED0FDF8E-83E1-4735-8D0E-164E524DA58C}" sibTransId="{DF9B3EE4-97DA-4B90-B94B-806E576E548B}"/>
    <dgm:cxn modelId="{93209DE6-8762-4333-85CE-12F3372C505E}" type="presParOf" srcId="{77408DA4-5980-4726-92F6-E6D82A7C60C2}" destId="{FF1F7B59-71C1-40A1-905E-BBD65DB84EC9}" srcOrd="0" destOrd="0" presId="urn:microsoft.com/office/officeart/2005/8/layout/process1"/>
    <dgm:cxn modelId="{0894C067-D84E-4A55-8CFA-CA04CEBE82FD}" type="presParOf" srcId="{77408DA4-5980-4726-92F6-E6D82A7C60C2}" destId="{BD0E1875-6CF6-43B5-9CBF-CEBA8D3CAE0C}" srcOrd="1" destOrd="0" presId="urn:microsoft.com/office/officeart/2005/8/layout/process1"/>
    <dgm:cxn modelId="{61B24F72-B68A-4E66-BAD0-4E17741CB8AC}" type="presParOf" srcId="{BD0E1875-6CF6-43B5-9CBF-CEBA8D3CAE0C}" destId="{AA8690D9-9D97-447B-B4BE-4032ED2CC696}" srcOrd="0" destOrd="0" presId="urn:microsoft.com/office/officeart/2005/8/layout/process1"/>
    <dgm:cxn modelId="{4E87948E-E776-4FF3-8A9B-15FE3C63C9C4}" type="presParOf" srcId="{77408DA4-5980-4726-92F6-E6D82A7C60C2}" destId="{F563C74A-1A8A-42C1-ABB5-95F553F2C6FA}"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F3C5F0-D937-48F8-8D0F-D84DF07B3451}">
      <dsp:nvSpPr>
        <dsp:cNvPr id="0" name=""/>
        <dsp:cNvSpPr/>
      </dsp:nvSpPr>
      <dsp:spPr>
        <a:xfrm>
          <a:off x="1785" y="303490"/>
          <a:ext cx="2175867" cy="870346"/>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GB" sz="1600" b="1" kern="1200" dirty="0"/>
            <a:t>Goal or task based scenarios</a:t>
          </a:r>
          <a:endParaRPr lang="en-GB" sz="1600" kern="1200" dirty="0"/>
        </a:p>
      </dsp:txBody>
      <dsp:txXfrm>
        <a:off x="436958" y="303490"/>
        <a:ext cx="1305521" cy="870346"/>
      </dsp:txXfrm>
    </dsp:sp>
    <dsp:sp modelId="{E2C0A841-11BE-4B84-900B-5E5ACA341E24}">
      <dsp:nvSpPr>
        <dsp:cNvPr id="0" name=""/>
        <dsp:cNvSpPr/>
      </dsp:nvSpPr>
      <dsp:spPr>
        <a:xfrm>
          <a:off x="1960066" y="303490"/>
          <a:ext cx="2175867" cy="870346"/>
        </a:xfrm>
        <a:prstGeom prst="chevron">
          <a:avLst/>
        </a:prstGeom>
        <a:solidFill>
          <a:schemeClr val="accent4">
            <a:hueOff val="-8817938"/>
            <a:satOff val="-3381"/>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GB" sz="1600" b="1" kern="1200"/>
            <a:t>Elaborated scenarios</a:t>
          </a:r>
          <a:endParaRPr lang="en-GB" sz="1600" kern="1200"/>
        </a:p>
      </dsp:txBody>
      <dsp:txXfrm>
        <a:off x="2395239" y="303490"/>
        <a:ext cx="1305521" cy="870346"/>
      </dsp:txXfrm>
    </dsp:sp>
    <dsp:sp modelId="{D84C3905-6BBD-4436-A9E9-93167DB02A34}">
      <dsp:nvSpPr>
        <dsp:cNvPr id="0" name=""/>
        <dsp:cNvSpPr/>
      </dsp:nvSpPr>
      <dsp:spPr>
        <a:xfrm>
          <a:off x="3918346" y="303490"/>
          <a:ext cx="2175867" cy="870346"/>
        </a:xfrm>
        <a:prstGeom prst="chevron">
          <a:avLst/>
        </a:prstGeom>
        <a:solidFill>
          <a:schemeClr val="accent4">
            <a:hueOff val="-17635876"/>
            <a:satOff val="-6763"/>
            <a:lumOff val="94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008" tIns="21336" rIns="21336" bIns="21336" numCol="1" spcCol="1270" anchor="ctr" anchorCtr="0">
          <a:noAutofit/>
        </a:bodyPr>
        <a:lstStyle/>
        <a:p>
          <a:pPr marL="0" lvl="0" indent="0" algn="ctr" defTabSz="711200">
            <a:lnSpc>
              <a:spcPct val="90000"/>
            </a:lnSpc>
            <a:spcBef>
              <a:spcPct val="0"/>
            </a:spcBef>
            <a:spcAft>
              <a:spcPct val="35000"/>
            </a:spcAft>
            <a:buNone/>
          </a:pPr>
          <a:r>
            <a:rPr lang="en-GB" sz="1600" b="1" kern="1200" dirty="0"/>
            <a:t>Full scale task scenarios</a:t>
          </a:r>
          <a:endParaRPr lang="en-GB" sz="1600" kern="1200" dirty="0"/>
        </a:p>
      </dsp:txBody>
      <dsp:txXfrm>
        <a:off x="4353519" y="303490"/>
        <a:ext cx="1305521" cy="8703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1F7B59-71C1-40A1-905E-BBD65DB84EC9}">
      <dsp:nvSpPr>
        <dsp:cNvPr id="0" name=""/>
        <dsp:cNvSpPr/>
      </dsp:nvSpPr>
      <dsp:spPr>
        <a:xfrm>
          <a:off x="997" y="377736"/>
          <a:ext cx="2126419" cy="1275851"/>
        </a:xfrm>
        <a:prstGeom prst="roundRect">
          <a:avLst>
            <a:gd name="adj" fmla="val 10000"/>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Payment</a:t>
          </a:r>
        </a:p>
      </dsp:txBody>
      <dsp:txXfrm>
        <a:off x="38365" y="415104"/>
        <a:ext cx="2051683" cy="1201115"/>
      </dsp:txXfrm>
    </dsp:sp>
    <dsp:sp modelId="{BD0E1875-6CF6-43B5-9CBF-CEBA8D3CAE0C}">
      <dsp:nvSpPr>
        <dsp:cNvPr id="0" name=""/>
        <dsp:cNvSpPr/>
      </dsp:nvSpPr>
      <dsp:spPr>
        <a:xfrm>
          <a:off x="2340058" y="751986"/>
          <a:ext cx="450800" cy="527351"/>
        </a:xfrm>
        <a:prstGeom prst="rightArrow">
          <a:avLst>
            <a:gd name="adj1" fmla="val 60000"/>
            <a:gd name="adj2" fmla="val 50000"/>
          </a:avLst>
        </a:prstGeom>
        <a:solidFill>
          <a:srgbClr val="9CB4E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2340058" y="857456"/>
        <a:ext cx="315560" cy="316411"/>
      </dsp:txXfrm>
    </dsp:sp>
    <dsp:sp modelId="{F563C74A-1A8A-42C1-ABB5-95F553F2C6FA}">
      <dsp:nvSpPr>
        <dsp:cNvPr id="0" name=""/>
        <dsp:cNvSpPr/>
      </dsp:nvSpPr>
      <dsp:spPr>
        <a:xfrm>
          <a:off x="2977983" y="377736"/>
          <a:ext cx="2126419" cy="1275851"/>
        </a:xfrm>
        <a:prstGeom prst="roundRect">
          <a:avLst>
            <a:gd name="adj" fmla="val 10000"/>
          </a:avLst>
        </a:prstGeom>
        <a:solidFill>
          <a:srgbClr val="4472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Confirmation</a:t>
          </a:r>
        </a:p>
      </dsp:txBody>
      <dsp:txXfrm>
        <a:off x="3015351" y="415104"/>
        <a:ext cx="2051683" cy="120111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r>
              <a:rPr lang="en-GB"/>
              <a:t>QAUX v2.0</a:t>
            </a:r>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09/06/2023</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26T20:28:10.698"/>
    </inkml:context>
    <inkml:brush xml:id="br0">
      <inkml:brushProperty name="width" value="0.05" units="cm"/>
      <inkml:brushProperty name="height" value="0.05" units="cm"/>
      <inkml:brushProperty name="color" value="#E71224"/>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vl1pPr>
          </a:lstStyle>
          <a:p>
            <a:r>
              <a:rPr lang="en-GB"/>
              <a:t>QAUX v2.0</a:t>
            </a:r>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vl1pPr>
          </a:lstStyle>
          <a:p>
            <a:fld id="{1D6B66C6-1E92-0F4E-A300-9D4ED1F0C23F}" type="datetimeFigureOut">
              <a:rPr lang="en-GB" smtClean="0"/>
              <a:t>09/06/2023</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1</a:t>
            </a:fld>
            <a:endParaRPr lang="en-GB"/>
          </a:p>
        </p:txBody>
      </p:sp>
      <p:sp>
        <p:nvSpPr>
          <p:cNvPr id="5" name="Header Placeholder 4">
            <a:extLst>
              <a:ext uri="{FF2B5EF4-FFF2-40B4-BE49-F238E27FC236}">
                <a16:creationId xmlns:a16="http://schemas.microsoft.com/office/drawing/2014/main" id="{AD9F5315-C41E-4F82-AF82-C8D772CC4761}"/>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476260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Developed by Garrett Jessie James, the five plane model is a UCD</a:t>
            </a:r>
            <a:r>
              <a:rPr lang="en-GB" baseline="0" dirty="0"/>
              <a:t> approach very will suited to understanding good UX principles. It builds five planes of activity into the development process for UX starting from the most abstract user centred to a working prototype at the end of development. </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endParaRPr lang="en-GB" dirty="0"/>
          </a:p>
          <a:p>
            <a:endParaRPr lang="en-GB" dirty="0"/>
          </a:p>
        </p:txBody>
      </p:sp>
      <p:sp>
        <p:nvSpPr>
          <p:cNvPr id="4" name="Header Placeholder 3">
            <a:extLst>
              <a:ext uri="{FF2B5EF4-FFF2-40B4-BE49-F238E27FC236}">
                <a16:creationId xmlns:a16="http://schemas.microsoft.com/office/drawing/2014/main" id="{E14D5256-1D33-48BD-835D-52A77663C1B3}"/>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443287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Based on evidence we now need</a:t>
            </a:r>
            <a:r>
              <a:rPr lang="en-GB" baseline="0"/>
              <a:t> to clearly set out our objectives for the development of the product – our evidence from the Strategy plane should provide significant evidence to support or deny early assumptions. The final product must stop being a nebulous construct in a senior stakeholders mind and reach a concrete framework to take towards development. </a:t>
            </a:r>
          </a:p>
          <a:p>
            <a:endParaRPr lang="en-GB" baseline="0"/>
          </a:p>
          <a:p>
            <a:endParaRPr lang="en-GB" baseline="0"/>
          </a:p>
          <a:p>
            <a:endParaRPr lang="en-GB" baseline="0"/>
          </a:p>
          <a:p>
            <a:endParaRPr lang="en-GB"/>
          </a:p>
        </p:txBody>
      </p:sp>
      <p:sp>
        <p:nvSpPr>
          <p:cNvPr id="4" name="Header Placeholder 3">
            <a:extLst>
              <a:ext uri="{FF2B5EF4-FFF2-40B4-BE49-F238E27FC236}">
                <a16:creationId xmlns:a16="http://schemas.microsoft.com/office/drawing/2014/main" id="{306D80E8-1E25-47F7-B4FA-C93663D1C51B}"/>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598514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96AC6C83-239E-43E5-AF1E-83DEFE104F9E}"/>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992861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a:t>Traditional requirement specifications can be enhanced with UX information in two main ways:</a:t>
            </a:r>
          </a:p>
          <a:p>
            <a:endParaRPr lang="en-GB" b="0"/>
          </a:p>
          <a:p>
            <a:pPr lvl="0"/>
            <a:r>
              <a:rPr lang="en-GB" b="0"/>
              <a:t>Feature requirements can be based on information collected during the user research phase. Here, user research complements market research data and other sources of product development information. Basing feature requirements on actual user data collected during research reduces the risk of investing resources in unwanted features and increases the likelihood of adding features that will drive sales.</a:t>
            </a:r>
          </a:p>
          <a:p>
            <a:pPr lvl="0"/>
            <a:endParaRPr lang="en-GB" b="0"/>
          </a:p>
          <a:p>
            <a:r>
              <a:rPr lang="en-GB" b="0"/>
              <a:t>UX-specific requirements can be added to the requirement specification. By adding UX requirements, UX becomes a priority alongside other product attributes and UX improvements are delivered when the product ships.</a:t>
            </a:r>
          </a:p>
          <a:p>
            <a:endParaRPr lang="en-GB"/>
          </a:p>
          <a:p>
            <a:endParaRPr lang="en-GB"/>
          </a:p>
        </p:txBody>
      </p:sp>
      <p:sp>
        <p:nvSpPr>
          <p:cNvPr id="4" name="Header Placeholder 3">
            <a:extLst>
              <a:ext uri="{FF2B5EF4-FFF2-40B4-BE49-F238E27FC236}">
                <a16:creationId xmlns:a16="http://schemas.microsoft.com/office/drawing/2014/main" id="{FF01607F-C009-43D8-895F-D85BF8062E8C}"/>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212962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67C9A02F-0270-4DA8-B30D-4AB60951EE1E}"/>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516139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4AD0B458-C270-4116-915C-3C989642103C}"/>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570506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582A937F-969D-4A3E-85A6-A5AB56F31969}"/>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82358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62DCD1D-B289-43D1-8C72-B8240F5441B9}"/>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4082266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8B86679-B52B-4A17-856C-04368D8AEA54}"/>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72832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F99920B2-7E5A-4D18-B049-FD176EF8823A}"/>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42304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A1AE9AF2-83AC-4156-B099-7C93130933A2}"/>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4037267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49F8B6D-FE78-4736-851C-D0DD2A1A15AE}"/>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794249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Montserrat" panose="00000500000000000000" pitchFamily="2" charset="0"/>
                <a:cs typeface="Arial" charset="0"/>
              </a:rPr>
              <a:t>Scenarios describe the stories and context behind why a specific user or user group comes to your site.  They note the goals and questions to be achieved and sometimes define the possibilities of how the user(s) can achieve them on the site.</a:t>
            </a:r>
          </a:p>
          <a:p>
            <a:endParaRPr lang="en-GB" dirty="0">
              <a:latin typeface="Montserrat" panose="00000500000000000000" pitchFamily="2" charset="0"/>
              <a:cs typeface="Arial" charset="0"/>
            </a:endParaRPr>
          </a:p>
          <a:p>
            <a:r>
              <a:rPr lang="en-GB" dirty="0">
                <a:latin typeface="Montserrat" panose="00000500000000000000" pitchFamily="2" charset="0"/>
                <a:cs typeface="Arial" charset="0"/>
              </a:rPr>
              <a:t>Scenarios are critical both for designing an interface and for usability testing.</a:t>
            </a:r>
            <a:endParaRPr lang="en-US" dirty="0">
              <a:latin typeface="Montserrat" panose="00000500000000000000" pitchFamily="2" charset="0"/>
              <a:cs typeface="Arial" charset="0"/>
            </a:endParaRP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t>14</a:t>
            </a:fld>
            <a:endParaRPr lang="en-GB"/>
          </a:p>
        </p:txBody>
      </p:sp>
      <p:sp>
        <p:nvSpPr>
          <p:cNvPr id="5" name="Header Placeholder 4">
            <a:extLst>
              <a:ext uri="{FF2B5EF4-FFF2-40B4-BE49-F238E27FC236}">
                <a16:creationId xmlns:a16="http://schemas.microsoft.com/office/drawing/2014/main" id="{44CBB906-F601-42F5-BE4C-DD8FE559B23D}"/>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028429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1" kern="1200">
                <a:solidFill>
                  <a:schemeClr val="tx1"/>
                </a:solidFill>
                <a:effectLst/>
                <a:latin typeface="Montserrat" panose="00000500000000000000" pitchFamily="2" charset="0"/>
                <a:ea typeface="+mn-ea"/>
                <a:cs typeface="Arial" pitchFamily="34" charset="0"/>
              </a:rPr>
              <a:t>Goal- or Task-Based Scenarios </a:t>
            </a:r>
            <a:r>
              <a:rPr lang="en-GB" sz="1200" kern="1200">
                <a:solidFill>
                  <a:schemeClr val="tx1"/>
                </a:solidFill>
                <a:effectLst/>
                <a:latin typeface="Montserrat" panose="00000500000000000000" pitchFamily="2" charset="0"/>
                <a:ea typeface="+mn-ea"/>
                <a:cs typeface="Arial" pitchFamily="34" charset="0"/>
              </a:rPr>
              <a:t>state only what the user wants to do.  Do not include any information on how the user would complete the scenario.  These scenarios are useful in helping to define your site architecture and content. You should give these types of scenarios to users in a usability test. It gives them a reason and a goal for going to the site, but it lets them show you how they would use the site to accomplish that goal.</a:t>
            </a:r>
          </a:p>
          <a:p>
            <a:pPr fontAlgn="base"/>
            <a:r>
              <a:rPr lang="en-GB" sz="1200" b="1" kern="1200">
                <a:solidFill>
                  <a:schemeClr val="tx1"/>
                </a:solidFill>
                <a:effectLst/>
                <a:latin typeface="Montserrat" panose="00000500000000000000" pitchFamily="2" charset="0"/>
                <a:ea typeface="+mn-ea"/>
                <a:cs typeface="Arial" pitchFamily="34" charset="0"/>
              </a:rPr>
              <a:t>Example</a:t>
            </a:r>
            <a:r>
              <a:rPr lang="en-GB" sz="1200" kern="1200">
                <a:solidFill>
                  <a:schemeClr val="tx1"/>
                </a:solidFill>
                <a:effectLst/>
                <a:latin typeface="Montserrat" panose="00000500000000000000" pitchFamily="2" charset="0"/>
                <a:ea typeface="+mn-ea"/>
                <a:cs typeface="Arial" pitchFamily="34" charset="0"/>
              </a:rPr>
              <a:t>: A parent is worried about a ten-year old refusing to drink milk and wants to know if it really makes a difference that the child is getting very little calcium.</a:t>
            </a:r>
          </a:p>
          <a:p>
            <a:pPr fontAlgn="base"/>
            <a:r>
              <a:rPr lang="en-GB" sz="1200" b="1" kern="1200">
                <a:solidFill>
                  <a:schemeClr val="tx1"/>
                </a:solidFill>
                <a:effectLst/>
                <a:latin typeface="Montserrat" panose="00000500000000000000" pitchFamily="2" charset="0"/>
                <a:ea typeface="+mn-ea"/>
                <a:cs typeface="Arial" pitchFamily="34" charset="0"/>
              </a:rPr>
              <a:t>Example</a:t>
            </a:r>
            <a:r>
              <a:rPr lang="en-GB" sz="1200" kern="1200">
                <a:solidFill>
                  <a:schemeClr val="tx1"/>
                </a:solidFill>
                <a:effectLst/>
                <a:latin typeface="Montserrat" panose="00000500000000000000" pitchFamily="2" charset="0"/>
                <a:ea typeface="+mn-ea"/>
                <a:cs typeface="Arial" pitchFamily="34" charset="0"/>
              </a:rPr>
              <a:t>: You are traveling to Seattle for your job next week and you want to check on the amount you can be reimbursed for meals and other expenses.</a:t>
            </a:r>
          </a:p>
          <a:p>
            <a:pPr fontAlgn="base"/>
            <a:endParaRPr lang="en-GB" sz="1200" b="1" kern="1200">
              <a:solidFill>
                <a:schemeClr val="tx1"/>
              </a:solidFill>
              <a:effectLst/>
              <a:latin typeface="Montserrat" panose="00000500000000000000" pitchFamily="2" charset="0"/>
              <a:ea typeface="+mn-ea"/>
              <a:cs typeface="Arial" pitchFamily="34" charset="0"/>
            </a:endParaRPr>
          </a:p>
          <a:p>
            <a:pPr fontAlgn="base"/>
            <a:r>
              <a:rPr lang="en-GB" sz="1200" b="1" kern="1200">
                <a:solidFill>
                  <a:schemeClr val="tx1"/>
                </a:solidFill>
                <a:effectLst/>
                <a:latin typeface="Montserrat" panose="00000500000000000000" pitchFamily="2" charset="0"/>
                <a:ea typeface="+mn-ea"/>
                <a:cs typeface="Arial" pitchFamily="34" charset="0"/>
              </a:rPr>
              <a:t>Elaborated Scenarios </a:t>
            </a:r>
            <a:r>
              <a:rPr lang="en-GB" sz="1200" kern="1200">
                <a:solidFill>
                  <a:schemeClr val="tx1"/>
                </a:solidFill>
                <a:effectLst/>
                <a:latin typeface="Montserrat" panose="00000500000000000000" pitchFamily="2" charset="0"/>
                <a:ea typeface="+mn-ea"/>
                <a:cs typeface="Arial" pitchFamily="34" charset="0"/>
              </a:rPr>
              <a:t>give more user story details. These details give the Web team a deeper understanding of the users and users’ characteristics that may help or hinder site interaction. Knowing this information, the team is more likely to develop content, functionality, and site behaviour that users find comfortable and easy to work with. (example on next page)</a:t>
            </a:r>
            <a:endParaRPr lang="en-GB"/>
          </a:p>
        </p:txBody>
      </p:sp>
      <p:sp>
        <p:nvSpPr>
          <p:cNvPr id="4" name="Header Placeholder 3">
            <a:extLst>
              <a:ext uri="{FF2B5EF4-FFF2-40B4-BE49-F238E27FC236}">
                <a16:creationId xmlns:a16="http://schemas.microsoft.com/office/drawing/2014/main" id="{2F4656D0-696D-41CA-868E-D6DC370BBFD5}"/>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476942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16</a:t>
            </a:fld>
            <a:endParaRPr lang="en-GB"/>
          </a:p>
        </p:txBody>
      </p:sp>
      <p:sp>
        <p:nvSpPr>
          <p:cNvPr id="5" name="Header Placeholder 4">
            <a:extLst>
              <a:ext uri="{FF2B5EF4-FFF2-40B4-BE49-F238E27FC236}">
                <a16:creationId xmlns:a16="http://schemas.microsoft.com/office/drawing/2014/main" id="{A3A4E2FC-73C2-4F4A-90AD-CCAFB5DBCAAB}"/>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742522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17</a:t>
            </a:fld>
            <a:endParaRPr lang="en-GB"/>
          </a:p>
        </p:txBody>
      </p:sp>
      <p:sp>
        <p:nvSpPr>
          <p:cNvPr id="5" name="Header Placeholder 4">
            <a:extLst>
              <a:ext uri="{FF2B5EF4-FFF2-40B4-BE49-F238E27FC236}">
                <a16:creationId xmlns:a16="http://schemas.microsoft.com/office/drawing/2014/main" id="{9484B0FF-E5A2-4616-83E3-2752376ED0B3}"/>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997321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t>18</a:t>
            </a:fld>
            <a:endParaRPr lang="en-GB"/>
          </a:p>
        </p:txBody>
      </p:sp>
      <p:sp>
        <p:nvSpPr>
          <p:cNvPr id="5" name="Header Placeholder 4">
            <a:extLst>
              <a:ext uri="{FF2B5EF4-FFF2-40B4-BE49-F238E27FC236}">
                <a16:creationId xmlns:a16="http://schemas.microsoft.com/office/drawing/2014/main" id="{64557B0F-A2CB-4049-AC79-EB5C2ADB042C}"/>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3749191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b="1" i="0" kern="1200">
                <a:solidFill>
                  <a:schemeClr val="tx1"/>
                </a:solidFill>
                <a:effectLst/>
                <a:latin typeface="Montserrat" panose="00000500000000000000" pitchFamily="2" charset="0"/>
                <a:ea typeface="+mn-ea"/>
                <a:cs typeface="Arial" pitchFamily="34" charset="0"/>
              </a:rPr>
              <a:t>Using Scenarios in Website Design</a:t>
            </a:r>
          </a:p>
          <a:p>
            <a:pPr fontAlgn="base"/>
            <a:r>
              <a:rPr lang="en-GB" sz="1200" b="0" i="0" kern="1200">
                <a:solidFill>
                  <a:schemeClr val="tx1"/>
                </a:solidFill>
                <a:effectLst/>
                <a:latin typeface="Montserrat" panose="00000500000000000000" pitchFamily="2" charset="0"/>
                <a:ea typeface="+mn-ea"/>
                <a:cs typeface="Arial" pitchFamily="34" charset="0"/>
              </a:rPr>
              <a:t>It is impossible to write down every scenario that every user has for visiting your website. Instead, before you start to put the site together, write down 10 to 30 of the most common reasons that users have for visiting or tasks that users want to do.</a:t>
            </a:r>
          </a:p>
          <a:p>
            <a:pPr fontAlgn="base"/>
            <a:endParaRPr lang="en-GB" sz="1200" b="0" i="0" kern="1200">
              <a:solidFill>
                <a:schemeClr val="tx1"/>
              </a:solidFill>
              <a:effectLst/>
              <a:latin typeface="Montserrat" panose="00000500000000000000" pitchFamily="2" charset="0"/>
              <a:ea typeface="+mn-ea"/>
              <a:cs typeface="Arial" pitchFamily="34" charset="0"/>
            </a:endParaRPr>
          </a:p>
          <a:p>
            <a:pPr fontAlgn="base"/>
            <a:r>
              <a:rPr lang="en-GB" sz="1200" b="0" i="0" kern="1200">
                <a:solidFill>
                  <a:schemeClr val="tx1"/>
                </a:solidFill>
                <a:effectLst/>
                <a:latin typeface="Montserrat" panose="00000500000000000000" pitchFamily="2" charset="0"/>
                <a:ea typeface="+mn-ea"/>
                <a:cs typeface="Arial" pitchFamily="34" charset="0"/>
              </a:rPr>
              <a:t>Scenarios can also work together with personas by serving as the stories behind why the particular persona would come to your website. What does the persona hope to accomplish by visiting the website? What characteristics of the persona might help or hinder his or her site interaction?</a:t>
            </a:r>
          </a:p>
          <a:p>
            <a:pPr fontAlgn="base"/>
            <a:endParaRPr lang="en-GB" sz="1200" b="0" i="0" kern="1200">
              <a:solidFill>
                <a:schemeClr val="tx1"/>
              </a:solidFill>
              <a:effectLst/>
              <a:latin typeface="Montserrat" panose="00000500000000000000" pitchFamily="2" charset="0"/>
              <a:ea typeface="+mn-ea"/>
              <a:cs typeface="Arial" pitchFamily="34" charset="0"/>
            </a:endParaRPr>
          </a:p>
          <a:p>
            <a:pPr fontAlgn="base"/>
            <a:r>
              <a:rPr lang="en-GB" sz="1200" b="0" i="0" kern="1200">
                <a:solidFill>
                  <a:schemeClr val="tx1"/>
                </a:solidFill>
                <a:effectLst/>
                <a:latin typeface="Montserrat" panose="00000500000000000000" pitchFamily="2" charset="0"/>
                <a:ea typeface="+mn-ea"/>
                <a:cs typeface="Arial" pitchFamily="34" charset="0"/>
              </a:rPr>
              <a:t>You should focus on users and their tasks rather than on your site's organization and internal structure. As a result, you will know what content the site must have and how it should be organized.</a:t>
            </a:r>
            <a:endParaRPr lang="en-GB" b="0"/>
          </a:p>
        </p:txBody>
      </p:sp>
      <p:sp>
        <p:nvSpPr>
          <p:cNvPr id="4" name="Header Placeholder 3">
            <a:extLst>
              <a:ext uri="{FF2B5EF4-FFF2-40B4-BE49-F238E27FC236}">
                <a16:creationId xmlns:a16="http://schemas.microsoft.com/office/drawing/2014/main" id="{3DFA6D96-58D4-4E30-9E16-37899324E936}"/>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439658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a:solidFill>
                  <a:schemeClr val="tx1"/>
                </a:solidFill>
                <a:effectLst/>
                <a:latin typeface="Montserrat" panose="00000500000000000000" pitchFamily="2" charset="0"/>
                <a:ea typeface="+mn-ea"/>
                <a:cs typeface="Arial" pitchFamily="34" charset="0"/>
              </a:rPr>
              <a:t>As Victorinus, a student of Plato, postulated  in the first century</a:t>
            </a:r>
            <a:r>
              <a:rPr lang="en-GB" sz="1200" b="0" i="0" kern="1200" baseline="0">
                <a:solidFill>
                  <a:schemeClr val="tx1"/>
                </a:solidFill>
                <a:effectLst/>
                <a:latin typeface="Montserrat" panose="00000500000000000000" pitchFamily="2" charset="0"/>
                <a:ea typeface="+mn-ea"/>
                <a:cs typeface="Arial" pitchFamily="34" charset="0"/>
              </a:rPr>
              <a:t> BC the basis of information gathering questions follow the five W (plus a H). </a:t>
            </a:r>
            <a:r>
              <a:rPr lang="en-GB" sz="1200" b="0" i="0" kern="1200">
                <a:solidFill>
                  <a:schemeClr val="tx1"/>
                </a:solidFill>
                <a:effectLst/>
                <a:latin typeface="Montserrat" panose="00000500000000000000" pitchFamily="2" charset="0"/>
                <a:ea typeface="+mn-ea"/>
                <a:cs typeface="Arial" pitchFamily="34" charset="0"/>
              </a:rPr>
              <a:t>Scenarios can be very detailed, all the way to very high level but should at least outline the ‘who’, ‘what’, ‘when’, ‘where’, ‘why’, and ‘how’ of the usage.  They typically outline a user</a:t>
            </a:r>
            <a:r>
              <a:rPr lang="en-GB" sz="1200" b="0" i="0" kern="1200" baseline="0">
                <a:solidFill>
                  <a:schemeClr val="tx1"/>
                </a:solidFill>
                <a:effectLst/>
                <a:latin typeface="Montserrat" panose="00000500000000000000" pitchFamily="2" charset="0"/>
                <a:ea typeface="+mn-ea"/>
                <a:cs typeface="Arial" pitchFamily="34" charset="0"/>
              </a:rPr>
              <a:t> journey (usually a quantified persona) through an activity or feature. </a:t>
            </a:r>
            <a:endParaRPr lang="en-GB"/>
          </a:p>
        </p:txBody>
      </p:sp>
      <p:sp>
        <p:nvSpPr>
          <p:cNvPr id="4" name="Header Placeholder 3">
            <a:extLst>
              <a:ext uri="{FF2B5EF4-FFF2-40B4-BE49-F238E27FC236}">
                <a16:creationId xmlns:a16="http://schemas.microsoft.com/office/drawing/2014/main" id="{8E73A044-ED1B-49A9-816F-5E3AFEB6A8D8}"/>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664788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a group you’ll want to walk through all the steps that you envisage a user taking to carry out their task</a:t>
            </a:r>
            <a:r>
              <a:rPr lang="en-GB" baseline="0"/>
              <a:t>  identify:</a:t>
            </a:r>
          </a:p>
          <a:p>
            <a:endParaRPr lang="en-GB"/>
          </a:p>
          <a:p>
            <a:r>
              <a:rPr lang="en-GB"/>
              <a:t>What the user does. Remember to focus on what happens, not necessarily how it happens. For example, Paul brings up a larger image of a bouquet of flowers that he thinks his Mum would like.</a:t>
            </a:r>
          </a:p>
          <a:p>
            <a:endParaRPr lang="en-GB"/>
          </a:p>
          <a:p>
            <a:r>
              <a:rPr lang="en-GB"/>
              <a:t>Any comments or information that you feel is important at this step. For example, you might want to make a note that there might be alternative images available for a bouquet of flowers, such as a front and side shot.</a:t>
            </a:r>
          </a:p>
          <a:p>
            <a:endParaRPr lang="en-GB"/>
          </a:p>
          <a:p>
            <a:r>
              <a:rPr lang="en-GB"/>
              <a:t>Any questions or assumptions that arise are this step that you’ll want to resolve. For example, will the images for flowers all be the same size and aspect ratio?</a:t>
            </a:r>
          </a:p>
          <a:p>
            <a:endParaRPr lang="en-GB"/>
          </a:p>
          <a:p>
            <a:r>
              <a:rPr lang="en-GB"/>
              <a:t>Any ideas or good suggestions that people have. For example, it would be good to allow Paul to zoom in on an image so that he can see the bouquet of flowers in more detail.</a:t>
            </a:r>
          </a:p>
        </p:txBody>
      </p:sp>
      <p:sp>
        <p:nvSpPr>
          <p:cNvPr id="4" name="Header Placeholder 3">
            <a:extLst>
              <a:ext uri="{FF2B5EF4-FFF2-40B4-BE49-F238E27FC236}">
                <a16:creationId xmlns:a16="http://schemas.microsoft.com/office/drawing/2014/main" id="{B238F762-A697-42A2-897B-1FBBAC603039}"/>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687794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86CAA1D0-1CE2-4E7D-93E1-76F42818D8A6}"/>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5039576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0D7C395-745F-4341-823C-63471821600D}"/>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8391884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Personas and task models sit alongside each other and feed off the same types of research, so for efficiency the two can be developed side by side, which also allows you to consider different task models based on the personas. Competitor benchmarking, personas, and task models are often covered in the same workshop because they usefully feed off each other.</a:t>
            </a:r>
          </a:p>
        </p:txBody>
      </p:sp>
      <p:sp>
        <p:nvSpPr>
          <p:cNvPr id="4" name="Header Placeholder 3">
            <a:extLst>
              <a:ext uri="{FF2B5EF4-FFF2-40B4-BE49-F238E27FC236}">
                <a16:creationId xmlns:a16="http://schemas.microsoft.com/office/drawing/2014/main" id="{8B278238-3A77-4A9B-970C-6F2230C7276F}"/>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4433928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Complex evaluation:</a:t>
            </a:r>
            <a:r>
              <a:rPr lang="en-GB"/>
              <a:t> Complex evaluations can be found in almost every project. This is where a user requires several different, and often unrelated, needs to be fulfilled to complete a goal. When booking a vacation, for example, users evaluate dates, locations, activities, and cost. It is likely that they will have some specific requirements (such as it must have a swimming pool or it must not be too close to a main road). Their ultimate emotional goals might be to have a relaxing break. Uncovering and understanding this information gives guidance to how information is displayed, the feel you want to convey, and the deeper content that needs to be available.</a:t>
            </a:r>
          </a:p>
        </p:txBody>
      </p:sp>
      <p:sp>
        <p:nvSpPr>
          <p:cNvPr id="4" name="Header Placeholder 3">
            <a:extLst>
              <a:ext uri="{FF2B5EF4-FFF2-40B4-BE49-F238E27FC236}">
                <a16:creationId xmlns:a16="http://schemas.microsoft.com/office/drawing/2014/main" id="{75FBD966-BCA6-4482-A9DC-64109A92D87D}"/>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5575744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b="1" dirty="0"/>
              <a:t>Direct connection:</a:t>
            </a:r>
            <a:r>
              <a:rPr lang="en-GB" dirty="0"/>
              <a:t> One task leads on to the next. For example, a user has completed their holiday booking, clicked the submit button, and a</a:t>
            </a:r>
            <a:r>
              <a:rPr lang="en-GB" baseline="0" dirty="0"/>
              <a:t> confirmation page appears. </a:t>
            </a:r>
            <a:endParaRPr lang="en-GB" dirty="0"/>
          </a:p>
          <a:p>
            <a:endParaRPr lang="en-GB" dirty="0"/>
          </a:p>
        </p:txBody>
      </p:sp>
      <p:sp>
        <p:nvSpPr>
          <p:cNvPr id="4" name="Header Placeholder 3">
            <a:extLst>
              <a:ext uri="{FF2B5EF4-FFF2-40B4-BE49-F238E27FC236}">
                <a16:creationId xmlns:a16="http://schemas.microsoft.com/office/drawing/2014/main" id="{6EABDBA9-35E9-4852-858D-9846DCE3D66B}"/>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381467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Controlled evaluation: </a:t>
            </a:r>
            <a:r>
              <a:rPr lang="en-GB" dirty="0"/>
              <a:t>A user wants to explore aspects of a well-defined product or service. For example, let's say you are buying a car and want to evaluate combinations of different wheels, engines, trims, and options. The interface and navigation can focus just on allowing you to do these things in a controlled environment until you reach an outcome.</a:t>
            </a:r>
          </a:p>
          <a:p>
            <a:endParaRPr lang="en-GB" dirty="0"/>
          </a:p>
        </p:txBody>
      </p:sp>
      <p:sp>
        <p:nvSpPr>
          <p:cNvPr id="4" name="Header Placeholder 3">
            <a:extLst>
              <a:ext uri="{FF2B5EF4-FFF2-40B4-BE49-F238E27FC236}">
                <a16:creationId xmlns:a16="http://schemas.microsoft.com/office/drawing/2014/main" id="{A9BC1BBE-99B4-49A1-940A-511D255705AF}"/>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092989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01634EEA-857E-4B2B-8FAC-CB6F3E112011}"/>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553670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C063EE49-EB07-4A5C-A829-99A7C3043015}"/>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1013992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Header Placeholder 3">
            <a:extLst>
              <a:ext uri="{FF2B5EF4-FFF2-40B4-BE49-F238E27FC236}">
                <a16:creationId xmlns:a16="http://schemas.microsoft.com/office/drawing/2014/main" id="{CDAF7B02-5F07-4E18-AEDE-320B0D5A013E}"/>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9437005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EB379754-39C6-41DD-A968-C1AF97C9471D}"/>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584295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5CEE3EC1-596C-492C-A108-C78667F72810}"/>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26993482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EA4347A-466D-43C7-A704-284886E2788D}"/>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476832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14527666-3A13-4B89-81E0-EF1FFF415D28}"/>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4700177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43D58737-9CB3-41BC-B351-96F4DB93A657}"/>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15842950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A2F2EC2A-BFE4-428E-A394-85659C23C71A}"/>
              </a:ext>
            </a:extLst>
          </p:cNvPr>
          <p:cNvSpPr>
            <a:spLocks noGrp="1"/>
          </p:cNvSpPr>
          <p:nvPr>
            <p:ph type="hdr" sz="quarter"/>
          </p:nvPr>
        </p:nvSpPr>
        <p:spPr/>
        <p:txBody>
          <a:bodyPr/>
          <a:lstStyle/>
          <a:p>
            <a:r>
              <a:rPr lang="en-GB"/>
              <a:t>QAUX v2.0</a:t>
            </a:r>
          </a:p>
        </p:txBody>
      </p:sp>
    </p:spTree>
    <p:extLst>
      <p:ext uri="{BB962C8B-B14F-4D97-AF65-F5344CB8AC3E}">
        <p14:creationId xmlns:p14="http://schemas.microsoft.com/office/powerpoint/2010/main" val="39491008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a:p>
        </p:txBody>
      </p:sp>
      <p:pic>
        <p:nvPicPr>
          <p:cNvPr id="11" name="Picture 1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a:t>Subtitle here</a:t>
            </a:r>
          </a:p>
        </p:txBody>
      </p:sp>
      <p:pic>
        <p:nvPicPr>
          <p:cNvPr id="7" name="Picture 6"/>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Tree>
    <p:extLst>
      <p:ext uri="{BB962C8B-B14F-4D97-AF65-F5344CB8AC3E}">
        <p14:creationId xmlns:p14="http://schemas.microsoft.com/office/powerpoint/2010/main" val="343098901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179172249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1283692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159390810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265164738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19570105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Tree>
    <p:extLst>
      <p:ext uri="{BB962C8B-B14F-4D97-AF65-F5344CB8AC3E}">
        <p14:creationId xmlns:p14="http://schemas.microsoft.com/office/powerpoint/2010/main" val="3647231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7518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46610657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6525209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1933683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41640908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3693500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Tree>
    <p:extLst>
      <p:ext uri="{BB962C8B-B14F-4D97-AF65-F5344CB8AC3E}">
        <p14:creationId xmlns:p14="http://schemas.microsoft.com/office/powerpoint/2010/main" val="5790450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8851007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4B543A0A-6279-4BC8-96A2-782947AA23D7}"/>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23806961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4B543A0A-6279-4BC8-96A2-782947AA23D7}"/>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1568609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0" name="Text Placeholder 2">
            <a:extLst>
              <a:ext uri="{FF2B5EF4-FFF2-40B4-BE49-F238E27FC236}">
                <a16:creationId xmlns:a16="http://schemas.microsoft.com/office/drawing/2014/main" id="{A0C796F0-274B-4369-B143-1FB3858C8704}"/>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92254084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13979788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3" name="Text Placeholder 2">
            <a:extLst>
              <a:ext uri="{FF2B5EF4-FFF2-40B4-BE49-F238E27FC236}">
                <a16:creationId xmlns:a16="http://schemas.microsoft.com/office/drawing/2014/main" id="{887C134E-FF34-427E-A1A9-5665198516FF}"/>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29632173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5" name="Text Placeholder 2">
            <a:extLst>
              <a:ext uri="{FF2B5EF4-FFF2-40B4-BE49-F238E27FC236}">
                <a16:creationId xmlns:a16="http://schemas.microsoft.com/office/drawing/2014/main" id="{C1CE118D-6684-414D-A495-A3B8A68324FF}"/>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23410720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Tree>
    <p:extLst>
      <p:ext uri="{BB962C8B-B14F-4D97-AF65-F5344CB8AC3E}">
        <p14:creationId xmlns:p14="http://schemas.microsoft.com/office/powerpoint/2010/main" val="4157393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433680"/>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a:p>
        </p:txBody>
      </p:sp>
    </p:spTree>
    <p:extLst>
      <p:ext uri="{BB962C8B-B14F-4D97-AF65-F5344CB8AC3E}">
        <p14:creationId xmlns:p14="http://schemas.microsoft.com/office/powerpoint/2010/main" val="3451938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756434"/>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66078844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134502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8521410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0503606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916284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14750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562647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935292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73222" y="1037052"/>
            <a:ext cx="5722778"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359597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5597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86289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84889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536498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93202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501041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85310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716946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5671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295162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7103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defPPr>
              <a:defRPr lang="en-US"/>
            </a:defPPr>
            <a:lvl1pPr marL="0" algn="r" defTabSz="914377" rtl="0" eaLnBrk="1" latinLnBrk="0" hangingPunct="1">
              <a:defRPr sz="1000" b="1" i="0" kern="1200">
                <a:solidFill>
                  <a:schemeClr val="bg1">
                    <a:lumMod val="50000"/>
                  </a:schemeClr>
                </a:solidFill>
                <a:latin typeface="Montserrat"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 y="5813020"/>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79755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a:p>
        </p:txBody>
      </p:sp>
    </p:spTree>
    <p:extLst>
      <p:ext uri="{BB962C8B-B14F-4D97-AF65-F5344CB8AC3E}">
        <p14:creationId xmlns:p14="http://schemas.microsoft.com/office/powerpoint/2010/main" val="29269145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a:p>
        </p:txBody>
      </p:sp>
      <p:pic>
        <p:nvPicPr>
          <p:cNvPr id="7" name="Picture 6"/>
          <p:cNvPicPr>
            <a:picLocks noChangeAspect="1"/>
          </p:cNvPicPr>
          <p:nvPr userDrawn="1"/>
        </p:nvPicPr>
        <p:blipFill rotWithShape="1">
          <a:blip r:embed="rId3" cstate="email">
            <a:biLevel thresh="25000"/>
            <a:extLst>
              <a:ext uri="{28A0092B-C50C-407E-A947-70E740481C1C}">
                <a14:useLocalDpi xmlns:a14="http://schemas.microsoft.com/office/drawing/2010/main"/>
              </a:ext>
            </a:extLst>
          </a:blip>
          <a:srcRect/>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a:solidFill>
                  <a:srgbClr val="004050"/>
                </a:solidFill>
                <a:latin typeface="Montserrat"/>
                <a:ea typeface="+mn-ea"/>
                <a:cs typeface="Montserrat"/>
              </a:rPr>
              <a:t>Lorem ipsum </a:t>
            </a:r>
            <a:r>
              <a:rPr lang="en-GB" sz="1800" b="0" i="0" kern="1200" err="1">
                <a:solidFill>
                  <a:srgbClr val="004050"/>
                </a:solidFill>
                <a:latin typeface="Montserrat"/>
                <a:ea typeface="+mn-ea"/>
                <a:cs typeface="Montserrat"/>
              </a:rPr>
              <a:t>dolor</a:t>
            </a:r>
            <a:r>
              <a:rPr lang="en-GB" sz="1800" b="0" i="0" kern="1200">
                <a:solidFill>
                  <a:srgbClr val="004050"/>
                </a:solidFill>
                <a:latin typeface="Montserrat"/>
                <a:ea typeface="+mn-ea"/>
                <a:cs typeface="Montserrat"/>
              </a:rPr>
              <a:t> sit </a:t>
            </a:r>
            <a:r>
              <a:rPr lang="en-GB" sz="1800" b="0" i="0" kern="1200" err="1">
                <a:solidFill>
                  <a:srgbClr val="004050"/>
                </a:solidFill>
                <a:latin typeface="Montserrat"/>
                <a:ea typeface="+mn-ea"/>
                <a:cs typeface="Montserrat"/>
              </a:rPr>
              <a:t>amet</a:t>
            </a:r>
            <a:endParaRPr lang="en-GB" sz="1800">
              <a:solidFill>
                <a:srgbClr val="004050"/>
              </a:solidFill>
            </a:endParaRPr>
          </a:p>
          <a:p>
            <a:pPr lvl="0"/>
            <a:endParaRPr lang="en-GB"/>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755038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a:t>
            </a:r>
            <a:br>
              <a:rPr lang="en-US"/>
            </a:br>
            <a:r>
              <a:rPr lang="en-US"/>
              <a:t>to sit here</a:t>
            </a:r>
          </a:p>
        </p:txBody>
      </p:sp>
      <p:sp>
        <p:nvSpPr>
          <p:cNvPr id="5" name="Text Placeholder 4"/>
          <p:cNvSpPr>
            <a:spLocks noGrp="1"/>
          </p:cNvSpPr>
          <p:nvPr>
            <p:ph type="body" sz="quarter" idx="11" hasCustomPrompt="1"/>
          </p:nvPr>
        </p:nvSpPr>
        <p:spPr>
          <a:xfrm>
            <a:off x="6195034" y="3432175"/>
            <a:ext cx="5621337" cy="3046413"/>
          </a:xfrm>
        </p:spPr>
        <p:txBody>
          <a:bodyPr/>
          <a:lstStyle>
            <a:lvl1pPr marL="270000" indent="-270000">
              <a:buFont typeface="Arial" panose="020B0604020202020204" pitchFamily="34" charset="0"/>
              <a:buChar char="•"/>
              <a:defRPr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4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1">
              <a:lnSpc>
                <a:spcPct val="100000"/>
              </a:lnSpc>
              <a:spcAft>
                <a:spcPts val="1200"/>
              </a:spcAft>
              <a:buFont typeface="Arial" panose="020B0604020202020204" pitchFamily="34" charset="0"/>
              <a:buChar char="•"/>
            </a:pPr>
            <a:r>
              <a:rPr lang="en-GB"/>
              <a:t>Text to sit here</a:t>
            </a:r>
          </a:p>
          <a:p>
            <a:pPr lvl="1">
              <a:lnSpc>
                <a:spcPct val="100000"/>
              </a:lnSpc>
              <a:spcAft>
                <a:spcPts val="1200"/>
              </a:spcAft>
              <a:buFont typeface="Arial" panose="020B0604020202020204" pitchFamily="34" charset="0"/>
              <a:buChar cha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marL="180000" marR="0" lvl="1"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a:pPr>
            <a:r>
              <a:rPr lang="en-GB"/>
              <a:t>Text to sit here</a:t>
            </a:r>
          </a:p>
          <a:p>
            <a:pPr lvl="1">
              <a:lnSpc>
                <a:spcPct val="100000"/>
              </a:lnSpc>
              <a:spcAft>
                <a:spcPts val="1200"/>
              </a:spcAft>
              <a:buFont typeface="Arial" panose="020B0604020202020204" pitchFamily="34" charset="0"/>
              <a:buChar char="•"/>
            </a:pPr>
            <a:endParaRPr lang="en-GB"/>
          </a:p>
          <a:p>
            <a:pPr lvl="1">
              <a:lnSpc>
                <a:spcPct val="100000"/>
              </a:lnSpc>
              <a:spcAft>
                <a:spcPts val="1200"/>
              </a:spcAft>
              <a:buFont typeface="Arial" panose="020B0604020202020204" pitchFamily="34" charset="0"/>
              <a:buChar char="•"/>
            </a:pPr>
            <a:endParaRPr lang="en-GB"/>
          </a:p>
          <a:p>
            <a:pPr lvl="1">
              <a:lnSpc>
                <a:spcPct val="100000"/>
              </a:lnSpc>
              <a:spcAft>
                <a:spcPts val="1200"/>
              </a:spcAft>
              <a:buFont typeface="Arial" panose="020B0604020202020204" pitchFamily="34" charset="0"/>
              <a:buChar char="•"/>
            </a:pPr>
            <a:endParaRPr lang="en-GB"/>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270624071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ext Slide B">
    <p:spTree>
      <p:nvGrpSpPr>
        <p:cNvPr id="1" name=""/>
        <p:cNvGrpSpPr/>
        <p:nvPr/>
      </p:nvGrpSpPr>
      <p:grpSpPr>
        <a:xfrm>
          <a:off x="0" y="0"/>
          <a:ext cx="0" cy="0"/>
          <a:chOff x="0" y="0"/>
          <a:chExt cx="0" cy="0"/>
        </a:xfrm>
      </p:grpSpPr>
      <p:sp>
        <p:nvSpPr>
          <p:cNvPr id="14" name="Text Placeholder 2"/>
          <p:cNvSpPr>
            <a:spLocks noGrp="1"/>
          </p:cNvSpPr>
          <p:nvPr>
            <p:ph type="body" sz="quarter" idx="10" hasCustomPrompt="1"/>
          </p:nvPr>
        </p:nvSpPr>
        <p:spPr>
          <a:xfrm>
            <a:off x="380832" y="1242034"/>
            <a:ext cx="2721143" cy="1962150"/>
          </a:xfrm>
        </p:spPr>
        <p:txBody>
          <a:bodyPr/>
          <a:lstStyle>
            <a:lvl1pPr marL="0" indent="0">
              <a:lnSpc>
                <a:spcPct val="90000"/>
              </a:lnSpc>
              <a:spcAft>
                <a:spcPts val="0"/>
              </a:spcAft>
              <a:buFont typeface="Arial" panose="020B0604020202020204" pitchFamily="34" charset="0"/>
              <a:buNone/>
              <a:defRPr sz="3600" cap="none" baseline="0">
                <a:solidFill>
                  <a:srgbClr val="FF004C"/>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a:t>
            </a:r>
            <a:br>
              <a:rPr lang="en-US"/>
            </a:br>
            <a:r>
              <a:rPr lang="en-US"/>
              <a:t>to sit </a:t>
            </a:r>
            <a:br>
              <a:rPr lang="en-US"/>
            </a:br>
            <a:r>
              <a:rPr lang="en-US"/>
              <a:t>here</a:t>
            </a:r>
          </a:p>
        </p:txBody>
      </p:sp>
      <p:sp>
        <p:nvSpPr>
          <p:cNvPr id="18" name="Text Placeholder 4"/>
          <p:cNvSpPr>
            <a:spLocks noGrp="1"/>
          </p:cNvSpPr>
          <p:nvPr>
            <p:ph type="body" sz="quarter" idx="15" hasCustomPrompt="1"/>
          </p:nvPr>
        </p:nvSpPr>
        <p:spPr>
          <a:xfrm>
            <a:off x="3293084" y="2366057"/>
            <a:ext cx="2719387"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19" name="Text Placeholder 4"/>
          <p:cNvSpPr>
            <a:spLocks noGrp="1"/>
          </p:cNvSpPr>
          <p:nvPr>
            <p:ph type="body" sz="quarter" idx="16" hasCustomPrompt="1"/>
          </p:nvPr>
        </p:nvSpPr>
        <p:spPr>
          <a:xfrm>
            <a:off x="6195034" y="2366057"/>
            <a:ext cx="2710841"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20" name="Text Placeholder 4"/>
          <p:cNvSpPr>
            <a:spLocks noGrp="1"/>
          </p:cNvSpPr>
          <p:nvPr>
            <p:ph type="body" sz="quarter" idx="17" hasCustomPrompt="1"/>
          </p:nvPr>
        </p:nvSpPr>
        <p:spPr>
          <a:xfrm>
            <a:off x="9094769" y="2366057"/>
            <a:ext cx="2719387"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22" name="Picture Placeholder 21"/>
          <p:cNvSpPr>
            <a:spLocks noGrp="1"/>
          </p:cNvSpPr>
          <p:nvPr>
            <p:ph type="pic" sz="quarter" idx="18" hasCustomPrompt="1"/>
          </p:nvPr>
        </p:nvSpPr>
        <p:spPr>
          <a:xfrm>
            <a:off x="3284538" y="1233488"/>
            <a:ext cx="785813" cy="785812"/>
          </a:xfrm>
        </p:spPr>
        <p:txBody>
          <a:bodyPr/>
          <a:lstStyle>
            <a:lvl1pPr marL="0" indent="0">
              <a:buNone/>
              <a:defRPr/>
            </a:lvl1pPr>
          </a:lstStyle>
          <a:p>
            <a:r>
              <a:rPr lang="en-GB"/>
              <a:t>icon</a:t>
            </a:r>
          </a:p>
        </p:txBody>
      </p:sp>
      <p:sp>
        <p:nvSpPr>
          <p:cNvPr id="23" name="Picture Placeholder 21"/>
          <p:cNvSpPr>
            <a:spLocks noGrp="1"/>
          </p:cNvSpPr>
          <p:nvPr>
            <p:ph type="pic" sz="quarter" idx="19" hasCustomPrompt="1"/>
          </p:nvPr>
        </p:nvSpPr>
        <p:spPr>
          <a:xfrm>
            <a:off x="6186488" y="1226412"/>
            <a:ext cx="785813" cy="785812"/>
          </a:xfrm>
        </p:spPr>
        <p:txBody>
          <a:bodyPr/>
          <a:lstStyle>
            <a:lvl1pPr marL="0" indent="0">
              <a:buNone/>
              <a:defRPr/>
            </a:lvl1pPr>
          </a:lstStyle>
          <a:p>
            <a:r>
              <a:rPr lang="en-GB"/>
              <a:t>icon</a:t>
            </a:r>
          </a:p>
        </p:txBody>
      </p:sp>
      <p:sp>
        <p:nvSpPr>
          <p:cNvPr id="24" name="Picture Placeholder 21"/>
          <p:cNvSpPr>
            <a:spLocks noGrp="1"/>
          </p:cNvSpPr>
          <p:nvPr>
            <p:ph type="pic" sz="quarter" idx="20" hasCustomPrompt="1"/>
          </p:nvPr>
        </p:nvSpPr>
        <p:spPr>
          <a:xfrm>
            <a:off x="9094769" y="1233488"/>
            <a:ext cx="785813" cy="785812"/>
          </a:xfrm>
        </p:spPr>
        <p:txBody>
          <a:bodyPr/>
          <a:lstStyle>
            <a:lvl1pPr marL="0" indent="0">
              <a:buNone/>
              <a:defRPr/>
            </a:lvl1pPr>
          </a:lstStyle>
          <a:p>
            <a:r>
              <a:rPr lang="en-GB"/>
              <a:t>icon</a:t>
            </a:r>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289020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pic>
        <p:nvPicPr>
          <p:cNvPr id="2" name="Picture 1"/>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4435268"/>
            <a:ext cx="4722378" cy="1628175"/>
          </a:xfrm>
          <a:prstGeom prst="rect">
            <a:avLst/>
          </a:prstGeom>
        </p:spPr>
      </p:pic>
    </p:spTree>
    <p:extLst>
      <p:ext uri="{BB962C8B-B14F-4D97-AF65-F5344CB8AC3E}">
        <p14:creationId xmlns:p14="http://schemas.microsoft.com/office/powerpoint/2010/main" val="32038592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C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slide title to sit here</a:t>
            </a:r>
          </a:p>
        </p:txBody>
      </p:sp>
      <p:sp>
        <p:nvSpPr>
          <p:cNvPr id="7" name="Text Placeholder 4"/>
          <p:cNvSpPr>
            <a:spLocks noGrp="1"/>
          </p:cNvSpPr>
          <p:nvPr>
            <p:ph type="body" sz="quarter" idx="15" hasCustomPrompt="1"/>
          </p:nvPr>
        </p:nvSpPr>
        <p:spPr>
          <a:xfrm>
            <a:off x="5037138"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11" name="Text Placeholder 4"/>
          <p:cNvSpPr>
            <a:spLocks noGrp="1"/>
          </p:cNvSpPr>
          <p:nvPr>
            <p:ph type="body" sz="quarter" idx="16" hasCustomPrompt="1"/>
          </p:nvPr>
        </p:nvSpPr>
        <p:spPr>
          <a:xfrm>
            <a:off x="8517222"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6238" y="4446884"/>
            <a:ext cx="4375225" cy="1964632"/>
          </a:xfrm>
          <a:prstGeom prst="rect">
            <a:avLst/>
          </a:prstGeom>
        </p:spPr>
      </p:pic>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133153472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a:t>
            </a:r>
            <a:br>
              <a:rPr lang="en-US"/>
            </a:br>
            <a:r>
              <a:rPr lang="en-US"/>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cstate="email">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67564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345510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46869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574894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2662840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34441756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112540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3800561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868987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126890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766949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054351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7279005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99137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982254041"/>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48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slide title to sit here</a:t>
            </a:r>
          </a:p>
        </p:txBody>
      </p:sp>
      <p:sp>
        <p:nvSpPr>
          <p:cNvPr id="9" name="Text Placeholder 4"/>
          <p:cNvSpPr>
            <a:spLocks noGrp="1"/>
          </p:cNvSpPr>
          <p:nvPr>
            <p:ph type="body" sz="quarter" idx="15" hasCustomPrompt="1"/>
          </p:nvPr>
        </p:nvSpPr>
        <p:spPr>
          <a:xfrm>
            <a:off x="5037138"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sp>
        <p:nvSpPr>
          <p:cNvPr id="11" name="Text Placeholder 4"/>
          <p:cNvSpPr>
            <a:spLocks noGrp="1"/>
          </p:cNvSpPr>
          <p:nvPr>
            <p:ph type="body" sz="quarter" idx="16" hasCustomPrompt="1"/>
          </p:nvPr>
        </p:nvSpPr>
        <p:spPr>
          <a:xfrm>
            <a:off x="8120063" y="1349984"/>
            <a:ext cx="2901950" cy="4094163"/>
          </a:xfrm>
        </p:spPr>
        <p:txBody>
          <a:bodyPr/>
          <a:lstStyle>
            <a:lvl1pPr marL="0" indent="0">
              <a:lnSpc>
                <a:spcPct val="100000"/>
              </a:lnSpc>
              <a:buFont typeface="Arial" panose="020B0604020202020204" pitchFamily="34" charset="0"/>
              <a:buNone/>
              <a:defRPr sz="1600" b="0"/>
            </a:lvl1pPr>
            <a:lvl2pPr marL="180000" indent="-180000">
              <a:buFont typeface="Arial" panose="020B0604020202020204" pitchFamily="34" charset="0"/>
              <a:buChar char="•"/>
              <a:defRPr/>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r>
              <a:rPr lang="en-US" err="1"/>
              <a:t>sed</a:t>
            </a:r>
            <a:r>
              <a:rPr lang="en-US"/>
              <a:t> </a:t>
            </a:r>
            <a:r>
              <a:rPr lang="en-US" err="1"/>
              <a:t>diam</a:t>
            </a:r>
            <a:r>
              <a:rPr lang="en-US"/>
              <a:t> </a:t>
            </a:r>
            <a:r>
              <a:rPr lang="en-US" err="1"/>
              <a:t>nonummy</a:t>
            </a:r>
            <a:r>
              <a:rPr lang="en-US"/>
              <a:t> </a:t>
            </a:r>
            <a:r>
              <a:rPr lang="en-US" err="1"/>
              <a:t>nibh</a:t>
            </a:r>
            <a:r>
              <a:rPr lang="en-US"/>
              <a:t> </a:t>
            </a:r>
            <a:r>
              <a:rPr lang="en-US" err="1"/>
              <a:t>laoreet</a:t>
            </a:r>
            <a:r>
              <a:rPr lang="en-US"/>
              <a:t> </a:t>
            </a:r>
            <a:r>
              <a:rPr lang="en-US" err="1"/>
              <a:t>dolore</a:t>
            </a:r>
            <a:r>
              <a:rPr lang="en-US"/>
              <a:t> magna.</a:t>
            </a:r>
          </a:p>
          <a:p>
            <a:pPr lvl="1"/>
            <a:r>
              <a:rPr lang="en-US"/>
              <a:t>Second level</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9732" t="-5743" r="-9847"/>
          <a:stretch/>
        </p:blipFill>
        <p:spPr>
          <a:xfrm>
            <a:off x="265143" y="388189"/>
            <a:ext cx="776377" cy="483079"/>
          </a:xfrm>
          <a:prstGeom prst="rect">
            <a:avLst/>
          </a:prstGeom>
        </p:spPr>
      </p:pic>
    </p:spTree>
    <p:extLst>
      <p:ext uri="{BB962C8B-B14F-4D97-AF65-F5344CB8AC3E}">
        <p14:creationId xmlns:p14="http://schemas.microsoft.com/office/powerpoint/2010/main" val="250600754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ext Slide C">
    <p:spTree>
      <p:nvGrpSpPr>
        <p:cNvPr id="1" name=""/>
        <p:cNvGrpSpPr/>
        <p:nvPr/>
      </p:nvGrpSpPr>
      <p:grpSpPr>
        <a:xfrm>
          <a:off x="0" y="0"/>
          <a:ext cx="0" cy="0"/>
          <a:chOff x="0" y="0"/>
          <a:chExt cx="0" cy="0"/>
        </a:xfrm>
      </p:grpSpPr>
      <p:pic>
        <p:nvPicPr>
          <p:cNvPr id="27" name="Picture 2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990616" y="930001"/>
            <a:ext cx="6306432" cy="1739432"/>
          </a:xfrm>
          <a:prstGeom prst="rect">
            <a:avLst/>
          </a:prstGeom>
        </p:spPr>
      </p:pic>
      <p:sp>
        <p:nvSpPr>
          <p:cNvPr id="7" name="Text Placeholder 2"/>
          <p:cNvSpPr>
            <a:spLocks noGrp="1"/>
          </p:cNvSpPr>
          <p:nvPr>
            <p:ph type="body" sz="quarter" idx="10" hasCustomPrompt="1"/>
          </p:nvPr>
        </p:nvSpPr>
        <p:spPr>
          <a:xfrm>
            <a:off x="384784" y="1242034"/>
            <a:ext cx="4834916"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a:t>
            </a:r>
            <a:br>
              <a:rPr lang="en-US"/>
            </a:br>
            <a:r>
              <a:rPr lang="en-US"/>
              <a:t>to sit here</a:t>
            </a:r>
          </a:p>
        </p:txBody>
      </p:sp>
      <p:sp>
        <p:nvSpPr>
          <p:cNvPr id="3" name="Text Placeholder 2"/>
          <p:cNvSpPr>
            <a:spLocks noGrp="1"/>
          </p:cNvSpPr>
          <p:nvPr>
            <p:ph type="body" sz="quarter" idx="11"/>
          </p:nvPr>
        </p:nvSpPr>
        <p:spPr>
          <a:xfrm>
            <a:off x="6186488" y="3429000"/>
            <a:ext cx="5621337" cy="3049588"/>
          </a:xfrm>
        </p:spPr>
        <p:txBody>
          <a:bodyPr/>
          <a:lstStyle>
            <a:lvl1pPr marL="0" indent="0">
              <a:lnSpc>
                <a:spcPct val="100000"/>
              </a:lnSpc>
              <a:buFont typeface="Arial" panose="020B0604020202020204" pitchFamily="34" charset="0"/>
              <a:buNone/>
              <a:defRPr b="0"/>
            </a:lvl1pPr>
            <a:lvl2pPr marL="180000" indent="-180000">
              <a:lnSpc>
                <a:spcPct val="100000"/>
              </a:lnSpc>
              <a:buFont typeface="Arial" panose="020B0604020202020204" pitchFamily="34" charset="0"/>
              <a:buChar char="•"/>
              <a:defRPr sz="1400"/>
            </a:lvl2pPr>
          </a:lstStyle>
          <a:p>
            <a:pPr lvl="0"/>
            <a:r>
              <a:rPr lang="en-US"/>
              <a:t>Click to edit Master text styles</a:t>
            </a:r>
          </a:p>
          <a:p>
            <a:pPr lvl="1"/>
            <a:r>
              <a:rPr lang="en-US"/>
              <a:t>Second level</a:t>
            </a:r>
          </a:p>
        </p:txBody>
      </p:sp>
      <p:sp>
        <p:nvSpPr>
          <p:cNvPr id="10" name="Text Placeholder 2"/>
          <p:cNvSpPr>
            <a:spLocks noGrp="1"/>
          </p:cNvSpPr>
          <p:nvPr>
            <p:ph type="body" sz="quarter" idx="12"/>
          </p:nvPr>
        </p:nvSpPr>
        <p:spPr>
          <a:xfrm>
            <a:off x="384784" y="3438258"/>
            <a:ext cx="5621337" cy="3049588"/>
          </a:xfrm>
        </p:spPr>
        <p:txBody>
          <a:bodyPr/>
          <a:lstStyle>
            <a:lvl1pPr marL="0" indent="0">
              <a:lnSpc>
                <a:spcPct val="100000"/>
              </a:lnSpc>
              <a:buFont typeface="Arial" panose="020B0604020202020204" pitchFamily="34" charset="0"/>
              <a:buNone/>
              <a:defRPr b="0"/>
            </a:lvl1pPr>
            <a:lvl2pPr marL="180000" indent="-180000">
              <a:lnSpc>
                <a:spcPct val="100000"/>
              </a:lnSpc>
              <a:buFont typeface="Arial" panose="020B0604020202020204" pitchFamily="34" charset="0"/>
              <a:buChar char="•"/>
              <a:defRPr sz="1400"/>
            </a:lvl2pPr>
          </a:lstStyle>
          <a:p>
            <a:pPr lvl="0"/>
            <a:r>
              <a:rPr lang="en-US"/>
              <a:t>Click to edit Master text styles</a:t>
            </a:r>
          </a:p>
          <a:p>
            <a:pPr lvl="1"/>
            <a:r>
              <a:rPr lang="en-US"/>
              <a:t>Second level</a:t>
            </a:r>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403143956"/>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12" name="Text Placeholder 2"/>
          <p:cNvSpPr>
            <a:spLocks noGrp="1"/>
          </p:cNvSpPr>
          <p:nvPr>
            <p:ph type="body" sz="quarter" idx="10" hasCustomPrompt="1"/>
          </p:nvPr>
        </p:nvSpPr>
        <p:spPr>
          <a:xfrm>
            <a:off x="384784" y="1242034"/>
            <a:ext cx="3683110" cy="3654706"/>
          </a:xfrm>
        </p:spPr>
        <p:txBody>
          <a:bodyPr/>
          <a:lstStyle>
            <a:lvl1pPr marL="0" indent="0">
              <a:lnSpc>
                <a:spcPct val="90000"/>
              </a:lnSpc>
              <a:spcAft>
                <a:spcPts val="0"/>
              </a:spcAft>
              <a:buFont typeface="Arial" panose="020B0604020202020204" pitchFamily="34" charset="0"/>
              <a:buNone/>
              <a:defRPr sz="4000" cap="none" baseline="0">
                <a:solidFill>
                  <a:srgbClr val="7F007D"/>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a:t>
            </a:r>
            <a:br>
              <a:rPr lang="en-US"/>
            </a:br>
            <a:r>
              <a:rPr lang="en-US"/>
              <a:t>to sit here</a:t>
            </a:r>
          </a:p>
        </p:txBody>
      </p:sp>
      <p:sp>
        <p:nvSpPr>
          <p:cNvPr id="3" name="Picture Placeholder 2"/>
          <p:cNvSpPr>
            <a:spLocks noGrp="1"/>
          </p:cNvSpPr>
          <p:nvPr>
            <p:ph type="pic" sz="quarter" idx="11" hasCustomPrompt="1"/>
          </p:nvPr>
        </p:nvSpPr>
        <p:spPr>
          <a:xfrm>
            <a:off x="4251325" y="2111375"/>
            <a:ext cx="1055688" cy="1055688"/>
          </a:xfrm>
        </p:spPr>
        <p:txBody>
          <a:bodyPr/>
          <a:lstStyle>
            <a:lvl1pPr marL="0" indent="0">
              <a:buNone/>
              <a:defRPr/>
            </a:lvl1pPr>
          </a:lstStyle>
          <a:p>
            <a:r>
              <a:rPr lang="en-GB"/>
              <a:t>Icon</a:t>
            </a:r>
          </a:p>
        </p:txBody>
      </p:sp>
      <p:sp>
        <p:nvSpPr>
          <p:cNvPr id="22" name="Picture Placeholder 2"/>
          <p:cNvSpPr>
            <a:spLocks noGrp="1"/>
          </p:cNvSpPr>
          <p:nvPr>
            <p:ph type="pic" sz="quarter" idx="12" hasCustomPrompt="1"/>
          </p:nvPr>
        </p:nvSpPr>
        <p:spPr>
          <a:xfrm>
            <a:off x="6186488" y="2111375"/>
            <a:ext cx="1055688" cy="1055688"/>
          </a:xfrm>
        </p:spPr>
        <p:txBody>
          <a:bodyPr/>
          <a:lstStyle>
            <a:lvl1pPr marL="0" indent="0">
              <a:buNone/>
              <a:defRPr/>
            </a:lvl1pPr>
          </a:lstStyle>
          <a:p>
            <a:r>
              <a:rPr lang="en-GB"/>
              <a:t>Icon</a:t>
            </a:r>
          </a:p>
        </p:txBody>
      </p:sp>
      <p:sp>
        <p:nvSpPr>
          <p:cNvPr id="23" name="Picture Placeholder 2"/>
          <p:cNvSpPr>
            <a:spLocks noGrp="1"/>
          </p:cNvSpPr>
          <p:nvPr>
            <p:ph type="pic" sz="quarter" idx="13" hasCustomPrompt="1"/>
          </p:nvPr>
        </p:nvSpPr>
        <p:spPr>
          <a:xfrm>
            <a:off x="8120063" y="2111375"/>
            <a:ext cx="1055688" cy="1055688"/>
          </a:xfrm>
        </p:spPr>
        <p:txBody>
          <a:bodyPr/>
          <a:lstStyle>
            <a:lvl1pPr marL="0" indent="0">
              <a:buNone/>
              <a:defRPr/>
            </a:lvl1pPr>
          </a:lstStyle>
          <a:p>
            <a:r>
              <a:rPr lang="en-GB"/>
              <a:t>Icon</a:t>
            </a:r>
          </a:p>
        </p:txBody>
      </p:sp>
      <p:sp>
        <p:nvSpPr>
          <p:cNvPr id="25" name="Picture Placeholder 2"/>
          <p:cNvSpPr>
            <a:spLocks noGrp="1"/>
          </p:cNvSpPr>
          <p:nvPr>
            <p:ph type="pic" sz="quarter" idx="14" hasCustomPrompt="1"/>
          </p:nvPr>
        </p:nvSpPr>
        <p:spPr>
          <a:xfrm>
            <a:off x="10056094" y="2111375"/>
            <a:ext cx="1055688" cy="1055688"/>
          </a:xfrm>
        </p:spPr>
        <p:txBody>
          <a:bodyPr/>
          <a:lstStyle>
            <a:lvl1pPr marL="0" indent="0">
              <a:buNone/>
              <a:defRPr/>
            </a:lvl1pPr>
          </a:lstStyle>
          <a:p>
            <a:r>
              <a:rPr lang="en-GB"/>
              <a:t>Icon</a:t>
            </a:r>
          </a:p>
        </p:txBody>
      </p:sp>
      <p:sp>
        <p:nvSpPr>
          <p:cNvPr id="5" name="Text Placeholder 4"/>
          <p:cNvSpPr>
            <a:spLocks noGrp="1"/>
          </p:cNvSpPr>
          <p:nvPr>
            <p:ph type="body" sz="quarter" idx="15"/>
          </p:nvPr>
        </p:nvSpPr>
        <p:spPr>
          <a:xfrm>
            <a:off x="6186488"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6" name="Text Placeholder 4"/>
          <p:cNvSpPr>
            <a:spLocks noGrp="1"/>
          </p:cNvSpPr>
          <p:nvPr>
            <p:ph type="body" sz="quarter" idx="16"/>
          </p:nvPr>
        </p:nvSpPr>
        <p:spPr>
          <a:xfrm>
            <a:off x="4251325"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7" name="Text Placeholder 4"/>
          <p:cNvSpPr>
            <a:spLocks noGrp="1"/>
          </p:cNvSpPr>
          <p:nvPr>
            <p:ph type="body" sz="quarter" idx="17"/>
          </p:nvPr>
        </p:nvSpPr>
        <p:spPr>
          <a:xfrm>
            <a:off x="8120063"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sp>
        <p:nvSpPr>
          <p:cNvPr id="28" name="Text Placeholder 4"/>
          <p:cNvSpPr>
            <a:spLocks noGrp="1"/>
          </p:cNvSpPr>
          <p:nvPr>
            <p:ph type="body" sz="quarter" idx="18"/>
          </p:nvPr>
        </p:nvSpPr>
        <p:spPr>
          <a:xfrm>
            <a:off x="10056094" y="3429000"/>
            <a:ext cx="1752600" cy="3049588"/>
          </a:xfrm>
        </p:spPr>
        <p:txBody>
          <a:bodyPr/>
          <a:lstStyle>
            <a:lvl1pPr marL="0" indent="0">
              <a:lnSpc>
                <a:spcPct val="90000"/>
              </a:lnSpc>
              <a:buNone/>
              <a:defRPr/>
            </a:lvl1pPr>
            <a:lvl2pPr marL="0" indent="0">
              <a:lnSpc>
                <a:spcPct val="100000"/>
              </a:lnSpc>
              <a:buNone/>
              <a:defRPr/>
            </a:lvl2pPr>
          </a:lstStyle>
          <a:p>
            <a:pPr lvl="0"/>
            <a:r>
              <a:rPr lang="en-US"/>
              <a:t>Click to edit Master text styles</a:t>
            </a:r>
          </a:p>
          <a:p>
            <a:pPr lvl="1"/>
            <a:r>
              <a:rPr lang="en-US"/>
              <a:t>Second level</a:t>
            </a:r>
          </a:p>
        </p:txBody>
      </p:sp>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3551745423"/>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6195079" y="2102264"/>
            <a:ext cx="4645959"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p:cNvSpPr>
            <a:spLocks noGrp="1"/>
          </p:cNvSpPr>
          <p:nvPr>
            <p:ph type="body" sz="quarter" idx="11"/>
          </p:nvPr>
        </p:nvSpPr>
        <p:spPr>
          <a:xfrm>
            <a:off x="1357921" y="2102264"/>
            <a:ext cx="4646004"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p:cNvSpPr>
            <a:spLocks noGrp="1"/>
          </p:cNvSpPr>
          <p:nvPr>
            <p:ph type="body" sz="quarter" idx="12" hasCustomPrompt="1"/>
          </p:nvPr>
        </p:nvSpPr>
        <p:spPr>
          <a:xfrm>
            <a:off x="1357920" y="1240172"/>
            <a:ext cx="9491663"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Tree>
    <p:extLst>
      <p:ext uri="{BB962C8B-B14F-4D97-AF65-F5344CB8AC3E}">
        <p14:creationId xmlns:p14="http://schemas.microsoft.com/office/powerpoint/2010/main" val="294380888"/>
      </p:ext>
    </p:extLst>
  </p:cSld>
  <p:clrMapOvr>
    <a:masterClrMapping/>
  </p:clrMapOvr>
  <p:extLst>
    <p:ext uri="{DCECCB84-F9BA-43D5-87BE-67443E8EF086}">
      <p15:sldGuideLst xmlns:p15="http://schemas.microsoft.com/office/powerpoint/2012/main">
        <p15:guide id="1" orient="horz" pos="777"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76949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894080" y="785794"/>
            <a:ext cx="991616" cy="707136"/>
          </a:xfrm>
          <a:prstGeom prst="rect">
            <a:avLst/>
          </a:prstGeom>
        </p:spPr>
      </p:pic>
    </p:spTree>
    <p:extLst>
      <p:ext uri="{BB962C8B-B14F-4D97-AF65-F5344CB8AC3E}">
        <p14:creationId xmlns:p14="http://schemas.microsoft.com/office/powerpoint/2010/main" val="298854928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28538204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90463" y="928694"/>
            <a:ext cx="11715792" cy="5286375"/>
          </a:xfrm>
        </p:spPr>
        <p:txBody>
          <a:bodyPr/>
          <a:lstStyle>
            <a:lvl1pPr>
              <a:buNone/>
              <a:defRPr/>
            </a:lvl1pPr>
          </a:lstStyle>
          <a:p>
            <a:pPr lvl="0"/>
            <a:r>
              <a:rPr lang="en-US"/>
              <a:t>Click to edit Master text styles</a:t>
            </a:r>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160167948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508000" y="6553200"/>
            <a:ext cx="2540000" cy="228600"/>
          </a:xfrm>
          <a:prstGeom prst="rect">
            <a:avLst/>
          </a:prstGeom>
          <a:ln/>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3454400" y="6553200"/>
            <a:ext cx="5283200" cy="2286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xfrm>
            <a:off x="9144000" y="6553200"/>
            <a:ext cx="2540000" cy="228600"/>
          </a:xfrm>
          <a:prstGeom prst="rect">
            <a:avLst/>
          </a:prstGeom>
          <a:ln/>
        </p:spPr>
        <p:txBody>
          <a:bodyPr/>
          <a:lstStyle>
            <a:lvl1pPr>
              <a:defRPr/>
            </a:lvl1pPr>
          </a:lstStyle>
          <a:p>
            <a:pPr>
              <a:defRPr/>
            </a:pPr>
            <a:r>
              <a:rPr lang="en-US"/>
              <a:t>Page </a:t>
            </a:r>
            <a:fld id="{5D980A35-6BF4-449A-A86B-20174B102B7C}" type="slidenum">
              <a:rPr lang="en-US"/>
              <a:pPr>
                <a:defRPr/>
              </a:pPr>
              <a:t>‹#›</a:t>
            </a:fld>
            <a:endParaRPr lang="en-US"/>
          </a:p>
        </p:txBody>
      </p:sp>
    </p:spTree>
    <p:extLst>
      <p:ext uri="{BB962C8B-B14F-4D97-AF65-F5344CB8AC3E}">
        <p14:creationId xmlns:p14="http://schemas.microsoft.com/office/powerpoint/2010/main" val="269771631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A1C4-A83F-4A5F-8038-D51DF9705D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E68D06-53C8-4E1C-AEC0-EDE164A739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1A78BD-C3E0-4F90-B319-E688190925E3}"/>
              </a:ext>
            </a:extLst>
          </p:cNvPr>
          <p:cNvSpPr>
            <a:spLocks noGrp="1"/>
          </p:cNvSpPr>
          <p:nvPr>
            <p:ph type="dt" sz="half" idx="10"/>
          </p:nvPr>
        </p:nvSpPr>
        <p:spPr/>
        <p:txBody>
          <a:bodyPr/>
          <a:lstStyle/>
          <a:p>
            <a:fld id="{8A589B92-4C6A-4393-91DE-CE507E24A911}" type="datetimeFigureOut">
              <a:rPr lang="en-GB" smtClean="0"/>
              <a:t>09/06/2023</a:t>
            </a:fld>
            <a:endParaRPr lang="en-GB"/>
          </a:p>
        </p:txBody>
      </p:sp>
      <p:sp>
        <p:nvSpPr>
          <p:cNvPr id="5" name="Footer Placeholder 4">
            <a:extLst>
              <a:ext uri="{FF2B5EF4-FFF2-40B4-BE49-F238E27FC236}">
                <a16:creationId xmlns:a16="http://schemas.microsoft.com/office/drawing/2014/main" id="{3C4095D0-8C94-4AB7-861A-E9AFD75B27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9E6A7D-8D87-4401-B103-19BA29F86C7A}"/>
              </a:ext>
            </a:extLst>
          </p:cNvPr>
          <p:cNvSpPr>
            <a:spLocks noGrp="1"/>
          </p:cNvSpPr>
          <p:nvPr>
            <p:ph type="sldNum" sz="quarter" idx="12"/>
          </p:nvPr>
        </p:nvSpPr>
        <p:spPr/>
        <p:txBody>
          <a:bodyPr/>
          <a:lstStyle/>
          <a:p>
            <a:fld id="{D5025945-68D7-4440-947A-F96096706C48}" type="slidenum">
              <a:rPr lang="en-GB" smtClean="0"/>
              <a:t>‹#›</a:t>
            </a:fld>
            <a:endParaRPr lang="en-GB"/>
          </a:p>
        </p:txBody>
      </p:sp>
    </p:spTree>
    <p:extLst>
      <p:ext uri="{BB962C8B-B14F-4D97-AF65-F5344CB8AC3E}">
        <p14:creationId xmlns:p14="http://schemas.microsoft.com/office/powerpoint/2010/main" val="293838869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pic>
        <p:nvPicPr>
          <p:cNvPr id="7" name="Picture 6"/>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894080" y="785794"/>
            <a:ext cx="991616" cy="707136"/>
          </a:xfrm>
          <a:prstGeom prst="rect">
            <a:avLst/>
          </a:prstGeom>
        </p:spPr>
      </p:pic>
    </p:spTree>
    <p:extLst>
      <p:ext uri="{BB962C8B-B14F-4D97-AF65-F5344CB8AC3E}">
        <p14:creationId xmlns:p14="http://schemas.microsoft.com/office/powerpoint/2010/main" val="10118711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78113803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A Template_Picture Page">
    <p:spTree>
      <p:nvGrpSpPr>
        <p:cNvPr id="1" name=""/>
        <p:cNvGrpSpPr/>
        <p:nvPr/>
      </p:nvGrpSpPr>
      <p:grpSpPr>
        <a:xfrm>
          <a:off x="0" y="0"/>
          <a:ext cx="0" cy="0"/>
          <a:chOff x="0" y="0"/>
          <a:chExt cx="0" cy="0"/>
        </a:xfrm>
      </p:grpSpPr>
      <p:sp>
        <p:nvSpPr>
          <p:cNvPr id="13" name="Content Placeholder 12"/>
          <p:cNvSpPr>
            <a:spLocks noGrp="1"/>
          </p:cNvSpPr>
          <p:nvPr>
            <p:ph sz="quarter" idx="15"/>
          </p:nvPr>
        </p:nvSpPr>
        <p:spPr>
          <a:xfrm>
            <a:off x="190463" y="928694"/>
            <a:ext cx="11715792" cy="5286375"/>
          </a:xfrm>
        </p:spPr>
        <p:txBody>
          <a:bodyPr/>
          <a:lstStyle>
            <a:lvl1pPr>
              <a:buNone/>
              <a:defRPr/>
            </a:lvl1pPr>
          </a:lstStyle>
          <a:p>
            <a:pPr lvl="0"/>
            <a:r>
              <a:rPr lang="en-US"/>
              <a:t>Click to edit Master text styles</a:t>
            </a:r>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Montserrat" panose="00000500000000000000" pitchFamily="2"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319171627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image" Target="../media/image1.png"/><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3.xml"/><Relationship Id="rId2" Type="http://schemas.openxmlformats.org/officeDocument/2006/relationships/slideLayout" Target="../slideLayouts/slideLayout92.xml"/><Relationship Id="rId1" Type="http://schemas.openxmlformats.org/officeDocument/2006/relationships/slideLayout" Target="../slideLayouts/slideLayout9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649" r:id="rId1"/>
    <p:sldLayoutId id="2147483709" r:id="rId2"/>
    <p:sldLayoutId id="2147483710" r:id="rId3"/>
    <p:sldLayoutId id="2147483711"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6" r:id="rId21"/>
    <p:sldLayoutId id="2147483771" r:id="rId22"/>
    <p:sldLayoutId id="2147483772" r:id="rId23"/>
    <p:sldLayoutId id="2147483773" r:id="rId24"/>
    <p:sldLayoutId id="2147483774" r:id="rId25"/>
    <p:sldLayoutId id="2147483775" r:id="rId26"/>
    <p:sldLayoutId id="2147483713" r:id="rId27"/>
    <p:sldLayoutId id="2147483712" r:id="rId28"/>
    <p:sldLayoutId id="2147483778" r:id="rId29"/>
    <p:sldLayoutId id="2147483779" r:id="rId30"/>
    <p:sldLayoutId id="2147483780" r:id="rId31"/>
    <p:sldLayoutId id="2147483781" r:id="rId32"/>
    <p:sldLayoutId id="2147483782" r:id="rId33"/>
    <p:sldLayoutId id="2147483783" r:id="rId34"/>
    <p:sldLayoutId id="2147483784" r:id="rId35"/>
    <p:sldLayoutId id="2147483785" r:id="rId36"/>
    <p:sldLayoutId id="2147483786" r:id="rId37"/>
    <p:sldLayoutId id="2147483787" r:id="rId38"/>
    <p:sldLayoutId id="2147483788" r:id="rId39"/>
    <p:sldLayoutId id="2147483789" r:id="rId40"/>
    <p:sldLayoutId id="2147483790" r:id="rId41"/>
    <p:sldLayoutId id="2147483799" r:id="rId42"/>
    <p:sldLayoutId id="2147483791" r:id="rId43"/>
    <p:sldLayoutId id="2147483792" r:id="rId44"/>
    <p:sldLayoutId id="2147483793" r:id="rId45"/>
    <p:sldLayoutId id="2147483794" r:id="rId46"/>
    <p:sldLayoutId id="2147483795" r:id="rId47"/>
    <p:sldLayoutId id="2147483796" r:id="rId48"/>
    <p:sldLayoutId id="2147483797" r:id="rId49"/>
    <p:sldLayoutId id="2147483798" r:id="rId50"/>
    <p:sldLayoutId id="2147483714" r:id="rId51"/>
    <p:sldLayoutId id="2147483718" r:id="rId52"/>
    <p:sldLayoutId id="2147483686" r:id="rId53"/>
    <p:sldLayoutId id="2147483687" r:id="rId54"/>
    <p:sldLayoutId id="2147483688" r:id="rId55"/>
    <p:sldLayoutId id="2147483696" r:id="rId56"/>
    <p:sldLayoutId id="2147483699"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 id="2147483740" r:id="rId66"/>
    <p:sldLayoutId id="2147483741" r:id="rId67"/>
    <p:sldLayoutId id="2147483742" r:id="rId68"/>
    <p:sldLayoutId id="2147483743" r:id="rId69"/>
    <p:sldLayoutId id="2147483744" r:id="rId70"/>
    <p:sldLayoutId id="2147483745" r:id="rId71"/>
    <p:sldLayoutId id="2147483746" r:id="rId72"/>
    <p:sldLayoutId id="2147483747" r:id="rId73"/>
    <p:sldLayoutId id="2147483748" r:id="rId74"/>
    <p:sldLayoutId id="2147483749" r:id="rId75"/>
    <p:sldLayoutId id="2147483750" r:id="rId76"/>
    <p:sldLayoutId id="2147483751" r:id="rId77"/>
    <p:sldLayoutId id="2147483752" r:id="rId78"/>
    <p:sldLayoutId id="2147483691" r:id="rId79"/>
    <p:sldLayoutId id="2147483698" r:id="rId80"/>
    <p:sldLayoutId id="2147483689" r:id="rId81"/>
    <p:sldLayoutId id="2147483692" r:id="rId82"/>
    <p:sldLayoutId id="2147483650" r:id="rId83"/>
    <p:sldLayoutId id="2147483693" r:id="rId84"/>
    <p:sldLayoutId id="2147483660" r:id="rId85"/>
    <p:sldLayoutId id="2147483753" r:id="rId86"/>
    <p:sldLayoutId id="2147483754" r:id="rId87"/>
    <p:sldLayoutId id="2147483777" r:id="rId88"/>
    <p:sldLayoutId id="2147483800" r:id="rId89"/>
    <p:sldLayoutId id="2147483801" r:id="rId90"/>
  </p:sldLayoutIdLst>
  <p:hf hdr="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92"/>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92"/>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92"/>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92"/>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92"/>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chemeClr val="bg1"/>
                </a:solidFill>
                <a:effectLst/>
                <a:uLnTx/>
                <a:uFillTx/>
                <a:latin typeface="Montserrat" panose="00000500000000000000" pitchFamily="2"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a:ln>
                <a:noFill/>
              </a:ln>
              <a:solidFill>
                <a:schemeClr val="bg1"/>
              </a:solidFill>
              <a:effectLst/>
              <a:uLnTx/>
              <a:uFillTx/>
              <a:latin typeface="Montserrat" panose="00000500000000000000" pitchFamily="2" charset="0"/>
              <a:ea typeface="+mn-ea"/>
              <a:cs typeface="Arial" pitchFamily="34" charset="0"/>
            </a:endParaRPr>
          </a:p>
        </p:txBody>
      </p:sp>
      <p:sp>
        <p:nvSpPr>
          <p:cNvPr id="13" name="TextBox 12"/>
          <p:cNvSpPr txBox="1"/>
          <p:nvPr/>
        </p:nvSpPr>
        <p:spPr>
          <a:xfrm>
            <a:off x="0" y="39514"/>
            <a:ext cx="12192000" cy="246221"/>
          </a:xfrm>
          <a:prstGeom prst="rect">
            <a:avLst/>
          </a:prstGeom>
          <a:noFill/>
        </p:spPr>
        <p:txBody>
          <a:bodyPr wrap="square" rtlCol="0">
            <a:spAutoFit/>
          </a:bodyPr>
          <a:lstStyle/>
          <a:p>
            <a:pPr>
              <a:tabLst>
                <a:tab pos="8793163" algn="r"/>
              </a:tabLst>
            </a:pPr>
            <a:r>
              <a:rPr lang="en-GB" sz="1000" baseline="0">
                <a:solidFill>
                  <a:srgbClr val="0070C0"/>
                </a:solidFill>
                <a:latin typeface="Montserrat" panose="00000500000000000000" pitchFamily="2" charset="0"/>
                <a:cs typeface="Arial" pitchFamily="34" charset="0"/>
              </a:rPr>
              <a:t>	QAUXFUND v1.0</a:t>
            </a:r>
            <a:endParaRPr lang="en-GB" sz="1000">
              <a:solidFill>
                <a:srgbClr val="0070C0"/>
              </a:solidFill>
              <a:latin typeface="Montserrat" panose="00000500000000000000" pitchFamily="2" charset="0"/>
              <a:cs typeface="Arial" pitchFamily="34" charset="0"/>
            </a:endParaRPr>
          </a:p>
        </p:txBody>
      </p:sp>
      <p:sp>
        <p:nvSpPr>
          <p:cNvPr id="2" name="Title Placeholder 1"/>
          <p:cNvSpPr>
            <a:spLocks noGrp="1"/>
          </p:cNvSpPr>
          <p:nvPr>
            <p:ph type="title"/>
          </p:nvPr>
        </p:nvSpPr>
        <p:spPr>
          <a:xfrm>
            <a:off x="190459" y="356400"/>
            <a:ext cx="11715832" cy="500400"/>
          </a:xfrm>
          <a:prstGeom prst="rect">
            <a:avLst/>
          </a:prstGeom>
        </p:spPr>
        <p:txBody>
          <a:bodyPr vert="horz" lIns="91440" tIns="45720" rIns="91440" bIns="45720" rtlCol="0" anchor="ctr">
            <a:normAutofit/>
          </a:bodyPr>
          <a:lstStyle/>
          <a:p>
            <a:pPr marL="342900" marR="0" lvl="0" indent="-342900" defTabSz="914400" rtl="0" eaLnBrk="1" fontAlgn="auto" latinLnBrk="0" hangingPunct="1">
              <a:lnSpc>
                <a:spcPct val="100000"/>
              </a:lnSpc>
              <a:spcBef>
                <a:spcPct val="20000"/>
              </a:spcBef>
              <a:spcAft>
                <a:spcPts val="0"/>
              </a:spcAft>
              <a:tabLst/>
              <a:defRPr/>
            </a:pPr>
            <a:r>
              <a:rPr kumimoji="0" lang="en-US" sz="2400" b="1" i="0" u="none" strike="noStrike" kern="1200" cap="none" spc="0" normalizeH="0" baseline="0" noProof="0">
                <a:ln>
                  <a:noFill/>
                </a:ln>
                <a:solidFill>
                  <a:srgbClr val="0070C0"/>
                </a:solidFill>
                <a:effectLst/>
                <a:uLnTx/>
                <a:uFillTx/>
                <a:latin typeface="Arial" pitchFamily="34" charset="0"/>
                <a:ea typeface="+mn-ea"/>
                <a:cs typeface="Arial" pitchFamily="34" charset="0"/>
              </a:rPr>
              <a:t>Click to edit Master title style</a:t>
            </a:r>
            <a:endParaRPr kumimoji="0" lang="en-GB" sz="2400" b="1" i="0" u="none" strike="noStrike" kern="1200" cap="none" spc="0" normalizeH="0" baseline="0" noProof="0">
              <a:ln>
                <a:noFill/>
              </a:ln>
              <a:solidFill>
                <a:srgbClr val="0070C0"/>
              </a:solidFill>
              <a:effectLst/>
              <a:uLnTx/>
              <a:uFillTx/>
              <a:latin typeface="Arial" pitchFamily="34" charset="0"/>
              <a:ea typeface="+mn-ea"/>
              <a:cs typeface="Arial" pitchFamily="34" charset="0"/>
            </a:endParaRPr>
          </a:p>
        </p:txBody>
      </p:sp>
      <p:sp>
        <p:nvSpPr>
          <p:cNvPr id="3" name="Text Placeholder 2"/>
          <p:cNvSpPr>
            <a:spLocks noGrp="1"/>
          </p:cNvSpPr>
          <p:nvPr>
            <p:ph type="body" idx="1"/>
          </p:nvPr>
        </p:nvSpPr>
        <p:spPr>
          <a:xfrm>
            <a:off x="190459" y="928800"/>
            <a:ext cx="11715832" cy="5216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7" name="Straight Connector 6"/>
          <p:cNvCxnSpPr/>
          <p:nvPr/>
        </p:nvCxnSpPr>
        <p:spPr>
          <a:xfrm>
            <a:off x="157099" y="285728"/>
            <a:ext cx="11811040"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4"/>
          <p:cNvSpPr txBox="1">
            <a:spLocks/>
          </p:cNvSpPr>
          <p:nvPr/>
        </p:nvSpPr>
        <p:spPr>
          <a:xfrm>
            <a:off x="190459" y="357166"/>
            <a:ext cx="11715832" cy="500400"/>
          </a:xfrm>
          <a:prstGeom prst="rect">
            <a:avLst/>
          </a:prstGeo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marR="0" lvl="0" indent="-342900" algn="l" defTabSz="914400" rtl="0" eaLnBrk="1" fontAlgn="auto" latinLnBrk="0" hangingPunct="1">
              <a:lnSpc>
                <a:spcPct val="100000"/>
              </a:lnSpc>
              <a:spcBef>
                <a:spcPct val="20000"/>
              </a:spcBef>
              <a:spcAft>
                <a:spcPts val="0"/>
              </a:spcAft>
              <a:buClr>
                <a:schemeClr val="accent1"/>
              </a:buClr>
              <a:buSzTx/>
              <a:buFont typeface="Wingdings" pitchFamily="2" charset="2"/>
              <a:buNone/>
              <a:tabLst/>
              <a:defRPr/>
            </a:pPr>
            <a:endParaRPr kumimoji="0" lang="en-GB" sz="2400" b="1" i="0" u="none" strike="noStrike" kern="1200" cap="none" spc="0" normalizeH="0" baseline="0" noProof="0">
              <a:ln>
                <a:noFill/>
              </a:ln>
              <a:solidFill>
                <a:srgbClr val="0070C0"/>
              </a:solidFill>
              <a:effectLst/>
              <a:uLnTx/>
              <a:uFillTx/>
              <a:latin typeface="Montserrat" panose="00000500000000000000" pitchFamily="2" charset="0"/>
              <a:ea typeface="+mn-ea"/>
              <a:cs typeface="Arial" pitchFamily="34" charset="0"/>
            </a:endParaRPr>
          </a:p>
        </p:txBody>
      </p:sp>
    </p:spTree>
    <p:extLst>
      <p:ext uri="{BB962C8B-B14F-4D97-AF65-F5344CB8AC3E}">
        <p14:creationId xmlns:p14="http://schemas.microsoft.com/office/powerpoint/2010/main" val="404464186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Lst>
  <p:hf hdr="0"/>
  <p:txStyles>
    <p:titleStyle>
      <a:lvl1pPr marL="342900" marR="0" indent="-342900" algn="l" defTabSz="914400" rtl="0" eaLnBrk="1" fontAlgn="auto" latinLnBrk="0" hangingPunct="1">
        <a:lnSpc>
          <a:spcPct val="100000"/>
        </a:lnSpc>
        <a:spcBef>
          <a:spcPct val="20000"/>
        </a:spcBef>
        <a:spcAft>
          <a:spcPts val="0"/>
        </a:spcAft>
        <a:buNone/>
        <a:tabLst/>
        <a:defRPr kumimoji="0" lang="en-GB" sz="2400" b="1" i="0" u="none" strike="noStrike" kern="1200" cap="none" spc="0" normalizeH="0" baseline="0" noProof="0">
          <a:ln>
            <a:noFill/>
          </a:ln>
          <a:solidFill>
            <a:srgbClr val="0070C0"/>
          </a:solidFill>
          <a:effectLst/>
          <a:uLnTx/>
          <a:uFillTx/>
          <a:latin typeface="Montserrat" panose="00000500000000000000" pitchFamily="2" charset="0"/>
          <a:ea typeface="+mj-ea"/>
          <a:cs typeface="Arial" pitchFamily="34" charset="0"/>
        </a:defRPr>
      </a:lvl1pPr>
    </p:titleStyle>
    <p:body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Montserrat" panose="00000500000000000000" pitchFamily="2"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Montserrat" panose="00000500000000000000" pitchFamily="2"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hyperlink" Target="https://www.nngroup.com/articles/content-audits/"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32.jpeg"/></Relationships>
</file>

<file path=ppt/slides/_rels/slide1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hyperlink" Target="https://anglo-celtic-connections.blogspot.com/2017/05/findmypast-adds-records-for-city-of-york.htm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www.flickr.com/photos/hfiguiere/5171428524/"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hyperlink" Target="https://wiki.godvillegame.com/Find_out_who,_what,_when,_where,_why,_and_how"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7.xml"/><Relationship Id="rId5" Type="http://schemas.openxmlformats.org/officeDocument/2006/relationships/image" Target="../media/image410.png"/><Relationship Id="rId4" Type="http://schemas.openxmlformats.org/officeDocument/2006/relationships/customXml" Target="../ink/ink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5.xml"/><Relationship Id="rId1" Type="http://schemas.openxmlformats.org/officeDocument/2006/relationships/slideLayout" Target="../slideLayouts/slideLayout21.xml"/><Relationship Id="rId4" Type="http://schemas.openxmlformats.org/officeDocument/2006/relationships/hyperlink" Target="https://pxhere.com/en/photo/1600969"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4803-CB0D-4E8B-A258-1C88B9DE25BA}"/>
              </a:ext>
            </a:extLst>
          </p:cNvPr>
          <p:cNvSpPr>
            <a:spLocks noGrp="1"/>
          </p:cNvSpPr>
          <p:nvPr>
            <p:ph type="ctrTitle"/>
          </p:nvPr>
        </p:nvSpPr>
        <p:spPr/>
        <p:txBody>
          <a:bodyPr/>
          <a:lstStyle/>
          <a:p>
            <a:r>
              <a:rPr lang="en-GB" dirty="0"/>
              <a:t>UX Fundamentals</a:t>
            </a:r>
          </a:p>
        </p:txBody>
      </p:sp>
      <p:sp>
        <p:nvSpPr>
          <p:cNvPr id="3" name="Text Placeholder 2">
            <a:extLst>
              <a:ext uri="{FF2B5EF4-FFF2-40B4-BE49-F238E27FC236}">
                <a16:creationId xmlns:a16="http://schemas.microsoft.com/office/drawing/2014/main" id="{EF9F2EBF-B91D-47DE-9EC9-569CEE9583A0}"/>
              </a:ext>
            </a:extLst>
          </p:cNvPr>
          <p:cNvSpPr>
            <a:spLocks noGrp="1"/>
          </p:cNvSpPr>
          <p:nvPr>
            <p:ph type="body" sz="quarter" idx="10"/>
          </p:nvPr>
        </p:nvSpPr>
        <p:spPr/>
        <p:txBody>
          <a:bodyPr/>
          <a:lstStyle/>
          <a:p>
            <a:r>
              <a:rPr lang="en-GB" dirty="0"/>
              <a:t>The Scope Plane</a:t>
            </a:r>
          </a:p>
        </p:txBody>
      </p:sp>
    </p:spTree>
    <p:extLst>
      <p:ext uri="{BB962C8B-B14F-4D97-AF65-F5344CB8AC3E}">
        <p14:creationId xmlns:p14="http://schemas.microsoft.com/office/powerpoint/2010/main" val="1181266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124712" y="357188"/>
            <a:ext cx="10591038" cy="500062"/>
          </a:xfrm>
        </p:spPr>
        <p:txBody>
          <a:bodyPr/>
          <a:lstStyle/>
          <a:p>
            <a:r>
              <a:rPr lang="en-GB" dirty="0"/>
              <a:t>The Five Plane Model</a:t>
            </a:r>
          </a:p>
        </p:txBody>
      </p:sp>
      <p:sp>
        <p:nvSpPr>
          <p:cNvPr id="6" name="Oval 5">
            <a:extLst>
              <a:ext uri="{FF2B5EF4-FFF2-40B4-BE49-F238E27FC236}">
                <a16:creationId xmlns:a16="http://schemas.microsoft.com/office/drawing/2014/main" id="{970DEFD7-F0C6-489F-8AED-BCDCCD6463E8}"/>
              </a:ext>
            </a:extLst>
          </p:cNvPr>
          <p:cNvSpPr/>
          <p:nvPr/>
        </p:nvSpPr>
        <p:spPr>
          <a:xfrm>
            <a:off x="8799238" y="2687085"/>
            <a:ext cx="1618154" cy="1618419"/>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1" name="Freeform: Shape 10">
            <a:extLst>
              <a:ext uri="{FF2B5EF4-FFF2-40B4-BE49-F238E27FC236}">
                <a16:creationId xmlns:a16="http://schemas.microsoft.com/office/drawing/2014/main" id="{0A7BE745-C145-44CF-8800-C2C8EDDD96DA}"/>
              </a:ext>
            </a:extLst>
          </p:cNvPr>
          <p:cNvSpPr/>
          <p:nvPr/>
        </p:nvSpPr>
        <p:spPr>
          <a:xfrm>
            <a:off x="8852631"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6" tIns="237417" rIns="236885"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Surface</a:t>
            </a:r>
          </a:p>
        </p:txBody>
      </p:sp>
      <p:sp>
        <p:nvSpPr>
          <p:cNvPr id="12" name="Teardrop 11">
            <a:extLst>
              <a:ext uri="{FF2B5EF4-FFF2-40B4-BE49-F238E27FC236}">
                <a16:creationId xmlns:a16="http://schemas.microsoft.com/office/drawing/2014/main" id="{6AFABAA8-793E-4319-92A0-8AD827C921A3}"/>
              </a:ext>
            </a:extLst>
          </p:cNvPr>
          <p:cNvSpPr/>
          <p:nvPr/>
        </p:nvSpPr>
        <p:spPr>
          <a:xfrm rot="2700000">
            <a:off x="7126062" y="2687169"/>
            <a:ext cx="1617967" cy="1617967"/>
          </a:xfrm>
          <a:prstGeom prst="teardrop">
            <a:avLst>
              <a:gd name="adj" fmla="val 100000"/>
            </a:avLst>
          </a:prstGeom>
        </p:spPr>
        <p:style>
          <a:lnRef idx="2">
            <a:schemeClr val="lt1">
              <a:hueOff val="0"/>
              <a:satOff val="0"/>
              <a:lumOff val="0"/>
              <a:alphaOff val="0"/>
            </a:schemeClr>
          </a:lnRef>
          <a:fillRef idx="1">
            <a:schemeClr val="accent4">
              <a:hueOff val="-4408969"/>
              <a:satOff val="-1691"/>
              <a:lumOff val="2353"/>
              <a:alphaOff val="0"/>
            </a:schemeClr>
          </a:fillRef>
          <a:effectRef idx="0">
            <a:schemeClr val="accent4">
              <a:hueOff val="-4408969"/>
              <a:satOff val="-1691"/>
              <a:lumOff val="2353"/>
              <a:alphaOff val="0"/>
            </a:schemeClr>
          </a:effectRef>
          <a:fontRef idx="minor">
            <a:schemeClr val="lt1"/>
          </a:fontRef>
        </p:style>
      </p:sp>
      <p:sp>
        <p:nvSpPr>
          <p:cNvPr id="14" name="Freeform: Shape 13">
            <a:extLst>
              <a:ext uri="{FF2B5EF4-FFF2-40B4-BE49-F238E27FC236}">
                <a16:creationId xmlns:a16="http://schemas.microsoft.com/office/drawing/2014/main" id="{3C992D20-297B-48D5-956C-77FA46C8D090}"/>
              </a:ext>
            </a:extLst>
          </p:cNvPr>
          <p:cNvSpPr/>
          <p:nvPr/>
        </p:nvSpPr>
        <p:spPr>
          <a:xfrm>
            <a:off x="7181084"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4408969"/>
              <a:satOff val="-1691"/>
              <a:lumOff val="235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6884" tIns="237417" rIns="237747"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Skelton</a:t>
            </a:r>
          </a:p>
        </p:txBody>
      </p:sp>
      <p:sp>
        <p:nvSpPr>
          <p:cNvPr id="15" name="Teardrop 14">
            <a:extLst>
              <a:ext uri="{FF2B5EF4-FFF2-40B4-BE49-F238E27FC236}">
                <a16:creationId xmlns:a16="http://schemas.microsoft.com/office/drawing/2014/main" id="{7B0338BA-0051-4B77-9518-63BBB12BBDEA}"/>
              </a:ext>
            </a:extLst>
          </p:cNvPr>
          <p:cNvSpPr/>
          <p:nvPr/>
        </p:nvSpPr>
        <p:spPr>
          <a:xfrm rot="2700000">
            <a:off x="5454515" y="2687169"/>
            <a:ext cx="1617967" cy="1617967"/>
          </a:xfrm>
          <a:prstGeom prst="teardrop">
            <a:avLst>
              <a:gd name="adj" fmla="val 100000"/>
            </a:avLst>
          </a:prstGeom>
        </p:spPr>
        <p:style>
          <a:lnRef idx="2">
            <a:schemeClr val="lt1">
              <a:hueOff val="0"/>
              <a:satOff val="0"/>
              <a:lumOff val="0"/>
              <a:alphaOff val="0"/>
            </a:schemeClr>
          </a:lnRef>
          <a:fillRef idx="1">
            <a:schemeClr val="accent4">
              <a:hueOff val="-8817938"/>
              <a:satOff val="-3381"/>
              <a:lumOff val="4706"/>
              <a:alphaOff val="0"/>
            </a:schemeClr>
          </a:fillRef>
          <a:effectRef idx="0">
            <a:schemeClr val="accent4">
              <a:hueOff val="-8817938"/>
              <a:satOff val="-3381"/>
              <a:lumOff val="4706"/>
              <a:alphaOff val="0"/>
            </a:schemeClr>
          </a:effectRef>
          <a:fontRef idx="minor">
            <a:schemeClr val="lt1"/>
          </a:fontRef>
        </p:style>
      </p:sp>
      <p:sp>
        <p:nvSpPr>
          <p:cNvPr id="16" name="Freeform: Shape 15">
            <a:extLst>
              <a:ext uri="{FF2B5EF4-FFF2-40B4-BE49-F238E27FC236}">
                <a16:creationId xmlns:a16="http://schemas.microsoft.com/office/drawing/2014/main" id="{0CCBC23D-D0A5-43AD-83B8-49C06E0B0C9A}"/>
              </a:ext>
            </a:extLst>
          </p:cNvPr>
          <p:cNvSpPr/>
          <p:nvPr/>
        </p:nvSpPr>
        <p:spPr>
          <a:xfrm>
            <a:off x="5508675"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8817938"/>
              <a:satOff val="-3381"/>
              <a:lumOff val="47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6885" tIns="237417" rIns="237746"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Structure</a:t>
            </a:r>
          </a:p>
        </p:txBody>
      </p:sp>
      <p:sp>
        <p:nvSpPr>
          <p:cNvPr id="17" name="Teardrop 16">
            <a:extLst>
              <a:ext uri="{FF2B5EF4-FFF2-40B4-BE49-F238E27FC236}">
                <a16:creationId xmlns:a16="http://schemas.microsoft.com/office/drawing/2014/main" id="{062DF8D4-2142-4CCC-A78F-94CAEABF3E1E}"/>
              </a:ext>
            </a:extLst>
          </p:cNvPr>
          <p:cNvSpPr/>
          <p:nvPr/>
        </p:nvSpPr>
        <p:spPr>
          <a:xfrm rot="2700000">
            <a:off x="3782106" y="2687169"/>
            <a:ext cx="1617967" cy="1617967"/>
          </a:xfrm>
          <a:prstGeom prst="teardrop">
            <a:avLst>
              <a:gd name="adj" fmla="val 100000"/>
            </a:avLst>
          </a:prstGeom>
        </p:spPr>
        <p:style>
          <a:lnRef idx="2">
            <a:schemeClr val="lt1">
              <a:hueOff val="0"/>
              <a:satOff val="0"/>
              <a:lumOff val="0"/>
              <a:alphaOff val="0"/>
            </a:schemeClr>
          </a:lnRef>
          <a:fillRef idx="1">
            <a:schemeClr val="accent4">
              <a:hueOff val="-13226907"/>
              <a:satOff val="-5072"/>
              <a:lumOff val="7058"/>
              <a:alphaOff val="0"/>
            </a:schemeClr>
          </a:fillRef>
          <a:effectRef idx="0">
            <a:schemeClr val="accent4">
              <a:hueOff val="-13226907"/>
              <a:satOff val="-5072"/>
              <a:lumOff val="7058"/>
              <a:alphaOff val="0"/>
            </a:schemeClr>
          </a:effectRef>
          <a:fontRef idx="minor">
            <a:schemeClr val="lt1"/>
          </a:fontRef>
        </p:style>
      </p:sp>
      <p:sp>
        <p:nvSpPr>
          <p:cNvPr id="18" name="Freeform: Shape 17">
            <a:extLst>
              <a:ext uri="{FF2B5EF4-FFF2-40B4-BE49-F238E27FC236}">
                <a16:creationId xmlns:a16="http://schemas.microsoft.com/office/drawing/2014/main" id="{64B008E3-F0EB-48A8-8E97-955D49B356D4}"/>
              </a:ext>
            </a:extLst>
          </p:cNvPr>
          <p:cNvSpPr/>
          <p:nvPr/>
        </p:nvSpPr>
        <p:spPr>
          <a:xfrm>
            <a:off x="3836267"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p:spPr>
        <p:style>
          <a:lnRef idx="2">
            <a:schemeClr val="accent4">
              <a:hueOff val="-13226907"/>
              <a:satOff val="-5072"/>
              <a:lumOff val="7058"/>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5" tIns="237417" rIns="236886"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Scope</a:t>
            </a:r>
          </a:p>
        </p:txBody>
      </p:sp>
      <p:sp>
        <p:nvSpPr>
          <p:cNvPr id="19" name="Teardrop 18">
            <a:extLst>
              <a:ext uri="{FF2B5EF4-FFF2-40B4-BE49-F238E27FC236}">
                <a16:creationId xmlns:a16="http://schemas.microsoft.com/office/drawing/2014/main" id="{F9944CFF-ECE0-4220-8FF1-BECC2437CC15}"/>
              </a:ext>
            </a:extLst>
          </p:cNvPr>
          <p:cNvSpPr/>
          <p:nvPr/>
        </p:nvSpPr>
        <p:spPr>
          <a:xfrm rot="2700000">
            <a:off x="2109697" y="2687169"/>
            <a:ext cx="1617967" cy="1617967"/>
          </a:xfrm>
          <a:prstGeom prst="teardrop">
            <a:avLst>
              <a:gd name="adj" fmla="val 100000"/>
            </a:avLst>
          </a:prstGeom>
        </p:spPr>
        <p:style>
          <a:lnRef idx="2">
            <a:schemeClr val="lt1">
              <a:hueOff val="0"/>
              <a:satOff val="0"/>
              <a:lumOff val="0"/>
              <a:alphaOff val="0"/>
            </a:schemeClr>
          </a:lnRef>
          <a:fillRef idx="1">
            <a:schemeClr val="accent4">
              <a:hueOff val="-17635876"/>
              <a:satOff val="-6763"/>
              <a:lumOff val="9411"/>
              <a:alphaOff val="0"/>
            </a:schemeClr>
          </a:fillRef>
          <a:effectRef idx="0">
            <a:schemeClr val="accent4">
              <a:hueOff val="-17635876"/>
              <a:satOff val="-6763"/>
              <a:lumOff val="9411"/>
              <a:alphaOff val="0"/>
            </a:schemeClr>
          </a:effectRef>
          <a:fontRef idx="minor">
            <a:schemeClr val="lt1"/>
          </a:fontRef>
        </p:style>
      </p:sp>
      <p:sp>
        <p:nvSpPr>
          <p:cNvPr id="20" name="Freeform: Shape 19">
            <a:extLst>
              <a:ext uri="{FF2B5EF4-FFF2-40B4-BE49-F238E27FC236}">
                <a16:creationId xmlns:a16="http://schemas.microsoft.com/office/drawing/2014/main" id="{BB0271C5-2A82-44D5-A903-7510168D5023}"/>
              </a:ext>
            </a:extLst>
          </p:cNvPr>
          <p:cNvSpPr/>
          <p:nvPr/>
        </p:nvSpPr>
        <p:spPr>
          <a:xfrm>
            <a:off x="2163858" y="2741042"/>
            <a:ext cx="1510507" cy="1510505"/>
          </a:xfrm>
          <a:custGeom>
            <a:avLst/>
            <a:gdLst>
              <a:gd name="connsiteX0" fmla="*/ 0 w 1510507"/>
              <a:gd name="connsiteY0" fmla="*/ 755253 h 1510505"/>
              <a:gd name="connsiteX1" fmla="*/ 755254 w 1510507"/>
              <a:gd name="connsiteY1" fmla="*/ 0 h 1510505"/>
              <a:gd name="connsiteX2" fmla="*/ 1510508 w 1510507"/>
              <a:gd name="connsiteY2" fmla="*/ 755253 h 1510505"/>
              <a:gd name="connsiteX3" fmla="*/ 755254 w 1510507"/>
              <a:gd name="connsiteY3" fmla="*/ 1510506 h 1510505"/>
              <a:gd name="connsiteX4" fmla="*/ 0 w 1510507"/>
              <a:gd name="connsiteY4" fmla="*/ 755253 h 151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07" h="1510505">
                <a:moveTo>
                  <a:pt x="0" y="755253"/>
                </a:moveTo>
                <a:cubicBezTo>
                  <a:pt x="0" y="338138"/>
                  <a:pt x="338139" y="0"/>
                  <a:pt x="755254" y="0"/>
                </a:cubicBezTo>
                <a:cubicBezTo>
                  <a:pt x="1172369" y="0"/>
                  <a:pt x="1510508" y="338138"/>
                  <a:pt x="1510508" y="755253"/>
                </a:cubicBezTo>
                <a:cubicBezTo>
                  <a:pt x="1510508" y="1172368"/>
                  <a:pt x="1172369" y="1510506"/>
                  <a:pt x="755254" y="1510506"/>
                </a:cubicBezTo>
                <a:cubicBezTo>
                  <a:pt x="338139" y="1510506"/>
                  <a:pt x="0" y="1172368"/>
                  <a:pt x="0" y="755253"/>
                </a:cubicBezTo>
                <a:close/>
              </a:path>
            </a:pathLst>
          </a:custGeom>
          <a:ln>
            <a:no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37746" tIns="237417" rIns="236885" bIns="237417" numCol="1" spcCol="1270" anchor="ctr" anchorCtr="0">
            <a:noAutofit/>
          </a:bodyPr>
          <a:lstStyle/>
          <a:p>
            <a:pPr marL="0" lvl="0" indent="0" algn="ctr" defTabSz="755650">
              <a:lnSpc>
                <a:spcPct val="90000"/>
              </a:lnSpc>
              <a:spcBef>
                <a:spcPct val="0"/>
              </a:spcBef>
              <a:spcAft>
                <a:spcPct val="35000"/>
              </a:spcAft>
              <a:buNone/>
            </a:pPr>
            <a:r>
              <a:rPr lang="en-GB" sz="1700" kern="1200" dirty="0"/>
              <a:t>Strategy</a:t>
            </a:r>
          </a:p>
        </p:txBody>
      </p:sp>
      <p:cxnSp>
        <p:nvCxnSpPr>
          <p:cNvPr id="7" name="Straight Arrow Connector 6"/>
          <p:cNvCxnSpPr/>
          <p:nvPr/>
        </p:nvCxnSpPr>
        <p:spPr>
          <a:xfrm>
            <a:off x="2542371" y="4587974"/>
            <a:ext cx="7683689"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8" name="TextBox 7"/>
          <p:cNvSpPr txBox="1"/>
          <p:nvPr/>
        </p:nvSpPr>
        <p:spPr>
          <a:xfrm>
            <a:off x="1980358" y="4659079"/>
            <a:ext cx="1164101"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Courier New" pitchFamily="49" charset="0"/>
              </a:rPr>
              <a:t>Abstract</a:t>
            </a:r>
          </a:p>
        </p:txBody>
      </p:sp>
      <p:sp>
        <p:nvSpPr>
          <p:cNvPr id="9" name="TextBox 8"/>
          <p:cNvSpPr txBox="1"/>
          <p:nvPr/>
        </p:nvSpPr>
        <p:spPr>
          <a:xfrm>
            <a:off x="9264408" y="4659079"/>
            <a:ext cx="1245854"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Montserrat" panose="00000500000000000000" pitchFamily="2" charset="0"/>
                <a:ea typeface="+mn-ea"/>
                <a:cs typeface="Courier New" pitchFamily="49" charset="0"/>
              </a:rPr>
              <a:t>Concrete</a:t>
            </a:r>
          </a:p>
        </p:txBody>
      </p:sp>
      <p:sp>
        <p:nvSpPr>
          <p:cNvPr id="2" name="Slide Number Placeholder 1">
            <a:extLst>
              <a:ext uri="{FF2B5EF4-FFF2-40B4-BE49-F238E27FC236}">
                <a16:creationId xmlns:a16="http://schemas.microsoft.com/office/drawing/2014/main" id="{D2CB516D-8E57-412B-9FAB-1895330444EB}"/>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760" b="1" i="0" u="none" strike="noStrike" kern="1200" cap="none" spc="0" normalizeH="0" baseline="0" noProof="0" dirty="0">
              <a:ln>
                <a:noFill/>
              </a:ln>
              <a:solidFill>
                <a:srgbClr val="004050"/>
              </a:solidFill>
              <a:effectLst/>
              <a:uLnTx/>
              <a:uFillTx/>
              <a:latin typeface="Montserrat" pitchFamily="2" charset="77"/>
              <a:ea typeface="+mn-ea"/>
              <a:cs typeface="+mn-cs"/>
            </a:endParaRPr>
          </a:p>
        </p:txBody>
      </p:sp>
      <p:grpSp>
        <p:nvGrpSpPr>
          <p:cNvPr id="24" name="Group 23">
            <a:extLst>
              <a:ext uri="{FF2B5EF4-FFF2-40B4-BE49-F238E27FC236}">
                <a16:creationId xmlns:a16="http://schemas.microsoft.com/office/drawing/2014/main" id="{FCFCB0D2-5BFB-4F52-8537-39AF5EF74BDF}"/>
              </a:ext>
            </a:extLst>
          </p:cNvPr>
          <p:cNvGrpSpPr/>
          <p:nvPr/>
        </p:nvGrpSpPr>
        <p:grpSpPr>
          <a:xfrm>
            <a:off x="2651981" y="1819275"/>
            <a:ext cx="533400" cy="776287"/>
            <a:chOff x="-723900" y="1900461"/>
            <a:chExt cx="533400" cy="776287"/>
          </a:xfrm>
          <a:solidFill>
            <a:srgbClr val="004050"/>
          </a:solidFill>
        </p:grpSpPr>
        <p:sp>
          <p:nvSpPr>
            <p:cNvPr id="5" name="Freeform: Shape 4">
              <a:extLst>
                <a:ext uri="{FF2B5EF4-FFF2-40B4-BE49-F238E27FC236}">
                  <a16:creationId xmlns:a16="http://schemas.microsoft.com/office/drawing/2014/main" id="{B59A7A08-AB4C-4CD4-AC98-F47F522A8CCA}"/>
                </a:ext>
              </a:extLst>
            </p:cNvPr>
            <p:cNvSpPr/>
            <p:nvPr/>
          </p:nvSpPr>
          <p:spPr>
            <a:xfrm rot="5400000">
              <a:off x="-616744" y="2021905"/>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grpFill/>
            <a:ln w="9525"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37A0BBE3-98B4-4176-B4DD-C7079C0059DB}"/>
                </a:ext>
              </a:extLst>
            </p:cNvPr>
            <p:cNvSpPr/>
            <p:nvPr/>
          </p:nvSpPr>
          <p:spPr>
            <a:xfrm rot="5400000">
              <a:off x="-616744" y="1793305"/>
              <a:ext cx="319087" cy="533400"/>
            </a:xfrm>
            <a:custGeom>
              <a:avLst/>
              <a:gdLst>
                <a:gd name="connsiteX0" fmla="*/ 0 w 319087"/>
                <a:gd name="connsiteY0" fmla="*/ 533400 h 533400"/>
                <a:gd name="connsiteX1" fmla="*/ 119063 w 319087"/>
                <a:gd name="connsiteY1" fmla="*/ 533400 h 533400"/>
                <a:gd name="connsiteX2" fmla="*/ 319088 w 319087"/>
                <a:gd name="connsiteY2" fmla="*/ 266700 h 533400"/>
                <a:gd name="connsiteX3" fmla="*/ 119063 w 319087"/>
                <a:gd name="connsiteY3" fmla="*/ 0 h 533400"/>
                <a:gd name="connsiteX4" fmla="*/ 0 w 319087"/>
                <a:gd name="connsiteY4" fmla="*/ 0 h 533400"/>
                <a:gd name="connsiteX5" fmla="*/ 200025 w 319087"/>
                <a:gd name="connsiteY5" fmla="*/ 266700 h 533400"/>
                <a:gd name="connsiteX6" fmla="*/ 0 w 319087"/>
                <a:gd name="connsiteY6" fmla="*/ 53340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0" y="533400"/>
                  </a:moveTo>
                  <a:lnTo>
                    <a:pt x="119063" y="533400"/>
                  </a:lnTo>
                  <a:lnTo>
                    <a:pt x="319088" y="266700"/>
                  </a:lnTo>
                  <a:lnTo>
                    <a:pt x="119063" y="0"/>
                  </a:lnTo>
                  <a:lnTo>
                    <a:pt x="0" y="0"/>
                  </a:lnTo>
                  <a:lnTo>
                    <a:pt x="200025" y="266700"/>
                  </a:lnTo>
                  <a:lnTo>
                    <a:pt x="0" y="533400"/>
                  </a:lnTo>
                  <a:close/>
                </a:path>
              </a:pathLst>
            </a:custGeom>
            <a:grpFill/>
            <a:ln w="9525"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C00553E0-2468-4A89-A9B6-F6FE0B61AA5D}"/>
                </a:ext>
              </a:extLst>
            </p:cNvPr>
            <p:cNvSpPr/>
            <p:nvPr/>
          </p:nvSpPr>
          <p:spPr>
            <a:xfrm rot="5400000">
              <a:off x="-616744" y="2250505"/>
              <a:ext cx="319087" cy="533400"/>
            </a:xfrm>
            <a:custGeom>
              <a:avLst/>
              <a:gdLst>
                <a:gd name="connsiteX0" fmla="*/ 119063 w 319087"/>
                <a:gd name="connsiteY0" fmla="*/ 0 h 533400"/>
                <a:gd name="connsiteX1" fmla="*/ 0 w 319087"/>
                <a:gd name="connsiteY1" fmla="*/ 0 h 533400"/>
                <a:gd name="connsiteX2" fmla="*/ 200025 w 319087"/>
                <a:gd name="connsiteY2" fmla="*/ 266700 h 533400"/>
                <a:gd name="connsiteX3" fmla="*/ 0 w 319087"/>
                <a:gd name="connsiteY3" fmla="*/ 533400 h 533400"/>
                <a:gd name="connsiteX4" fmla="*/ 119063 w 319087"/>
                <a:gd name="connsiteY4" fmla="*/ 533400 h 533400"/>
                <a:gd name="connsiteX5" fmla="*/ 319088 w 319087"/>
                <a:gd name="connsiteY5" fmla="*/ 266700 h 533400"/>
                <a:gd name="connsiteX6" fmla="*/ 119063 w 319087"/>
                <a:gd name="connsiteY6"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087" h="533400">
                  <a:moveTo>
                    <a:pt x="119063" y="0"/>
                  </a:moveTo>
                  <a:lnTo>
                    <a:pt x="0" y="0"/>
                  </a:lnTo>
                  <a:lnTo>
                    <a:pt x="200025" y="266700"/>
                  </a:lnTo>
                  <a:lnTo>
                    <a:pt x="0" y="533400"/>
                  </a:lnTo>
                  <a:lnTo>
                    <a:pt x="119063" y="533400"/>
                  </a:lnTo>
                  <a:lnTo>
                    <a:pt x="319088" y="266700"/>
                  </a:lnTo>
                  <a:lnTo>
                    <a:pt x="119063" y="0"/>
                  </a:lnTo>
                  <a:close/>
                </a:path>
              </a:pathLst>
            </a:custGeom>
            <a:grpFill/>
            <a:ln w="9525" cap="flat">
              <a:noFill/>
              <a:prstDash val="solid"/>
              <a:miter/>
            </a:ln>
          </p:spPr>
          <p:txBody>
            <a:bodyPr rtlCol="0" anchor="ctr"/>
            <a:lstStyle/>
            <a:p>
              <a:endParaRPr lang="en-GB"/>
            </a:p>
          </p:txBody>
        </p:sp>
      </p:grpSp>
    </p:spTree>
    <p:extLst>
      <p:ext uri="{BB962C8B-B14F-4D97-AF65-F5344CB8AC3E}">
        <p14:creationId xmlns:p14="http://schemas.microsoft.com/office/powerpoint/2010/main" val="85017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500"/>
                                  </p:stCondLst>
                                  <p:childTnLst>
                                    <p:animMotion origin="layout" path="M -3.125E-6 7.40741E-7 L 0.13724 -0.00347 " pathEditMode="relative" rAng="0" ptsTypes="AA">
                                      <p:cBhvr>
                                        <p:cTn id="6" dur="2000" fill="hold"/>
                                        <p:tgtEl>
                                          <p:spTgt spid="24"/>
                                        </p:tgtEl>
                                        <p:attrNameLst>
                                          <p:attrName>ppt_x</p:attrName>
                                          <p:attrName>ppt_y</p:attrName>
                                        </p:attrNameLst>
                                      </p:cBhvr>
                                      <p:rCtr x="6862" y="-1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20414" y="1341438"/>
            <a:ext cx="3447393" cy="1839474"/>
          </a:xfrm>
        </p:spPr>
        <p:txBody>
          <a:bodyPr>
            <a:normAutofit/>
          </a:bodyPr>
          <a:lstStyle/>
          <a:p>
            <a:r>
              <a:rPr lang="en-GB">
                <a:solidFill>
                  <a:schemeClr val="bg1"/>
                </a:solidFill>
              </a:rPr>
              <a:t>THE SCOPE PLANE</a:t>
            </a:r>
          </a:p>
        </p:txBody>
      </p:sp>
      <p:sp>
        <p:nvSpPr>
          <p:cNvPr id="5" name="Rectangle 4">
            <a:extLst>
              <a:ext uri="{FF2B5EF4-FFF2-40B4-BE49-F238E27FC236}">
                <a16:creationId xmlns:a16="http://schemas.microsoft.com/office/drawing/2014/main" id="{DDBEE232-4B7E-4B22-994A-7E52EC889B0A}"/>
              </a:ext>
            </a:extLst>
          </p:cNvPr>
          <p:cNvSpPr/>
          <p:nvPr/>
        </p:nvSpPr>
        <p:spPr>
          <a:xfrm>
            <a:off x="5051425" y="612845"/>
            <a:ext cx="6831724" cy="5632311"/>
          </a:xfrm>
          <a:prstGeom prst="rect">
            <a:avLst/>
          </a:prstGeom>
        </p:spPr>
        <p:txBody>
          <a:bodyPr wrap="square">
            <a:spAutoFit/>
          </a:bodyPr>
          <a:lstStyle/>
          <a:p>
            <a:pPr marL="285750" indent="-285750">
              <a:buFont typeface="Arial" panose="020B0604020202020204" pitchFamily="34" charset="0"/>
              <a:buChar char="•"/>
            </a:pPr>
            <a:r>
              <a:rPr lang="en-GB" b="1" dirty="0"/>
              <a:t>The Scope plane takes the findings of the Strategy plane and aligns them</a:t>
            </a:r>
          </a:p>
          <a:p>
            <a:pPr marL="742950" lvl="1" indent="-285750">
              <a:buFont typeface="Arial" panose="020B0604020202020204" pitchFamily="34" charset="0"/>
              <a:buChar char="•"/>
            </a:pPr>
            <a:r>
              <a:rPr lang="en-GB" dirty="0"/>
              <a:t>It ensures we know what we are building</a:t>
            </a:r>
          </a:p>
          <a:p>
            <a:pPr marL="742950" lvl="1" indent="-285750">
              <a:buFont typeface="Arial" panose="020B0604020202020204" pitchFamily="34" charset="0"/>
              <a:buChar char="•"/>
            </a:pPr>
            <a:r>
              <a:rPr lang="en-GB" dirty="0"/>
              <a:t>Aligning our expectations against the user’s</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Requirements allow us to lay out the deliverables and objectives</a:t>
            </a:r>
          </a:p>
          <a:p>
            <a:pPr marL="742950" lvl="1" indent="-285750">
              <a:buFont typeface="Arial" panose="020B0604020202020204" pitchFamily="34" charset="0"/>
              <a:buChar char="•"/>
            </a:pPr>
            <a:r>
              <a:rPr lang="en-GB" dirty="0"/>
              <a:t>Setting out the entire scope mapped out for the project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Establish what you are building – ensure everyone understands</a:t>
            </a:r>
          </a:p>
          <a:p>
            <a:pPr marL="742950" lvl="1" indent="-285750">
              <a:buFont typeface="Arial" panose="020B0604020202020204" pitchFamily="34" charset="0"/>
              <a:buChar char="•"/>
            </a:pPr>
            <a:r>
              <a:rPr lang="en-GB" dirty="0"/>
              <a:t>Identify requirements, ensure they match user needs </a:t>
            </a:r>
          </a:p>
          <a:p>
            <a:pPr marL="742950" lvl="1" indent="-285750">
              <a:buFont typeface="Arial" panose="020B0604020202020204" pitchFamily="34" charset="0"/>
              <a:buChar char="•"/>
            </a:pPr>
            <a:r>
              <a:rPr lang="en-GB" dirty="0"/>
              <a:t>Not possible user needs</a:t>
            </a:r>
          </a:p>
          <a:p>
            <a:pPr marL="742950" lvl="1" indent="-285750">
              <a:buFont typeface="Arial" panose="020B0604020202020204" pitchFamily="34" charset="0"/>
              <a:buChar char="•"/>
            </a:pPr>
            <a:r>
              <a:rPr lang="en-GB" dirty="0"/>
              <a:t>Set out a timeline and stop scope creep</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b="1" dirty="0"/>
              <a:t>We move from why are we making this product to:</a:t>
            </a:r>
          </a:p>
          <a:p>
            <a:pPr marL="742950" lvl="1" indent="-285750">
              <a:buFont typeface="Arial" panose="020B0604020202020204" pitchFamily="34" charset="0"/>
              <a:buChar char="•"/>
            </a:pPr>
            <a:r>
              <a:rPr lang="en-GB" dirty="0"/>
              <a:t>What are we going to make</a:t>
            </a:r>
          </a:p>
          <a:p>
            <a:pPr marL="742950" lvl="1" indent="-285750">
              <a:buFont typeface="Arial" panose="020B0604020202020204" pitchFamily="34" charset="0"/>
              <a:buChar char="•"/>
            </a:pPr>
            <a:endParaRPr lang="en-GB" dirty="0"/>
          </a:p>
        </p:txBody>
      </p:sp>
      <p:sp>
        <p:nvSpPr>
          <p:cNvPr id="6" name="Slide Number Placeholder 5">
            <a:extLst>
              <a:ext uri="{FF2B5EF4-FFF2-40B4-BE49-F238E27FC236}">
                <a16:creationId xmlns:a16="http://schemas.microsoft.com/office/drawing/2014/main" id="{5AA9E8C0-7527-48A4-AB5A-33267918894A}"/>
              </a:ext>
            </a:extLst>
          </p:cNvPr>
          <p:cNvSpPr>
            <a:spLocks noGrp="1"/>
          </p:cNvSpPr>
          <p:nvPr>
            <p:ph type="sldNum" sz="quarter" idx="4"/>
          </p:nvPr>
        </p:nvSpPr>
        <p:spPr/>
        <p:txBody>
          <a:bodyPr/>
          <a:lstStyle/>
          <a:p>
            <a:fld id="{EF892D59-8F09-EF4B-AD6D-DA609442F868}" type="slidenum">
              <a:rPr lang="en-GB" smtClean="0"/>
              <a:pPr/>
              <a:t>3</a:t>
            </a:fld>
            <a:endParaRPr lang="en-GB"/>
          </a:p>
        </p:txBody>
      </p:sp>
    </p:spTree>
    <p:extLst>
      <p:ext uri="{BB962C8B-B14F-4D97-AF65-F5344CB8AC3E}">
        <p14:creationId xmlns:p14="http://schemas.microsoft.com/office/powerpoint/2010/main" val="2649884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A96862C-539C-4C05-B208-2E931DB2D422}"/>
              </a:ext>
            </a:extLst>
          </p:cNvPr>
          <p:cNvSpPr/>
          <p:nvPr/>
        </p:nvSpPr>
        <p:spPr>
          <a:xfrm>
            <a:off x="5051425" y="1341438"/>
            <a:ext cx="6096000" cy="1477328"/>
          </a:xfrm>
          <a:prstGeom prst="rect">
            <a:avLst/>
          </a:prstGeom>
        </p:spPr>
        <p:txBody>
          <a:bodyPr>
            <a:spAutoFit/>
          </a:bodyPr>
          <a:lstStyle/>
          <a:p>
            <a:pPr marL="285750" indent="-285750">
              <a:buFont typeface="Arial" panose="020B0604020202020204" pitchFamily="34" charset="0"/>
              <a:buChar char="•"/>
            </a:pPr>
            <a:r>
              <a:rPr lang="en-GB" b="1"/>
              <a:t>Technical Requirements</a:t>
            </a:r>
          </a:p>
          <a:p>
            <a:pPr marL="285750" indent="-285750">
              <a:buFont typeface="Arial" panose="020B0604020202020204" pitchFamily="34" charset="0"/>
              <a:buChar char="•"/>
            </a:pPr>
            <a:r>
              <a:rPr lang="en-GB" b="1"/>
              <a:t>Content Requirements</a:t>
            </a:r>
          </a:p>
          <a:p>
            <a:pPr marL="285750" indent="-285750">
              <a:buFont typeface="Arial" panose="020B0604020202020204" pitchFamily="34" charset="0"/>
              <a:buChar char="•"/>
            </a:pPr>
            <a:r>
              <a:rPr lang="en-GB" b="1"/>
              <a:t>Scenarios</a:t>
            </a:r>
          </a:p>
          <a:p>
            <a:pPr marL="285750" indent="-285750">
              <a:buFont typeface="Arial" panose="020B0604020202020204" pitchFamily="34" charset="0"/>
              <a:buChar char="•"/>
            </a:pPr>
            <a:r>
              <a:rPr lang="en-GB" b="1"/>
              <a:t>Task Analysis</a:t>
            </a:r>
          </a:p>
          <a:p>
            <a:pPr marL="285750" indent="-285750">
              <a:buFont typeface="Arial" panose="020B0604020202020204" pitchFamily="34" charset="0"/>
              <a:buChar char="•"/>
            </a:pPr>
            <a:r>
              <a:rPr lang="en-GB" b="1"/>
              <a:t>Prioritise (MoSCoW)</a:t>
            </a:r>
          </a:p>
        </p:txBody>
      </p:sp>
      <p:sp>
        <p:nvSpPr>
          <p:cNvPr id="6" name="Slide Number Placeholder 5">
            <a:extLst>
              <a:ext uri="{FF2B5EF4-FFF2-40B4-BE49-F238E27FC236}">
                <a16:creationId xmlns:a16="http://schemas.microsoft.com/office/drawing/2014/main" id="{DBA349A9-C9E4-43B4-B28E-D1DA020D43C0}"/>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11" name="Text Placeholder 10">
            <a:extLst>
              <a:ext uri="{FF2B5EF4-FFF2-40B4-BE49-F238E27FC236}">
                <a16:creationId xmlns:a16="http://schemas.microsoft.com/office/drawing/2014/main" id="{959D995F-3739-445F-89C7-6F3E9CB06ABD}"/>
              </a:ext>
            </a:extLst>
          </p:cNvPr>
          <p:cNvSpPr>
            <a:spLocks noGrp="1"/>
          </p:cNvSpPr>
          <p:nvPr>
            <p:ph type="body" sz="quarter" idx="10"/>
          </p:nvPr>
        </p:nvSpPr>
        <p:spPr>
          <a:xfrm>
            <a:off x="304800" y="1349985"/>
            <a:ext cx="3619500" cy="2751999"/>
          </a:xfrm>
        </p:spPr>
        <p:txBody>
          <a:bodyPr/>
          <a:lstStyle/>
          <a:p>
            <a:r>
              <a:rPr lang="en-GB" sz="3200" dirty="0"/>
              <a:t>In this section we will examine:</a:t>
            </a:r>
          </a:p>
        </p:txBody>
      </p:sp>
    </p:spTree>
    <p:extLst>
      <p:ext uri="{BB962C8B-B14F-4D97-AF65-F5344CB8AC3E}">
        <p14:creationId xmlns:p14="http://schemas.microsoft.com/office/powerpoint/2010/main" val="1739172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31B030-CFAA-4FDA-8A41-2B5D679321D4}"/>
              </a:ext>
            </a:extLst>
          </p:cNvPr>
          <p:cNvSpPr/>
          <p:nvPr/>
        </p:nvSpPr>
        <p:spPr>
          <a:xfrm>
            <a:off x="4414684" y="612844"/>
            <a:ext cx="7405842" cy="5632311"/>
          </a:xfrm>
          <a:prstGeom prst="rect">
            <a:avLst/>
          </a:prstGeom>
        </p:spPr>
        <p:txBody>
          <a:bodyPr wrap="square">
            <a:spAutoFit/>
          </a:bodyPr>
          <a:lstStyle/>
          <a:p>
            <a:pPr marL="285750" indent="-285750">
              <a:buFont typeface="Arial" panose="020B0604020202020204" pitchFamily="34" charset="0"/>
              <a:buChar char="•"/>
            </a:pPr>
            <a:r>
              <a:rPr lang="en-GB" b="1" dirty="0"/>
              <a:t>Traditional requirement specifications can be enhanced with UX: </a:t>
            </a:r>
          </a:p>
          <a:p>
            <a:pPr marL="742950" lvl="1" indent="-285750">
              <a:buFont typeface="Arial" panose="020B0604020202020204" pitchFamily="34" charset="0"/>
              <a:buChar char="•"/>
            </a:pPr>
            <a:r>
              <a:rPr lang="en-GB" dirty="0"/>
              <a:t>Feature requirements can be based on data collected during the user research phase</a:t>
            </a:r>
          </a:p>
          <a:p>
            <a:pPr marL="742950" lvl="1" indent="-285750">
              <a:buFont typeface="Arial" panose="020B0604020202020204" pitchFamily="34" charset="0"/>
              <a:buChar char="•"/>
            </a:pPr>
            <a:r>
              <a:rPr lang="en-GB" dirty="0"/>
              <a:t>User research complements market research data and other sources of product development information </a:t>
            </a:r>
          </a:p>
          <a:p>
            <a:pPr marL="1200150" lvl="2" indent="-285750">
              <a:buFont typeface="Arial" panose="020B0604020202020204" pitchFamily="34" charset="0"/>
              <a:buChar char="•"/>
            </a:pPr>
            <a:r>
              <a:rPr lang="en-GB" dirty="0"/>
              <a:t>Basing feature requirements on actual user data </a:t>
            </a:r>
          </a:p>
          <a:p>
            <a:pPr marL="1200150" lvl="2" indent="-285750">
              <a:buFont typeface="Arial" panose="020B0604020202020204" pitchFamily="34" charset="0"/>
              <a:buChar char="•"/>
            </a:pPr>
            <a:r>
              <a:rPr lang="en-GB" dirty="0"/>
              <a:t>Reducing the risk of investing resources in unwanted features</a:t>
            </a:r>
          </a:p>
          <a:p>
            <a:pPr marL="1200150" lvl="2" indent="-285750">
              <a:buFont typeface="Arial" panose="020B0604020202020204" pitchFamily="34" charset="0"/>
              <a:buChar char="•"/>
            </a:pPr>
            <a:r>
              <a:rPr lang="en-GB" dirty="0"/>
              <a:t>Increases the likelihood of adding features that will drive sales</a:t>
            </a:r>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a:t>UX-specific requirements can be added to the specification</a:t>
            </a:r>
          </a:p>
          <a:p>
            <a:pPr marL="1200150" lvl="2" indent="-285750">
              <a:buFont typeface="Arial" panose="020B0604020202020204" pitchFamily="34" charset="0"/>
              <a:buChar char="•"/>
            </a:pPr>
            <a:r>
              <a:rPr lang="en-GB" dirty="0"/>
              <a:t>Adding UX requirements becomes a business priority</a:t>
            </a:r>
          </a:p>
          <a:p>
            <a:pPr marL="1200150" lvl="2" indent="-285750">
              <a:buFont typeface="Arial" panose="020B0604020202020204" pitchFamily="34" charset="0"/>
              <a:buChar char="•"/>
            </a:pPr>
            <a:r>
              <a:rPr lang="en-GB" dirty="0"/>
              <a:t>Alongside other product attributes </a:t>
            </a:r>
          </a:p>
          <a:p>
            <a:pPr marL="1200150" lvl="2" indent="-285750">
              <a:buFont typeface="Arial" panose="020B0604020202020204" pitchFamily="34" charset="0"/>
              <a:buChar char="•"/>
            </a:pPr>
            <a:r>
              <a:rPr lang="en-GB" dirty="0"/>
              <a:t>Ensuring UX improvements are delivered when the product ships</a:t>
            </a:r>
          </a:p>
          <a:p>
            <a:pPr marL="285750" indent="-285750">
              <a:buFont typeface="Arial" panose="020B0604020202020204" pitchFamily="34" charset="0"/>
              <a:buChar char="•"/>
            </a:pPr>
            <a:endParaRPr lang="en-GB" dirty="0"/>
          </a:p>
        </p:txBody>
      </p:sp>
      <p:sp>
        <p:nvSpPr>
          <p:cNvPr id="6" name="Slide Number Placeholder 5">
            <a:extLst>
              <a:ext uri="{FF2B5EF4-FFF2-40B4-BE49-F238E27FC236}">
                <a16:creationId xmlns:a16="http://schemas.microsoft.com/office/drawing/2014/main" id="{B343580F-F203-473D-8E29-10D952293D43}"/>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8" name="Text Placeholder 1">
            <a:extLst>
              <a:ext uri="{FF2B5EF4-FFF2-40B4-BE49-F238E27FC236}">
                <a16:creationId xmlns:a16="http://schemas.microsoft.com/office/drawing/2014/main" id="{C11F78AE-53F3-4DA9-90EE-9519314D2B74}"/>
              </a:ext>
            </a:extLst>
          </p:cNvPr>
          <p:cNvSpPr txBox="1">
            <a:spLocks/>
          </p:cNvSpPr>
          <p:nvPr/>
        </p:nvSpPr>
        <p:spPr>
          <a:xfrm>
            <a:off x="371475" y="1349985"/>
            <a:ext cx="3639331" cy="275199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0"/>
              </a:spcAft>
              <a:buSzPct val="115000"/>
              <a:buFont typeface="Arial" panose="020B0604020202020204" pitchFamily="34" charset="0"/>
              <a:buNone/>
              <a:defRPr sz="3600" b="1" i="0" kern="1200" cap="all" baseline="0">
                <a:solidFill>
                  <a:schemeClr val="bg2"/>
                </a:solidFill>
                <a:latin typeface="Montserrat Black" panose="00000A00000000000000" pitchFamily="2" charset="0"/>
                <a:ea typeface="+mn-ea"/>
                <a:cs typeface="+mn-cs"/>
              </a:defRPr>
            </a:lvl1pPr>
            <a:lvl2pPr marL="0" indent="0" algn="l" defTabSz="914400" rtl="0" eaLnBrk="1" latinLnBrk="0" hangingPunct="1">
              <a:lnSpc>
                <a:spcPts val="14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ts val="14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ts val="12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ts val="1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a:t>TECHNICAL Requirements</a:t>
            </a:r>
          </a:p>
        </p:txBody>
      </p:sp>
    </p:spTree>
    <p:extLst>
      <p:ext uri="{BB962C8B-B14F-4D97-AF65-F5344CB8AC3E}">
        <p14:creationId xmlns:p14="http://schemas.microsoft.com/office/powerpoint/2010/main" val="2220180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71475" y="1349985"/>
            <a:ext cx="3639331" cy="2751999"/>
          </a:xfrm>
        </p:spPr>
        <p:txBody>
          <a:bodyPr/>
          <a:lstStyle/>
          <a:p>
            <a:r>
              <a:rPr lang="en-GB" sz="3200"/>
              <a:t>Content Requirements</a:t>
            </a:r>
          </a:p>
        </p:txBody>
      </p:sp>
      <p:sp>
        <p:nvSpPr>
          <p:cNvPr id="5" name="Rectangle 4">
            <a:extLst>
              <a:ext uri="{FF2B5EF4-FFF2-40B4-BE49-F238E27FC236}">
                <a16:creationId xmlns:a16="http://schemas.microsoft.com/office/drawing/2014/main" id="{373B3863-5EFE-497A-9F67-FEFC637A28E7}"/>
              </a:ext>
            </a:extLst>
          </p:cNvPr>
          <p:cNvSpPr/>
          <p:nvPr/>
        </p:nvSpPr>
        <p:spPr>
          <a:xfrm>
            <a:off x="4529958" y="1213799"/>
            <a:ext cx="7185791" cy="4801314"/>
          </a:xfrm>
          <a:prstGeom prst="rect">
            <a:avLst/>
          </a:prstGeom>
        </p:spPr>
        <p:txBody>
          <a:bodyPr wrap="square">
            <a:spAutoFit/>
          </a:bodyPr>
          <a:lstStyle/>
          <a:p>
            <a:pPr marL="285750" indent="-285750">
              <a:buFont typeface="Arial" panose="020B0604020202020204" pitchFamily="34" charset="0"/>
              <a:buChar char="•"/>
            </a:pPr>
            <a:r>
              <a:rPr lang="en-GB" b="1"/>
              <a:t>Content requirements refer to text, images, audio, and text</a:t>
            </a:r>
          </a:p>
          <a:p>
            <a:pPr marL="742950" lvl="1" indent="-285750">
              <a:buFont typeface="Arial" panose="020B0604020202020204" pitchFamily="34" charset="0"/>
              <a:buChar char="•"/>
            </a:pPr>
            <a:r>
              <a:rPr lang="en-GB"/>
              <a:t>These pieces of content work together to fulfil a requirement</a:t>
            </a:r>
          </a:p>
          <a:p>
            <a:pPr marL="1200150" lvl="2" indent="-285750">
              <a:buFont typeface="Arial" panose="020B0604020202020204" pitchFamily="34" charset="0"/>
              <a:buChar char="•"/>
            </a:pPr>
            <a:r>
              <a:rPr lang="en-GB"/>
              <a:t>e.g. a piece supporting a film may require text, image/video, and links to external ratings</a:t>
            </a:r>
          </a:p>
          <a:p>
            <a:pPr marL="742950" lvl="1" indent="-285750">
              <a:buFont typeface="Arial" panose="020B0604020202020204" pitchFamily="34" charset="0"/>
              <a:buChar char="•"/>
            </a:pPr>
            <a:r>
              <a:rPr lang="en-GB"/>
              <a:t>At this point we care about the content – not the format</a:t>
            </a:r>
          </a:p>
          <a:p>
            <a:pPr marL="1200150" lvl="2" indent="-285750">
              <a:buFont typeface="Arial" panose="020B0604020202020204" pitchFamily="34" charset="0"/>
              <a:buChar char="•"/>
            </a:pPr>
            <a:r>
              <a:rPr lang="en-GB"/>
              <a:t>Never get caught up by this – that is for the surface phase</a:t>
            </a:r>
          </a:p>
          <a:p>
            <a:pPr marL="742950" lvl="1" indent="-285750">
              <a:buFont typeface="Arial" panose="020B0604020202020204" pitchFamily="34" charset="0"/>
              <a:buChar char="•"/>
            </a:pPr>
            <a:r>
              <a:rPr lang="en-GB"/>
              <a:t>As we consider data consider size and performance</a:t>
            </a:r>
          </a:p>
          <a:p>
            <a:pPr marL="1200150" lvl="2" indent="-285750">
              <a:buFont typeface="Arial" panose="020B0604020202020204" pitchFamily="34" charset="0"/>
              <a:buChar char="•"/>
            </a:pPr>
            <a:r>
              <a:rPr lang="en-GB"/>
              <a:t>Especially important for mobile users</a:t>
            </a:r>
          </a:p>
          <a:p>
            <a:pPr marL="742950" lvl="1" indent="-285750">
              <a:buFont typeface="Arial" panose="020B0604020202020204" pitchFamily="34" charset="0"/>
              <a:buChar char="•"/>
            </a:pPr>
            <a:r>
              <a:rPr lang="en-GB"/>
              <a:t>Identify who is responsible for content</a:t>
            </a:r>
          </a:p>
          <a:p>
            <a:pPr marL="742950" lvl="1" indent="-285750">
              <a:buFont typeface="Arial" panose="020B0604020202020204" pitchFamily="34" charset="0"/>
              <a:buChar char="•"/>
            </a:pPr>
            <a:r>
              <a:rPr lang="en-GB"/>
              <a:t>Identify the frequency of updates</a:t>
            </a:r>
          </a:p>
          <a:p>
            <a:pPr marL="1200150" lvl="2" indent="-285750">
              <a:buFont typeface="Arial" panose="020B0604020202020204" pitchFamily="34" charset="0"/>
              <a:buChar char="•"/>
            </a:pPr>
            <a:r>
              <a:rPr lang="en-GB"/>
              <a:t>Is this static, how often does it change, who changes it</a:t>
            </a:r>
          </a:p>
          <a:p>
            <a:pPr marL="742950" lvl="1" indent="-285750">
              <a:buFont typeface="Arial" panose="020B0604020202020204" pitchFamily="34" charset="0"/>
              <a:buChar char="•"/>
            </a:pPr>
            <a:r>
              <a:rPr lang="en-GB"/>
              <a:t>This will be tedious but we have to do it</a:t>
            </a:r>
          </a:p>
        </p:txBody>
      </p:sp>
      <p:sp>
        <p:nvSpPr>
          <p:cNvPr id="6" name="Slide Number Placeholder 5">
            <a:extLst>
              <a:ext uri="{FF2B5EF4-FFF2-40B4-BE49-F238E27FC236}">
                <a16:creationId xmlns:a16="http://schemas.microsoft.com/office/drawing/2014/main" id="{C07D5C53-C614-4CB8-BAC0-4A2E9CA411DF}"/>
              </a:ext>
            </a:extLst>
          </p:cNvPr>
          <p:cNvSpPr>
            <a:spLocks noGrp="1"/>
          </p:cNvSpPr>
          <p:nvPr>
            <p:ph type="sldNum" sz="quarter" idx="4"/>
          </p:nvPr>
        </p:nvSpPr>
        <p:spPr/>
        <p:txBody>
          <a:bodyPr/>
          <a:lstStyle/>
          <a:p>
            <a:fld id="{EF892D59-8F09-EF4B-AD6D-DA609442F868}" type="slidenum">
              <a:rPr lang="en-GB" smtClean="0"/>
              <a:pPr/>
              <a:t>6</a:t>
            </a:fld>
            <a:endParaRPr lang="en-GB"/>
          </a:p>
        </p:txBody>
      </p:sp>
    </p:spTree>
    <p:extLst>
      <p:ext uri="{BB962C8B-B14F-4D97-AF65-F5344CB8AC3E}">
        <p14:creationId xmlns:p14="http://schemas.microsoft.com/office/powerpoint/2010/main" val="117655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Content</a:t>
            </a:r>
          </a:p>
        </p:txBody>
      </p:sp>
      <p:sp>
        <p:nvSpPr>
          <p:cNvPr id="5" name="Rectangle 4">
            <a:extLst>
              <a:ext uri="{FF2B5EF4-FFF2-40B4-BE49-F238E27FC236}">
                <a16:creationId xmlns:a16="http://schemas.microsoft.com/office/drawing/2014/main" id="{1DF2274A-C48A-4E63-94F6-6A90876C0BD2}"/>
              </a:ext>
            </a:extLst>
          </p:cNvPr>
          <p:cNvSpPr/>
          <p:nvPr/>
        </p:nvSpPr>
        <p:spPr>
          <a:xfrm>
            <a:off x="5051425" y="1004915"/>
            <a:ext cx="6568965" cy="4801314"/>
          </a:xfrm>
          <a:prstGeom prst="rect">
            <a:avLst/>
          </a:prstGeom>
        </p:spPr>
        <p:txBody>
          <a:bodyPr wrap="square">
            <a:spAutoFit/>
          </a:bodyPr>
          <a:lstStyle/>
          <a:p>
            <a:pPr marL="285750" indent="-285750">
              <a:buFont typeface="Arial" panose="020B0604020202020204" pitchFamily="34" charset="0"/>
              <a:buChar char="•"/>
            </a:pPr>
            <a:r>
              <a:rPr lang="en-GB" b="1"/>
              <a:t>One of the first steps to effective IA is content analysis determine:</a:t>
            </a:r>
          </a:p>
          <a:p>
            <a:endParaRPr lang="en-GB" b="1"/>
          </a:p>
          <a:p>
            <a:pPr marL="742950" lvl="1" indent="-285750">
              <a:buFont typeface="Arial" panose="020B0604020202020204" pitchFamily="34" charset="0"/>
              <a:buChar char="•"/>
            </a:pPr>
            <a:r>
              <a:rPr lang="en-GB"/>
              <a:t>Content you have </a:t>
            </a:r>
          </a:p>
          <a:p>
            <a:pPr marL="1200150" lvl="2" indent="-285750">
              <a:buFont typeface="Arial" panose="020B0604020202020204" pitchFamily="34" charset="0"/>
              <a:buChar char="•"/>
            </a:pPr>
            <a:r>
              <a:rPr lang="en-GB"/>
              <a:t>Learn what you have, avoid duplication</a:t>
            </a:r>
          </a:p>
          <a:p>
            <a:pPr marL="1200150" lvl="2" indent="-285750">
              <a:buFont typeface="Arial" panose="020B0604020202020204" pitchFamily="34" charset="0"/>
              <a:buChar char="•"/>
            </a:pPr>
            <a:endParaRPr lang="en-GB"/>
          </a:p>
          <a:p>
            <a:pPr marL="742950" lvl="1" indent="-285750">
              <a:buFont typeface="Arial" panose="020B0604020202020204" pitchFamily="34" charset="0"/>
              <a:buChar char="•"/>
            </a:pPr>
            <a:r>
              <a:rPr lang="en-GB"/>
              <a:t>Content you need </a:t>
            </a:r>
          </a:p>
          <a:p>
            <a:pPr marL="1200150" lvl="2" indent="-285750">
              <a:buFont typeface="Arial" panose="020B0604020202020204" pitchFamily="34" charset="0"/>
              <a:buChar char="•"/>
            </a:pPr>
            <a:r>
              <a:rPr lang="en-GB"/>
              <a:t>For each task analyse content required, who is responsible for it</a:t>
            </a:r>
          </a:p>
          <a:p>
            <a:pPr marL="1200150" lvl="2" indent="-285750">
              <a:buFont typeface="Arial" panose="020B0604020202020204" pitchFamily="34" charset="0"/>
              <a:buChar char="•"/>
            </a:pPr>
            <a:r>
              <a:rPr lang="en-GB"/>
              <a:t>Who will provide content</a:t>
            </a:r>
          </a:p>
          <a:p>
            <a:pPr marL="1200150" lvl="2" indent="-285750">
              <a:buFont typeface="Arial" panose="020B0604020202020204" pitchFamily="34" charset="0"/>
              <a:buChar char="•"/>
            </a:pPr>
            <a:endParaRPr lang="en-GB"/>
          </a:p>
          <a:p>
            <a:pPr marL="742950" lvl="1" indent="-285750">
              <a:buFont typeface="Arial" panose="020B0604020202020204" pitchFamily="34" charset="0"/>
              <a:buChar char="•"/>
            </a:pPr>
            <a:r>
              <a:rPr lang="en-GB"/>
              <a:t>Communicating about content </a:t>
            </a:r>
          </a:p>
          <a:p>
            <a:pPr marL="1200150" lvl="2" indent="-285750">
              <a:buFont typeface="Arial" panose="020B0604020202020204" pitchFamily="34" charset="0"/>
              <a:buChar char="•"/>
            </a:pPr>
            <a:r>
              <a:rPr lang="en-GB"/>
              <a:t>Build a content spreadsheet</a:t>
            </a:r>
          </a:p>
          <a:p>
            <a:pPr marL="1200150" lvl="2" indent="-285750">
              <a:buFont typeface="Arial" panose="020B0604020202020204" pitchFamily="34" charset="0"/>
              <a:buChar char="•"/>
            </a:pPr>
            <a:r>
              <a:rPr lang="en-GB"/>
              <a:t>Colour code according to popularity</a:t>
            </a:r>
          </a:p>
          <a:p>
            <a:pPr marL="1200150" lvl="2" indent="-285750">
              <a:buFont typeface="Arial" panose="020B0604020202020204" pitchFamily="34" charset="0"/>
              <a:buChar char="•"/>
            </a:pPr>
            <a:endParaRPr lang="en-GB"/>
          </a:p>
          <a:p>
            <a:pPr marL="285750" indent="-285750">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F3108178-80DB-4F9B-87B6-1F6FD304A7CB}"/>
              </a:ext>
            </a:extLst>
          </p:cNvPr>
          <p:cNvSpPr>
            <a:spLocks noGrp="1"/>
          </p:cNvSpPr>
          <p:nvPr>
            <p:ph type="sldNum" sz="quarter" idx="4"/>
          </p:nvPr>
        </p:nvSpPr>
        <p:spPr/>
        <p:txBody>
          <a:bodyPr/>
          <a:lstStyle/>
          <a:p>
            <a:fld id="{EF892D59-8F09-EF4B-AD6D-DA609442F868}" type="slidenum">
              <a:rPr lang="en-GB" smtClean="0"/>
              <a:pPr/>
              <a:t>7</a:t>
            </a:fld>
            <a:endParaRPr lang="en-GB"/>
          </a:p>
        </p:txBody>
      </p:sp>
    </p:spTree>
    <p:extLst>
      <p:ext uri="{BB962C8B-B14F-4D97-AF65-F5344CB8AC3E}">
        <p14:creationId xmlns:p14="http://schemas.microsoft.com/office/powerpoint/2010/main" val="2590437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GB"/>
              <a:t>Content you have</a:t>
            </a:r>
            <a:endParaRPr lang="en-GB" b="0"/>
          </a:p>
        </p:txBody>
      </p:sp>
      <p:sp>
        <p:nvSpPr>
          <p:cNvPr id="5" name="Rectangle 4">
            <a:extLst>
              <a:ext uri="{FF2B5EF4-FFF2-40B4-BE49-F238E27FC236}">
                <a16:creationId xmlns:a16="http://schemas.microsoft.com/office/drawing/2014/main" id="{4D585D1A-23D9-437E-8936-44D58D735C37}"/>
              </a:ext>
            </a:extLst>
          </p:cNvPr>
          <p:cNvSpPr/>
          <p:nvPr/>
        </p:nvSpPr>
        <p:spPr>
          <a:xfrm>
            <a:off x="5051425" y="612844"/>
            <a:ext cx="6873765" cy="5632311"/>
          </a:xfrm>
          <a:prstGeom prst="rect">
            <a:avLst/>
          </a:prstGeom>
        </p:spPr>
        <p:txBody>
          <a:bodyPr wrap="square">
            <a:spAutoFit/>
          </a:bodyPr>
          <a:lstStyle/>
          <a:p>
            <a:pPr marL="285750" indent="-285750">
              <a:buFont typeface="Arial" panose="020B0604020202020204" pitchFamily="34" charset="0"/>
              <a:buChar char="•"/>
            </a:pPr>
            <a:r>
              <a:rPr lang="en-GB" b="1"/>
              <a:t>Learning what content you have will help you: </a:t>
            </a:r>
          </a:p>
          <a:p>
            <a:pPr marL="742950" lvl="1" indent="-285750">
              <a:buFont typeface="Arial" panose="020B0604020202020204" pitchFamily="34" charset="0"/>
              <a:buChar char="•"/>
            </a:pPr>
            <a:r>
              <a:rPr lang="en-GB"/>
              <a:t>Understand the subject </a:t>
            </a:r>
          </a:p>
          <a:p>
            <a:pPr marL="1200150" lvl="2" indent="-285750">
              <a:buFont typeface="Arial" panose="020B0604020202020204" pitchFamily="34" charset="0"/>
              <a:buChar char="•"/>
            </a:pPr>
            <a:r>
              <a:rPr lang="en-GB"/>
              <a:t>If you’re working on a new site, or a subject you don’t have much experience with</a:t>
            </a:r>
          </a:p>
          <a:p>
            <a:pPr lvl="2"/>
            <a:endParaRPr lang="en-GB"/>
          </a:p>
          <a:p>
            <a:pPr marL="742950" lvl="1" indent="-285750">
              <a:buFont typeface="Arial" panose="020B0604020202020204" pitchFamily="34" charset="0"/>
              <a:buChar char="•"/>
            </a:pPr>
            <a:r>
              <a:rPr lang="en-GB"/>
              <a:t>Look at it with fresh eyes: </a:t>
            </a:r>
          </a:p>
          <a:p>
            <a:pPr marL="1200150" lvl="2" indent="-285750">
              <a:buFont typeface="Arial" panose="020B0604020202020204" pitchFamily="34" charset="0"/>
              <a:buChar char="•"/>
            </a:pPr>
            <a:r>
              <a:rPr lang="en-GB"/>
              <a:t>A great refresher and gives you a chance to look at your content</a:t>
            </a:r>
          </a:p>
          <a:p>
            <a:pPr lvl="2"/>
            <a:endParaRPr lang="en-GB"/>
          </a:p>
          <a:p>
            <a:pPr marL="742950" lvl="1" indent="-285750">
              <a:buFont typeface="Arial" panose="020B0604020202020204" pitchFamily="34" charset="0"/>
              <a:buChar char="•"/>
            </a:pPr>
            <a:r>
              <a:rPr lang="en-GB"/>
              <a:t>Clean up: </a:t>
            </a:r>
          </a:p>
          <a:p>
            <a:pPr marL="1200150" lvl="2" indent="-285750">
              <a:buFont typeface="Arial" panose="020B0604020202020204" pitchFamily="34" charset="0"/>
              <a:buChar char="•"/>
            </a:pPr>
            <a:r>
              <a:rPr lang="en-GB"/>
              <a:t>Clean up old, out-of-date, and inaccurate content</a:t>
            </a:r>
          </a:p>
          <a:p>
            <a:pPr lvl="2"/>
            <a:endParaRPr lang="en-GB"/>
          </a:p>
          <a:p>
            <a:pPr marL="742950" lvl="1" indent="-285750">
              <a:buFont typeface="Arial" panose="020B0604020202020204" pitchFamily="34" charset="0"/>
              <a:buChar char="•"/>
            </a:pPr>
            <a:r>
              <a:rPr lang="en-GB"/>
              <a:t>Migrate it: </a:t>
            </a:r>
          </a:p>
          <a:p>
            <a:pPr marL="1200150" lvl="2" indent="-285750">
              <a:buFont typeface="Arial" panose="020B0604020202020204" pitchFamily="34" charset="0"/>
              <a:buChar char="•"/>
            </a:pPr>
            <a:r>
              <a:rPr lang="en-GB"/>
              <a:t>You need to know what you have so you don’t lose anything in the migration</a:t>
            </a:r>
          </a:p>
          <a:p>
            <a:pPr lvl="2"/>
            <a:r>
              <a:rPr lang="en-GB"/>
              <a:t> </a:t>
            </a:r>
          </a:p>
          <a:p>
            <a:pPr marL="742950" lvl="1" indent="-285750">
              <a:buFont typeface="Arial" panose="020B0604020202020204" pitchFamily="34" charset="0"/>
              <a:buChar char="•"/>
            </a:pPr>
            <a:r>
              <a:rPr lang="en-GB"/>
              <a:t>Manage progress: </a:t>
            </a:r>
          </a:p>
          <a:p>
            <a:pPr marL="1200150" lvl="2" indent="-285750">
              <a:buFont typeface="Arial" panose="020B0604020202020204" pitchFamily="34" charset="0"/>
              <a:buChar char="•"/>
            </a:pPr>
            <a:r>
              <a:rPr lang="en-GB"/>
              <a:t>Keep track of things like what content has been rewritten</a:t>
            </a:r>
          </a:p>
        </p:txBody>
      </p:sp>
      <p:sp>
        <p:nvSpPr>
          <p:cNvPr id="6" name="Slide Number Placeholder 5">
            <a:extLst>
              <a:ext uri="{FF2B5EF4-FFF2-40B4-BE49-F238E27FC236}">
                <a16:creationId xmlns:a16="http://schemas.microsoft.com/office/drawing/2014/main" id="{F587F061-1260-4C19-8FF1-5BF8339C6B6D}"/>
              </a:ext>
            </a:extLst>
          </p:cNvPr>
          <p:cNvSpPr>
            <a:spLocks noGrp="1"/>
          </p:cNvSpPr>
          <p:nvPr>
            <p:ph type="sldNum" sz="quarter" idx="4"/>
          </p:nvPr>
        </p:nvSpPr>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212047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GB"/>
              <a:t>Conduct a content inventory </a:t>
            </a:r>
          </a:p>
        </p:txBody>
      </p:sp>
      <p:sp>
        <p:nvSpPr>
          <p:cNvPr id="5" name="Rectangle 4">
            <a:extLst>
              <a:ext uri="{FF2B5EF4-FFF2-40B4-BE49-F238E27FC236}">
                <a16:creationId xmlns:a16="http://schemas.microsoft.com/office/drawing/2014/main" id="{9187AFDE-78EB-4995-B901-FA77E6440F56}"/>
              </a:ext>
            </a:extLst>
          </p:cNvPr>
          <p:cNvSpPr/>
          <p:nvPr/>
        </p:nvSpPr>
        <p:spPr>
          <a:xfrm>
            <a:off x="4610100" y="335845"/>
            <a:ext cx="7197115" cy="6186309"/>
          </a:xfrm>
          <a:prstGeom prst="rect">
            <a:avLst/>
          </a:prstGeom>
        </p:spPr>
        <p:txBody>
          <a:bodyPr wrap="square">
            <a:spAutoFit/>
          </a:bodyPr>
          <a:lstStyle/>
          <a:p>
            <a:pPr marL="285750" indent="-285750">
              <a:buFont typeface="Arial" panose="020B0604020202020204" pitchFamily="34" charset="0"/>
              <a:buChar char="•"/>
            </a:pPr>
            <a:r>
              <a:rPr lang="en-GB" b="1"/>
              <a:t>To manage content you will need to perform some form of audit:</a:t>
            </a:r>
          </a:p>
          <a:p>
            <a:pPr marL="285750" indent="-285750">
              <a:buFont typeface="Arial" panose="020B0604020202020204" pitchFamily="34" charset="0"/>
              <a:buChar char="•"/>
            </a:pPr>
            <a:endParaRPr lang="en-GB" b="1"/>
          </a:p>
          <a:p>
            <a:pPr marL="742950" lvl="1" indent="-285750">
              <a:buFont typeface="Arial" panose="020B0604020202020204" pitchFamily="34" charset="0"/>
              <a:buChar char="•"/>
            </a:pPr>
            <a:r>
              <a:rPr lang="en-GB"/>
              <a:t>Full content inventory – which includes all</a:t>
            </a:r>
          </a:p>
          <a:p>
            <a:pPr marL="1200150" lvl="2" indent="-285750">
              <a:buFont typeface="Arial" panose="020B0604020202020204" pitchFamily="34" charset="0"/>
              <a:buChar char="•"/>
            </a:pPr>
            <a:r>
              <a:rPr lang="en-GB"/>
              <a:t>Page, downloadable objects e.g. PDF files, documents,</a:t>
            </a:r>
          </a:p>
          <a:p>
            <a:pPr marL="1200150" lvl="2" indent="-285750">
              <a:buFont typeface="Arial" panose="020B0604020202020204" pitchFamily="34" charset="0"/>
              <a:buChar char="•"/>
            </a:pPr>
            <a:r>
              <a:rPr lang="en-GB"/>
              <a:t>Embedded objects, such as video or audio other content</a:t>
            </a:r>
          </a:p>
          <a:p>
            <a:pPr marL="1657350" lvl="3" indent="-285750">
              <a:buFont typeface="Arial" panose="020B0604020202020204" pitchFamily="34" charset="0"/>
              <a:buChar char="•"/>
            </a:pPr>
            <a:r>
              <a:rPr lang="en-GB"/>
              <a:t>In blogging sites this may include reader comments</a:t>
            </a:r>
          </a:p>
          <a:p>
            <a:pPr marL="742950" lvl="1" indent="-285750">
              <a:buFont typeface="Arial" panose="020B0604020202020204" pitchFamily="34" charset="0"/>
              <a:buChar char="•"/>
            </a:pPr>
            <a:r>
              <a:rPr lang="en-GB"/>
              <a:t>Partial content inventory </a:t>
            </a:r>
          </a:p>
          <a:p>
            <a:pPr marL="1200150" lvl="2" indent="-285750">
              <a:buFont typeface="Arial" panose="020B0604020202020204" pitchFamily="34" charset="0"/>
              <a:buChar char="•"/>
            </a:pPr>
            <a:r>
              <a:rPr lang="en-GB"/>
              <a:t>This collects information for a number of levels of the site</a:t>
            </a:r>
          </a:p>
          <a:p>
            <a:pPr marL="1657350" lvl="3" indent="-285750">
              <a:buFont typeface="Arial" panose="020B0604020202020204" pitchFamily="34" charset="0"/>
              <a:buChar char="•"/>
            </a:pPr>
            <a:r>
              <a:rPr lang="en-GB"/>
              <a:t>Though it may show some parts of the site in more detail</a:t>
            </a:r>
          </a:p>
          <a:p>
            <a:pPr marL="1200150" lvl="2" indent="-285750">
              <a:buFont typeface="Arial" panose="020B0604020202020204" pitchFamily="34" charset="0"/>
              <a:buChar char="•"/>
            </a:pPr>
            <a:r>
              <a:rPr lang="en-GB"/>
              <a:t>It is a good practical approach for very large sites</a:t>
            </a:r>
          </a:p>
          <a:p>
            <a:pPr marL="742950" lvl="1" indent="-285750">
              <a:buFont typeface="Arial" panose="020B0604020202020204" pitchFamily="34" charset="0"/>
              <a:buChar char="•"/>
            </a:pPr>
            <a:r>
              <a:rPr lang="en-GB"/>
              <a:t>Content audit</a:t>
            </a:r>
          </a:p>
          <a:p>
            <a:pPr marL="1200150" lvl="2" indent="-285750">
              <a:buFont typeface="Arial" panose="020B0604020202020204" pitchFamily="34" charset="0"/>
              <a:buChar char="•"/>
            </a:pPr>
            <a:r>
              <a:rPr lang="en-GB"/>
              <a:t>Is a sample across the site</a:t>
            </a:r>
          </a:p>
          <a:p>
            <a:pPr marL="1200150" lvl="2" indent="-285750">
              <a:buFont typeface="Arial" panose="020B0604020202020204" pitchFamily="34" charset="0"/>
              <a:buChar char="•"/>
            </a:pPr>
            <a:r>
              <a:rPr lang="en-GB"/>
              <a:t>It may collect details for the first couple of levels of a site</a:t>
            </a:r>
          </a:p>
          <a:p>
            <a:pPr marL="1657350" lvl="3" indent="-285750">
              <a:buFont typeface="Arial" panose="020B0604020202020204" pitchFamily="34" charset="0"/>
              <a:buChar char="•"/>
            </a:pPr>
            <a:r>
              <a:rPr lang="en-GB"/>
              <a:t>Then details for different page types in each section</a:t>
            </a:r>
          </a:p>
        </p:txBody>
      </p:sp>
      <p:sp>
        <p:nvSpPr>
          <p:cNvPr id="6" name="Slide Number Placeholder 5">
            <a:extLst>
              <a:ext uri="{FF2B5EF4-FFF2-40B4-BE49-F238E27FC236}">
                <a16:creationId xmlns:a16="http://schemas.microsoft.com/office/drawing/2014/main" id="{145D2C9F-95C4-4C5E-8E50-48CBD540E711}"/>
              </a:ext>
            </a:extLst>
          </p:cNvPr>
          <p:cNvSpPr>
            <a:spLocks noGrp="1"/>
          </p:cNvSpPr>
          <p:nvPr>
            <p:ph type="sldNum" sz="quarter" idx="4"/>
          </p:nvPr>
        </p:nvSpPr>
        <p:spPr/>
        <p:txBody>
          <a:bodyPr/>
          <a:lstStyle/>
          <a:p>
            <a:fld id="{EF892D59-8F09-EF4B-AD6D-DA609442F868}" type="slidenum">
              <a:rPr lang="en-GB" smtClean="0"/>
              <a:pPr/>
              <a:t>9</a:t>
            </a:fld>
            <a:endParaRPr lang="en-GB"/>
          </a:p>
        </p:txBody>
      </p:sp>
    </p:spTree>
    <p:extLst>
      <p:ext uri="{BB962C8B-B14F-4D97-AF65-F5344CB8AC3E}">
        <p14:creationId xmlns:p14="http://schemas.microsoft.com/office/powerpoint/2010/main" val="3674629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399393" y="1324243"/>
            <a:ext cx="3310759" cy="2407033"/>
          </a:xfrm>
        </p:spPr>
        <p:txBody>
          <a:bodyPr>
            <a:normAutofit/>
          </a:bodyPr>
          <a:lstStyle/>
          <a:p>
            <a:r>
              <a:rPr lang="en-GB">
                <a:solidFill>
                  <a:schemeClr val="bg1"/>
                </a:solidFill>
              </a:rPr>
              <a:t>CONTENT YOU NEED</a:t>
            </a:r>
          </a:p>
        </p:txBody>
      </p:sp>
      <p:sp>
        <p:nvSpPr>
          <p:cNvPr id="6" name="Rectangle 5">
            <a:extLst>
              <a:ext uri="{FF2B5EF4-FFF2-40B4-BE49-F238E27FC236}">
                <a16:creationId xmlns:a16="http://schemas.microsoft.com/office/drawing/2014/main" id="{0C5DFFBD-ACB1-48D4-85F1-C44E9742078E}"/>
              </a:ext>
            </a:extLst>
          </p:cNvPr>
          <p:cNvSpPr/>
          <p:nvPr/>
        </p:nvSpPr>
        <p:spPr>
          <a:xfrm>
            <a:off x="5087008" y="1324243"/>
            <a:ext cx="6789683" cy="3970318"/>
          </a:xfrm>
          <a:prstGeom prst="rect">
            <a:avLst/>
          </a:prstGeom>
        </p:spPr>
        <p:txBody>
          <a:bodyPr wrap="square">
            <a:spAutoFit/>
          </a:bodyPr>
          <a:lstStyle/>
          <a:p>
            <a:pPr marL="285750" indent="-285750">
              <a:buFont typeface="Arial" panose="020B0604020202020204" pitchFamily="34" charset="0"/>
              <a:buChar char="•"/>
            </a:pPr>
            <a:r>
              <a:rPr lang="en-GB" b="1"/>
              <a:t>Whether working on a new design or re-launching think content</a:t>
            </a:r>
          </a:p>
          <a:p>
            <a:pPr marL="742950" lvl="1" indent="-285750">
              <a:buFont typeface="Arial" panose="020B0604020202020204" pitchFamily="34" charset="0"/>
              <a:buChar char="•"/>
            </a:pPr>
            <a:r>
              <a:rPr lang="en-GB"/>
              <a:t>The content you choose should:</a:t>
            </a:r>
          </a:p>
          <a:p>
            <a:pPr marL="1200150" lvl="2" indent="-285750">
              <a:buFont typeface="Arial" panose="020B0604020202020204" pitchFamily="34" charset="0"/>
              <a:buChar char="•"/>
            </a:pPr>
            <a:r>
              <a:rPr lang="en-GB"/>
              <a:t>Meet the needs of the people using your product</a:t>
            </a:r>
          </a:p>
          <a:p>
            <a:pPr marL="1200150" lvl="2" indent="-285750">
              <a:buFont typeface="Arial" panose="020B0604020202020204" pitchFamily="34" charset="0"/>
              <a:buChar char="•"/>
            </a:pPr>
            <a:r>
              <a:rPr lang="en-GB"/>
              <a:t>Help achieve your project goals</a:t>
            </a:r>
          </a:p>
          <a:p>
            <a:pPr marL="1200150" lvl="2" indent="-285750">
              <a:buFont typeface="Arial" panose="020B0604020202020204" pitchFamily="34" charset="0"/>
              <a:buChar char="•"/>
            </a:pPr>
            <a:endParaRPr lang="en-GB"/>
          </a:p>
          <a:p>
            <a:pPr marL="285750" indent="-285750">
              <a:buFont typeface="Arial" panose="020B0604020202020204" pitchFamily="34" charset="0"/>
              <a:buChar char="•"/>
            </a:pPr>
            <a:r>
              <a:rPr lang="en-GB" b="1"/>
              <a:t>Consider approaching content creation in the following ways:</a:t>
            </a:r>
          </a:p>
          <a:p>
            <a:pPr marL="742950" lvl="1" indent="-285750">
              <a:buFont typeface="Arial" panose="020B0604020202020204" pitchFamily="34" charset="0"/>
              <a:buChar char="•"/>
            </a:pPr>
            <a:r>
              <a:rPr lang="en-GB"/>
              <a:t>Current behaviours </a:t>
            </a:r>
          </a:p>
          <a:p>
            <a:pPr marL="742950" lvl="1" indent="-285750">
              <a:buFont typeface="Arial" panose="020B0604020202020204" pitchFamily="34" charset="0"/>
              <a:buChar char="•"/>
            </a:pPr>
            <a:r>
              <a:rPr lang="en-GB"/>
              <a:t>User research </a:t>
            </a:r>
          </a:p>
          <a:p>
            <a:pPr marL="742950" lvl="1" indent="-285750">
              <a:buFont typeface="Arial" panose="020B0604020202020204" pitchFamily="34" charset="0"/>
              <a:buChar char="•"/>
            </a:pPr>
            <a:r>
              <a:rPr lang="en-GB"/>
              <a:t>Your own ideas for content </a:t>
            </a:r>
          </a:p>
          <a:p>
            <a:pPr marL="742950" lvl="1" indent="-285750">
              <a:buFont typeface="Arial" panose="020B0604020202020204" pitchFamily="34" charset="0"/>
              <a:buChar char="•"/>
            </a:pPr>
            <a:endParaRPr lang="en-GB"/>
          </a:p>
          <a:p>
            <a:pPr marL="742950" lvl="1" indent="-285750">
              <a:buFont typeface="Arial" panose="020B0604020202020204" pitchFamily="34" charset="0"/>
              <a:buChar char="•"/>
            </a:pPr>
            <a:endParaRPr lang="en-GB"/>
          </a:p>
        </p:txBody>
      </p:sp>
      <p:sp>
        <p:nvSpPr>
          <p:cNvPr id="7" name="Slide Number Placeholder 6">
            <a:extLst>
              <a:ext uri="{FF2B5EF4-FFF2-40B4-BE49-F238E27FC236}">
                <a16:creationId xmlns:a16="http://schemas.microsoft.com/office/drawing/2014/main" id="{5602B289-C6FA-4225-8C38-4C6EC215929D}"/>
              </a:ext>
            </a:extLst>
          </p:cNvPr>
          <p:cNvSpPr>
            <a:spLocks noGrp="1"/>
          </p:cNvSpPr>
          <p:nvPr>
            <p:ph type="sldNum" sz="quarter" idx="4"/>
          </p:nvPr>
        </p:nvSpPr>
        <p:spPr/>
        <p:txBody>
          <a:bodyPr/>
          <a:lstStyle/>
          <a:p>
            <a:fld id="{EF892D59-8F09-EF4B-AD6D-DA609442F868}" type="slidenum">
              <a:rPr lang="en-GB" smtClean="0"/>
              <a:pPr/>
              <a:t>10</a:t>
            </a:fld>
            <a:endParaRPr lang="en-GB"/>
          </a:p>
        </p:txBody>
      </p:sp>
    </p:spTree>
    <p:extLst>
      <p:ext uri="{BB962C8B-B14F-4D97-AF65-F5344CB8AC3E}">
        <p14:creationId xmlns:p14="http://schemas.microsoft.com/office/powerpoint/2010/main" val="109480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371475" y="1328706"/>
            <a:ext cx="3384331" cy="1702840"/>
          </a:xfrm>
        </p:spPr>
        <p:txBody>
          <a:bodyPr>
            <a:noAutofit/>
          </a:bodyPr>
          <a:lstStyle/>
          <a:p>
            <a:r>
              <a:rPr lang="en-GB">
                <a:solidFill>
                  <a:schemeClr val="bg1"/>
                </a:solidFill>
              </a:rPr>
              <a:t>CURRENT BEHAVIOUR</a:t>
            </a:r>
          </a:p>
        </p:txBody>
      </p:sp>
      <p:sp>
        <p:nvSpPr>
          <p:cNvPr id="5" name="Rectangle 4">
            <a:extLst>
              <a:ext uri="{FF2B5EF4-FFF2-40B4-BE49-F238E27FC236}">
                <a16:creationId xmlns:a16="http://schemas.microsoft.com/office/drawing/2014/main" id="{1D086A51-8111-4BFA-89EF-A1FC67ED49D9}"/>
              </a:ext>
            </a:extLst>
          </p:cNvPr>
          <p:cNvSpPr/>
          <p:nvPr/>
        </p:nvSpPr>
        <p:spPr>
          <a:xfrm>
            <a:off x="5051425" y="1319427"/>
            <a:ext cx="6096000" cy="5355312"/>
          </a:xfrm>
          <a:prstGeom prst="rect">
            <a:avLst/>
          </a:prstGeom>
        </p:spPr>
        <p:txBody>
          <a:bodyPr>
            <a:spAutoFit/>
          </a:bodyPr>
          <a:lstStyle/>
          <a:p>
            <a:pPr marL="285750" indent="-285750">
              <a:buFont typeface="Arial" panose="020B0604020202020204" pitchFamily="34" charset="0"/>
              <a:buChar char="•"/>
            </a:pPr>
            <a:r>
              <a:rPr lang="en-GB" b="1"/>
              <a:t>Examine what users are currently viewing and doing </a:t>
            </a:r>
          </a:p>
          <a:p>
            <a:pPr marL="742950" lvl="1" indent="-285750">
              <a:buFont typeface="Arial" panose="020B0604020202020204" pitchFamily="34" charset="0"/>
              <a:buChar char="•"/>
            </a:pPr>
            <a:r>
              <a:rPr lang="en-GB"/>
              <a:t>From site metrics</a:t>
            </a:r>
          </a:p>
          <a:p>
            <a:pPr marL="742950" lvl="1" indent="-285750">
              <a:buFont typeface="Arial" panose="020B0604020202020204" pitchFamily="34" charset="0"/>
              <a:buChar char="•"/>
            </a:pPr>
            <a:r>
              <a:rPr lang="en-GB"/>
              <a:t>Competitor analysis</a:t>
            </a:r>
          </a:p>
          <a:p>
            <a:pPr marL="742950" lvl="1" indent="-285750">
              <a:buFont typeface="Arial" panose="020B0604020202020204" pitchFamily="34" charset="0"/>
              <a:buChar char="•"/>
            </a:pPr>
            <a:endParaRPr lang="en-GB"/>
          </a:p>
          <a:p>
            <a:pPr marL="285750" indent="-285750">
              <a:buFont typeface="Arial" panose="020B0604020202020204" pitchFamily="34" charset="0"/>
              <a:buChar char="•"/>
            </a:pPr>
            <a:r>
              <a:rPr lang="en-GB" b="1"/>
              <a:t>Do not just focus on immediate data</a:t>
            </a:r>
          </a:p>
          <a:p>
            <a:pPr marL="742950" lvl="1" indent="-285750">
              <a:buFont typeface="Arial" panose="020B0604020202020204" pitchFamily="34" charset="0"/>
              <a:buChar char="•"/>
            </a:pPr>
            <a:r>
              <a:rPr lang="en-GB"/>
              <a:t>Check what happens at different times of the year</a:t>
            </a:r>
          </a:p>
          <a:p>
            <a:pPr marL="742950" lvl="1" indent="-285750">
              <a:buFont typeface="Arial" panose="020B0604020202020204" pitchFamily="34" charset="0"/>
              <a:buChar char="•"/>
            </a:pPr>
            <a:r>
              <a:rPr lang="en-GB"/>
              <a:t>When new content is added – does it peak and not get used again?</a:t>
            </a:r>
          </a:p>
          <a:p>
            <a:pPr marL="742950" lvl="1" indent="-285750">
              <a:buFont typeface="Arial" panose="020B0604020202020204" pitchFamily="34" charset="0"/>
              <a:buChar char="•"/>
            </a:pPr>
            <a:endParaRPr lang="en-GB"/>
          </a:p>
          <a:p>
            <a:pPr marL="285750" indent="-285750">
              <a:buFont typeface="Arial" panose="020B0604020202020204" pitchFamily="34" charset="0"/>
              <a:buChar char="•"/>
            </a:pPr>
            <a:r>
              <a:rPr lang="en-GB" b="1"/>
              <a:t>Prioritise popular content – it becomes popular because of users</a:t>
            </a:r>
          </a:p>
          <a:p>
            <a:pPr marL="742950" lvl="1" indent="-285750">
              <a:buFont typeface="Arial" panose="020B0604020202020204" pitchFamily="34" charset="0"/>
              <a:buChar char="•"/>
            </a:pPr>
            <a:r>
              <a:rPr lang="en-GB"/>
              <a:t>Provide better links to existing and related content</a:t>
            </a:r>
          </a:p>
          <a:p>
            <a:pPr marL="742950" lvl="1" indent="-285750">
              <a:buFont typeface="Arial" panose="020B0604020202020204" pitchFamily="34" charset="0"/>
              <a:buChar char="•"/>
            </a:pPr>
            <a:r>
              <a:rPr lang="en-GB"/>
              <a:t>Investigate social networking trends</a:t>
            </a:r>
          </a:p>
          <a:p>
            <a:pPr marL="1200150" lvl="2" indent="-285750">
              <a:buFont typeface="Arial" panose="020B0604020202020204" pitchFamily="34" charset="0"/>
              <a:buChar char="•"/>
            </a:pPr>
            <a:r>
              <a:rPr lang="en-GB"/>
              <a:t>Use verbs and action from the research phase </a:t>
            </a:r>
          </a:p>
          <a:p>
            <a:pPr marL="1200150" lvl="2"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1641E299-6CBB-4757-97CC-2A5862365E86}"/>
              </a:ext>
            </a:extLst>
          </p:cNvPr>
          <p:cNvSpPr>
            <a:spLocks noGrp="1"/>
          </p:cNvSpPr>
          <p:nvPr>
            <p:ph type="sldNum" sz="quarter" idx="4"/>
          </p:nvPr>
        </p:nvSpPr>
        <p:spPr/>
        <p:txBody>
          <a:bodyPr/>
          <a:lstStyle/>
          <a:p>
            <a:fld id="{EF892D59-8F09-EF4B-AD6D-DA609442F868}" type="slidenum">
              <a:rPr lang="en-GB" smtClean="0"/>
              <a:pPr/>
              <a:t>11</a:t>
            </a:fld>
            <a:endParaRPr lang="en-GB"/>
          </a:p>
        </p:txBody>
      </p:sp>
    </p:spTree>
    <p:extLst>
      <p:ext uri="{BB962C8B-B14F-4D97-AF65-F5344CB8AC3E}">
        <p14:creationId xmlns:p14="http://schemas.microsoft.com/office/powerpoint/2010/main" val="405906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E7F968C-985D-4EC7-82E9-9EF4840FCE61}"/>
              </a:ext>
            </a:extLst>
          </p:cNvPr>
          <p:cNvGrpSpPr/>
          <p:nvPr/>
        </p:nvGrpSpPr>
        <p:grpSpPr>
          <a:xfrm>
            <a:off x="4689516" y="2019300"/>
            <a:ext cx="7025008" cy="4745439"/>
            <a:chOff x="4689516" y="2019300"/>
            <a:chExt cx="7025008" cy="4745439"/>
          </a:xfrm>
        </p:grpSpPr>
        <p:sp>
          <p:nvSpPr>
            <p:cNvPr id="3" name="Rectangle 2">
              <a:extLst>
                <a:ext uri="{FF2B5EF4-FFF2-40B4-BE49-F238E27FC236}">
                  <a16:creationId xmlns:a16="http://schemas.microsoft.com/office/drawing/2014/main" id="{C2EB96FC-4D83-492C-BBE8-D171C3B5F030}"/>
                </a:ext>
              </a:extLst>
            </p:cNvPr>
            <p:cNvSpPr/>
            <p:nvPr/>
          </p:nvSpPr>
          <p:spPr>
            <a:xfrm>
              <a:off x="4689516" y="2019300"/>
              <a:ext cx="7025008" cy="47454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a:hlinkClick r:id="rId3"/>
              <a:extLst>
                <a:ext uri="{FF2B5EF4-FFF2-40B4-BE49-F238E27FC236}">
                  <a16:creationId xmlns:a16="http://schemas.microsoft.com/office/drawing/2014/main" id="{F94A5004-43BB-4CD3-A9FF-4CB7ED2A580B}"/>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861320" y="2639896"/>
              <a:ext cx="6681400" cy="292417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 Placeholder 1"/>
          <p:cNvSpPr>
            <a:spLocks noGrp="1"/>
          </p:cNvSpPr>
          <p:nvPr>
            <p:ph type="body" sz="quarter" idx="10"/>
          </p:nvPr>
        </p:nvSpPr>
        <p:spPr/>
        <p:txBody>
          <a:bodyPr/>
          <a:lstStyle/>
          <a:p>
            <a:r>
              <a:rPr lang="en-GB"/>
              <a:t>Content Planning</a:t>
            </a:r>
          </a:p>
        </p:txBody>
      </p:sp>
      <p:sp>
        <p:nvSpPr>
          <p:cNvPr id="5" name="Rectangle 4">
            <a:extLst>
              <a:ext uri="{FF2B5EF4-FFF2-40B4-BE49-F238E27FC236}">
                <a16:creationId xmlns:a16="http://schemas.microsoft.com/office/drawing/2014/main" id="{E0027815-1ECB-4E26-B2A1-6CE5C0496C11}"/>
              </a:ext>
            </a:extLst>
          </p:cNvPr>
          <p:cNvSpPr/>
          <p:nvPr/>
        </p:nvSpPr>
        <p:spPr>
          <a:xfrm>
            <a:off x="4689516" y="582679"/>
            <a:ext cx="7025008" cy="1200329"/>
          </a:xfrm>
          <a:prstGeom prst="rect">
            <a:avLst/>
          </a:prstGeom>
        </p:spPr>
        <p:txBody>
          <a:bodyPr wrap="square">
            <a:spAutoFit/>
          </a:bodyPr>
          <a:lstStyle/>
          <a:p>
            <a:pPr marL="285750" indent="-285750">
              <a:buFont typeface="Arial" panose="020B0604020202020204" pitchFamily="34" charset="0"/>
              <a:buChar char="•"/>
            </a:pPr>
            <a:r>
              <a:rPr lang="en-GB" b="1"/>
              <a:t>Build a spreadsheet of content</a:t>
            </a:r>
          </a:p>
          <a:p>
            <a:pPr marL="742950" lvl="1" indent="-285750">
              <a:buFont typeface="Arial" panose="020B0604020202020204" pitchFamily="34" charset="0"/>
              <a:buChar char="•"/>
            </a:pPr>
            <a:r>
              <a:rPr lang="en-GB"/>
              <a:t>Use analytics to investigate who is doing what</a:t>
            </a:r>
          </a:p>
          <a:p>
            <a:pPr marL="742950" lvl="1" indent="-285750">
              <a:buFont typeface="Arial" panose="020B0604020202020204" pitchFamily="34" charset="0"/>
              <a:buChar char="•"/>
            </a:pPr>
            <a:r>
              <a:rPr lang="en-GB"/>
              <a:t>Categorise content</a:t>
            </a:r>
          </a:p>
          <a:p>
            <a:pPr marL="742950" lvl="1" indent="-285750">
              <a:buFont typeface="Arial" panose="020B0604020202020204" pitchFamily="34" charset="0"/>
              <a:buChar char="•"/>
            </a:pPr>
            <a:r>
              <a:rPr lang="en-GB"/>
              <a:t>Understand popularity</a:t>
            </a:r>
          </a:p>
        </p:txBody>
      </p:sp>
      <p:sp>
        <p:nvSpPr>
          <p:cNvPr id="6" name="Slide Number Placeholder 5">
            <a:extLst>
              <a:ext uri="{FF2B5EF4-FFF2-40B4-BE49-F238E27FC236}">
                <a16:creationId xmlns:a16="http://schemas.microsoft.com/office/drawing/2014/main" id="{F490CDA4-3559-43CE-B53A-7E382D449F58}"/>
              </a:ext>
            </a:extLst>
          </p:cNvPr>
          <p:cNvSpPr>
            <a:spLocks noGrp="1"/>
          </p:cNvSpPr>
          <p:nvPr>
            <p:ph type="sldNum" sz="quarter" idx="4"/>
          </p:nvPr>
        </p:nvSpPr>
        <p:spPr/>
        <p:txBody>
          <a:bodyPr/>
          <a:lstStyle/>
          <a:p>
            <a:fld id="{EF892D59-8F09-EF4B-AD6D-DA609442F868}" type="slidenum">
              <a:rPr lang="en-GB" smtClean="0"/>
              <a:pPr/>
              <a:t>12</a:t>
            </a:fld>
            <a:endParaRPr lang="en-GB"/>
          </a:p>
        </p:txBody>
      </p:sp>
      <p:sp>
        <p:nvSpPr>
          <p:cNvPr id="8" name="Rectangle 7">
            <a:hlinkClick r:id="rId3"/>
            <a:extLst>
              <a:ext uri="{FF2B5EF4-FFF2-40B4-BE49-F238E27FC236}">
                <a16:creationId xmlns:a16="http://schemas.microsoft.com/office/drawing/2014/main" id="{C670185E-E2EB-49AA-B02C-DF1456F41B89}"/>
              </a:ext>
            </a:extLst>
          </p:cNvPr>
          <p:cNvSpPr/>
          <p:nvPr/>
        </p:nvSpPr>
        <p:spPr>
          <a:xfrm>
            <a:off x="4081112" y="0"/>
            <a:ext cx="8110888" cy="582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11579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13</a:t>
            </a:fld>
            <a:endParaRPr lang="en-GB"/>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393879"/>
            <a:ext cx="6143625" cy="4190860"/>
          </a:xfrm>
        </p:spPr>
        <p:txBody>
          <a:bodyPr anchor="t">
            <a:normAutofit/>
          </a:bodyPr>
          <a:lstStyle/>
          <a:p>
            <a:pPr marL="285750" indent="-285750">
              <a:buFont typeface="Arial" panose="020B0604020202020204" pitchFamily="34" charset="0"/>
              <a:buChar char="•"/>
            </a:pPr>
            <a:r>
              <a:rPr lang="en-GB" b="1" dirty="0"/>
              <a:t>Use our User Personas to identify the following</a:t>
            </a:r>
          </a:p>
          <a:p>
            <a:pPr marL="742950" lvl="1" indent="-285750"/>
            <a:r>
              <a:rPr lang="en-GB" dirty="0"/>
              <a:t>The landing page for our movie goers app </a:t>
            </a:r>
          </a:p>
          <a:p>
            <a:pPr marL="1200150" lvl="2" indent="-285750">
              <a:buFont typeface="Arial" panose="020B0604020202020204" pitchFamily="34" charset="0"/>
              <a:buChar char="•"/>
            </a:pPr>
            <a:r>
              <a:rPr lang="en-GB" dirty="0"/>
              <a:t>What should be on it </a:t>
            </a:r>
          </a:p>
          <a:p>
            <a:pPr marL="1200150" lvl="2" indent="-285750">
              <a:buFont typeface="Arial" panose="020B0604020202020204" pitchFamily="34" charset="0"/>
              <a:buChar char="•"/>
            </a:pPr>
            <a:r>
              <a:rPr lang="en-GB" dirty="0"/>
              <a:t>What and how often will it change</a:t>
            </a:r>
          </a:p>
          <a:p>
            <a:pPr marL="742950" lvl="1" indent="-285750"/>
            <a:endParaRPr lang="en-GB" dirty="0"/>
          </a:p>
          <a:p>
            <a:pPr marL="742950" lvl="1" indent="-285750"/>
            <a:r>
              <a:rPr lang="en-GB" dirty="0"/>
              <a:t>Consider a page showing film times at a cinema</a:t>
            </a:r>
          </a:p>
          <a:p>
            <a:pPr marL="1200150" lvl="2" indent="-285750">
              <a:buFont typeface="Arial" panose="020B0604020202020204" pitchFamily="34" charset="0"/>
              <a:buChar char="•"/>
            </a:pPr>
            <a:r>
              <a:rPr lang="en-GB" dirty="0"/>
              <a:t>Identify content, and frequency of change</a:t>
            </a:r>
          </a:p>
          <a:p>
            <a:pPr marL="1200150" lvl="2" indent="-285750">
              <a:buFont typeface="Arial" panose="020B0604020202020204" pitchFamily="34" charset="0"/>
              <a:buChar char="•"/>
            </a:pPr>
            <a:endParaRPr lang="en-GB" dirty="0"/>
          </a:p>
          <a:p>
            <a:pPr marL="742950" lvl="1" indent="-285750"/>
            <a:r>
              <a:rPr lang="en-GB" dirty="0"/>
              <a:t>Consider the cinema information page, </a:t>
            </a:r>
          </a:p>
          <a:p>
            <a:pPr marL="1200150" lvl="2" indent="-285750">
              <a:buFont typeface="Arial" panose="020B0604020202020204" pitchFamily="34" charset="0"/>
              <a:buChar char="•"/>
            </a:pPr>
            <a:r>
              <a:rPr lang="en-GB" dirty="0"/>
              <a:t>What content is needed </a:t>
            </a:r>
          </a:p>
          <a:p>
            <a:pPr marL="1200150" lvl="2" indent="-285750">
              <a:buFont typeface="Arial" panose="020B0604020202020204" pitchFamily="34" charset="0"/>
              <a:buChar char="•"/>
            </a:pPr>
            <a:r>
              <a:rPr lang="en-GB" dirty="0"/>
              <a:t>Who will use it and why</a:t>
            </a:r>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a:t>Activity: Content for the Cinema website</a:t>
            </a:r>
          </a:p>
          <a:p>
            <a:pPr>
              <a:lnSpc>
                <a:spcPct val="90000"/>
              </a:lnSpc>
              <a:spcAft>
                <a:spcPts val="600"/>
              </a:spcAft>
            </a:pPr>
            <a:endParaRPr lang="en-GB"/>
          </a:p>
        </p:txBody>
      </p:sp>
    </p:spTree>
    <p:extLst>
      <p:ext uri="{BB962C8B-B14F-4D97-AF65-F5344CB8AC3E}">
        <p14:creationId xmlns:p14="http://schemas.microsoft.com/office/powerpoint/2010/main" val="1896141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F6ECC8-7B09-410F-8B46-B7112991267E}"/>
              </a:ext>
            </a:extLst>
          </p:cNvPr>
          <p:cNvSpPr>
            <a:spLocks noGrp="1"/>
          </p:cNvSpPr>
          <p:nvPr>
            <p:ph type="body" sz="quarter" idx="10"/>
          </p:nvPr>
        </p:nvSpPr>
        <p:spPr/>
        <p:txBody>
          <a:bodyPr/>
          <a:lstStyle/>
          <a:p>
            <a:r>
              <a:rPr lang="en-GB" dirty="0"/>
              <a:t>Scenarios</a:t>
            </a:r>
          </a:p>
        </p:txBody>
      </p:sp>
      <p:sp>
        <p:nvSpPr>
          <p:cNvPr id="4" name="Slide Number Placeholder 3">
            <a:extLst>
              <a:ext uri="{FF2B5EF4-FFF2-40B4-BE49-F238E27FC236}">
                <a16:creationId xmlns:a16="http://schemas.microsoft.com/office/drawing/2014/main" id="{228908A2-0073-4D16-84DB-0612675EFB8E}"/>
              </a:ext>
            </a:extLst>
          </p:cNvPr>
          <p:cNvSpPr>
            <a:spLocks noGrp="1"/>
          </p:cNvSpPr>
          <p:nvPr>
            <p:ph type="sldNum" sz="quarter" idx="4"/>
          </p:nvPr>
        </p:nvSpPr>
        <p:spPr/>
        <p:txBody>
          <a:bodyPr/>
          <a:lstStyle/>
          <a:p>
            <a:fld id="{EF892D59-8F09-EF4B-AD6D-DA609442F868}" type="slidenum">
              <a:rPr lang="en-GB" smtClean="0"/>
              <a:pPr/>
              <a:t>14</a:t>
            </a:fld>
            <a:endParaRPr lang="en-GB"/>
          </a:p>
        </p:txBody>
      </p:sp>
      <p:sp>
        <p:nvSpPr>
          <p:cNvPr id="5" name="Rectangle 4">
            <a:extLst>
              <a:ext uri="{FF2B5EF4-FFF2-40B4-BE49-F238E27FC236}">
                <a16:creationId xmlns:a16="http://schemas.microsoft.com/office/drawing/2014/main" id="{34FD6265-2188-482C-BF92-6DD4ADF7AFC8}"/>
              </a:ext>
            </a:extLst>
          </p:cNvPr>
          <p:cNvSpPr/>
          <p:nvPr/>
        </p:nvSpPr>
        <p:spPr>
          <a:xfrm>
            <a:off x="4996713" y="1256962"/>
            <a:ext cx="6995589" cy="2585323"/>
          </a:xfrm>
          <a:prstGeom prst="rect">
            <a:avLst/>
          </a:prstGeom>
        </p:spPr>
        <p:txBody>
          <a:bodyPr wrap="square">
            <a:spAutoFit/>
          </a:bodyPr>
          <a:lstStyle/>
          <a:p>
            <a:pPr marL="285750" indent="-285750">
              <a:buFont typeface="Arial" panose="020B0604020202020204" pitchFamily="34" charset="0"/>
              <a:buChar char="•"/>
            </a:pPr>
            <a:r>
              <a:rPr lang="en-GB" b="1">
                <a:cs typeface="Arial" charset="0"/>
              </a:rPr>
              <a:t>Scenarios describe the stories and context behind why a specific user or user group comes to your site</a:t>
            </a:r>
          </a:p>
          <a:p>
            <a:pPr marL="285750" indent="-285750">
              <a:buFont typeface="Arial" panose="020B0604020202020204" pitchFamily="34" charset="0"/>
              <a:buChar char="•"/>
            </a:pPr>
            <a:endParaRPr lang="en-GB" b="1">
              <a:cs typeface="Arial" charset="0"/>
            </a:endParaRPr>
          </a:p>
          <a:p>
            <a:pPr marL="285750" indent="-285750">
              <a:buFont typeface="Arial" panose="020B0604020202020204" pitchFamily="34" charset="0"/>
              <a:buChar char="•"/>
            </a:pPr>
            <a:r>
              <a:rPr lang="en-GB" b="1">
                <a:cs typeface="Arial" charset="0"/>
              </a:rPr>
              <a:t>They note the goals and questions to be achieved and sometimes define the possibilities of how the user can achieve them on the site</a:t>
            </a:r>
          </a:p>
          <a:p>
            <a:pPr marL="285750" indent="-285750">
              <a:buFont typeface="Arial" panose="020B0604020202020204" pitchFamily="34" charset="0"/>
              <a:buChar char="•"/>
            </a:pPr>
            <a:endParaRPr lang="en-GB" b="1">
              <a:cs typeface="Arial" charset="0"/>
            </a:endParaRPr>
          </a:p>
          <a:p>
            <a:pPr marL="285750" indent="-285750">
              <a:buFont typeface="Arial" panose="020B0604020202020204" pitchFamily="34" charset="0"/>
              <a:buChar char="•"/>
            </a:pPr>
            <a:r>
              <a:rPr lang="en-GB" b="1">
                <a:cs typeface="Arial" charset="0"/>
              </a:rPr>
              <a:t>Scenarios are critical both for designing an interface and for usability testing</a:t>
            </a:r>
            <a:endParaRPr lang="en-US" b="1">
              <a:cs typeface="Arial" charset="0"/>
            </a:endParaRPr>
          </a:p>
        </p:txBody>
      </p:sp>
      <p:pic>
        <p:nvPicPr>
          <p:cNvPr id="6" name="Picture 5">
            <a:extLst>
              <a:ext uri="{FF2B5EF4-FFF2-40B4-BE49-F238E27FC236}">
                <a16:creationId xmlns:a16="http://schemas.microsoft.com/office/drawing/2014/main" id="{10C5B09F-4B36-4F1E-8DB7-082A0A199D61}"/>
              </a:ext>
            </a:extLst>
          </p:cNvPr>
          <p:cNvPicPr/>
          <p:nvPr/>
        </p:nvPicPr>
        <p:blipFill>
          <a:blip r:embed="rId3" cstate="email">
            <a:extLst>
              <a:ext uri="{28A0092B-C50C-407E-A947-70E740481C1C}">
                <a14:useLocalDpi xmlns:a14="http://schemas.microsoft.com/office/drawing/2010/main"/>
              </a:ext>
            </a:extLst>
          </a:blip>
          <a:srcRect/>
          <a:stretch>
            <a:fillRect/>
          </a:stretch>
        </p:blipFill>
        <p:spPr bwMode="auto">
          <a:xfrm>
            <a:off x="4230837" y="3059746"/>
            <a:ext cx="765876" cy="782539"/>
          </a:xfrm>
          <a:prstGeom prst="rect">
            <a:avLst/>
          </a:prstGeom>
          <a:noFill/>
          <a:ln>
            <a:noFill/>
          </a:ln>
        </p:spPr>
      </p:pic>
      <p:pic>
        <p:nvPicPr>
          <p:cNvPr id="7" name="Picture 6" descr="Icon&#10;&#10;Description automatically generated">
            <a:extLst>
              <a:ext uri="{FF2B5EF4-FFF2-40B4-BE49-F238E27FC236}">
                <a16:creationId xmlns:a16="http://schemas.microsoft.com/office/drawing/2014/main" id="{17B61179-4AF4-40C5-B652-3C3EC4FA4DA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813418" y="158242"/>
            <a:ext cx="878078" cy="878078"/>
          </a:xfrm>
          <a:prstGeom prst="rect">
            <a:avLst/>
          </a:prstGeom>
        </p:spPr>
      </p:pic>
    </p:spTree>
    <p:extLst>
      <p:ext uri="{BB962C8B-B14F-4D97-AF65-F5344CB8AC3E}">
        <p14:creationId xmlns:p14="http://schemas.microsoft.com/office/powerpoint/2010/main" val="280548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p:txBody>
          <a:bodyPr/>
          <a:lstStyle/>
          <a:p>
            <a:r>
              <a:rPr lang="en-GB"/>
              <a:t>Scenario Types</a:t>
            </a:r>
          </a:p>
        </p:txBody>
      </p:sp>
      <p:graphicFrame>
        <p:nvGraphicFramePr>
          <p:cNvPr id="2" name="Diagram 1">
            <a:extLst>
              <a:ext uri="{FF2B5EF4-FFF2-40B4-BE49-F238E27FC236}">
                <a16:creationId xmlns:a16="http://schemas.microsoft.com/office/drawing/2014/main" id="{A61EE1FD-6C91-49D0-86F6-290AC5B3B274}"/>
              </a:ext>
            </a:extLst>
          </p:cNvPr>
          <p:cNvGraphicFramePr/>
          <p:nvPr>
            <p:extLst>
              <p:ext uri="{D42A27DB-BD31-4B8C-83A1-F6EECF244321}">
                <p14:modId xmlns:p14="http://schemas.microsoft.com/office/powerpoint/2010/main" val="2586645727"/>
              </p:ext>
            </p:extLst>
          </p:nvPr>
        </p:nvGraphicFramePr>
        <p:xfrm>
          <a:off x="4975663" y="2351701"/>
          <a:ext cx="6096000" cy="1477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7DD57C8C-E033-4819-8F52-5C7D3375562E}"/>
              </a:ext>
            </a:extLst>
          </p:cNvPr>
          <p:cNvSpPr>
            <a:spLocks noGrp="1"/>
          </p:cNvSpPr>
          <p:nvPr>
            <p:ph type="sldNum" sz="quarter" idx="4"/>
          </p:nvPr>
        </p:nvSpPr>
        <p:spPr/>
        <p:txBody>
          <a:bodyPr/>
          <a:lstStyle/>
          <a:p>
            <a:fld id="{EF892D59-8F09-EF4B-AD6D-DA609442F868}" type="slidenum">
              <a:rPr lang="en-GB" smtClean="0"/>
              <a:pPr/>
              <a:t>15</a:t>
            </a:fld>
            <a:endParaRPr lang="en-GB"/>
          </a:p>
        </p:txBody>
      </p:sp>
      <p:pic>
        <p:nvPicPr>
          <p:cNvPr id="9" name="Picture 8" descr="Relevant Skills">
            <a:extLst>
              <a:ext uri="{FF2B5EF4-FFF2-40B4-BE49-F238E27FC236}">
                <a16:creationId xmlns:a16="http://schemas.microsoft.com/office/drawing/2014/main" id="{5CD01AFA-F2EB-4B67-A189-9C026B33E5C9}"/>
              </a:ext>
            </a:extLst>
          </p:cNvPr>
          <p:cNvPicPr/>
          <p:nvPr/>
        </p:nvPicPr>
        <p:blipFill>
          <a:blip r:embed="rId8" cstate="email">
            <a:extLst>
              <a:ext uri="{28A0092B-C50C-407E-A947-70E740481C1C}">
                <a14:useLocalDpi xmlns:a14="http://schemas.microsoft.com/office/drawing/2010/main"/>
              </a:ext>
            </a:extLst>
          </a:blip>
          <a:srcRect/>
          <a:stretch>
            <a:fillRect/>
          </a:stretch>
        </p:blipFill>
        <p:spPr bwMode="auto">
          <a:xfrm>
            <a:off x="10481605" y="272277"/>
            <a:ext cx="1006202" cy="1061381"/>
          </a:xfrm>
          <a:prstGeom prst="rect">
            <a:avLst/>
          </a:prstGeom>
          <a:noFill/>
          <a:ln>
            <a:noFill/>
          </a:ln>
        </p:spPr>
      </p:pic>
    </p:spTree>
    <p:extLst>
      <p:ext uri="{BB962C8B-B14F-4D97-AF65-F5344CB8AC3E}">
        <p14:creationId xmlns:p14="http://schemas.microsoft.com/office/powerpoint/2010/main" val="4091209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89606-76D2-4EE5-8612-61BEDB8B74CD}"/>
              </a:ext>
            </a:extLst>
          </p:cNvPr>
          <p:cNvSpPr>
            <a:spLocks noGrp="1"/>
          </p:cNvSpPr>
          <p:nvPr>
            <p:ph type="sldNum" sz="quarter" idx="4"/>
          </p:nvPr>
        </p:nvSpPr>
        <p:spPr/>
        <p:txBody>
          <a:bodyPr/>
          <a:lstStyle/>
          <a:p>
            <a:fld id="{EF892D59-8F09-EF4B-AD6D-DA609442F868}" type="slidenum">
              <a:rPr lang="en-GB" smtClean="0"/>
              <a:pPr/>
              <a:t>16</a:t>
            </a:fld>
            <a:endParaRPr lang="en-GB"/>
          </a:p>
        </p:txBody>
      </p:sp>
      <p:sp>
        <p:nvSpPr>
          <p:cNvPr id="6" name="Text Placeholder 5">
            <a:extLst>
              <a:ext uri="{FF2B5EF4-FFF2-40B4-BE49-F238E27FC236}">
                <a16:creationId xmlns:a16="http://schemas.microsoft.com/office/drawing/2014/main" id="{5437142B-741C-4D71-AD4C-CCA4E31FA279}"/>
              </a:ext>
            </a:extLst>
          </p:cNvPr>
          <p:cNvSpPr>
            <a:spLocks noGrp="1"/>
          </p:cNvSpPr>
          <p:nvPr>
            <p:ph type="body" sz="quarter" idx="15"/>
          </p:nvPr>
        </p:nvSpPr>
        <p:spPr>
          <a:xfrm>
            <a:off x="5037138" y="760164"/>
            <a:ext cx="6770687" cy="5702165"/>
          </a:xfrm>
        </p:spPr>
        <p:txBody>
          <a:bodyPr/>
          <a:lstStyle/>
          <a:p>
            <a:r>
              <a:rPr lang="en-GB" b="1"/>
              <a:t>Example</a:t>
            </a:r>
            <a:r>
              <a:rPr lang="en-GB"/>
              <a:t>: You are traveling to York for your job next week and you want to check what can be reimbursed through expenses.</a:t>
            </a:r>
          </a:p>
        </p:txBody>
      </p:sp>
      <p:sp>
        <p:nvSpPr>
          <p:cNvPr id="5" name="Text Placeholder 4">
            <a:extLst>
              <a:ext uri="{FF2B5EF4-FFF2-40B4-BE49-F238E27FC236}">
                <a16:creationId xmlns:a16="http://schemas.microsoft.com/office/drawing/2014/main" id="{D08B8227-4B07-4B97-997F-AF5EC7A7D306}"/>
              </a:ext>
            </a:extLst>
          </p:cNvPr>
          <p:cNvSpPr>
            <a:spLocks noGrp="1"/>
          </p:cNvSpPr>
          <p:nvPr>
            <p:ph type="body" sz="quarter" idx="10"/>
          </p:nvPr>
        </p:nvSpPr>
        <p:spPr/>
        <p:txBody>
          <a:bodyPr/>
          <a:lstStyle/>
          <a:p>
            <a:r>
              <a:rPr lang="en-GB"/>
              <a:t>Goal- or Task-Based Scenarios </a:t>
            </a:r>
          </a:p>
        </p:txBody>
      </p:sp>
      <p:pic>
        <p:nvPicPr>
          <p:cNvPr id="4" name="Picture 3" descr="A picture containing sky, outdoor, building, old&#10;&#10;Description automatically generated">
            <a:extLst>
              <a:ext uri="{FF2B5EF4-FFF2-40B4-BE49-F238E27FC236}">
                <a16:creationId xmlns:a16="http://schemas.microsoft.com/office/drawing/2014/main" id="{6E351895-104E-4DE1-9E15-91DAF3814AE2}"/>
              </a:ext>
            </a:extLst>
          </p:cNvPr>
          <p:cNvPicPr>
            <a:picLocks noChangeAspect="1"/>
          </p:cNvPicPr>
          <p:nvPr/>
        </p:nvPicPr>
        <p:blipFill>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8351520" y="4266041"/>
            <a:ext cx="3339976" cy="2196287"/>
          </a:xfrm>
          <a:prstGeom prst="rect">
            <a:avLst/>
          </a:prstGeom>
        </p:spPr>
      </p:pic>
    </p:spTree>
    <p:extLst>
      <p:ext uri="{BB962C8B-B14F-4D97-AF65-F5344CB8AC3E}">
        <p14:creationId xmlns:p14="http://schemas.microsoft.com/office/powerpoint/2010/main" val="3790369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89606-76D2-4EE5-8612-61BEDB8B74CD}"/>
              </a:ext>
            </a:extLst>
          </p:cNvPr>
          <p:cNvSpPr>
            <a:spLocks noGrp="1"/>
          </p:cNvSpPr>
          <p:nvPr>
            <p:ph type="sldNum" sz="quarter" idx="4"/>
          </p:nvPr>
        </p:nvSpPr>
        <p:spPr/>
        <p:txBody>
          <a:bodyPr/>
          <a:lstStyle/>
          <a:p>
            <a:fld id="{EF892D59-8F09-EF4B-AD6D-DA609442F868}" type="slidenum">
              <a:rPr lang="en-GB" smtClean="0"/>
              <a:pPr/>
              <a:t>17</a:t>
            </a:fld>
            <a:endParaRPr lang="en-GB"/>
          </a:p>
        </p:txBody>
      </p:sp>
      <p:sp>
        <p:nvSpPr>
          <p:cNvPr id="6" name="Text Placeholder 5">
            <a:extLst>
              <a:ext uri="{FF2B5EF4-FFF2-40B4-BE49-F238E27FC236}">
                <a16:creationId xmlns:a16="http://schemas.microsoft.com/office/drawing/2014/main" id="{5437142B-741C-4D71-AD4C-CCA4E31FA279}"/>
              </a:ext>
            </a:extLst>
          </p:cNvPr>
          <p:cNvSpPr>
            <a:spLocks noGrp="1"/>
          </p:cNvSpPr>
          <p:nvPr>
            <p:ph type="body" sz="quarter" idx="15"/>
          </p:nvPr>
        </p:nvSpPr>
        <p:spPr>
          <a:xfrm>
            <a:off x="5037138" y="760164"/>
            <a:ext cx="6770687" cy="5702165"/>
          </a:xfrm>
        </p:spPr>
        <p:txBody>
          <a:bodyPr/>
          <a:lstStyle/>
          <a:p>
            <a:r>
              <a:rPr lang="en-GB" b="1" dirty="0"/>
              <a:t>Example</a:t>
            </a:r>
            <a:r>
              <a:rPr lang="en-GB" dirty="0"/>
              <a:t>: Mr. and Mrs. Smith are retired schoolteachers who are now in their 70s. Their pension is an important part of their income. They’ve just downsized from a large house to a small apartment on the outskirts of town. </a:t>
            </a:r>
          </a:p>
          <a:p>
            <a:r>
              <a:rPr lang="en-GB" dirty="0"/>
              <a:t>They know that they need to notify lots of organisations about their new address, including their pension company. </a:t>
            </a:r>
          </a:p>
          <a:p>
            <a:r>
              <a:rPr lang="en-GB" dirty="0"/>
              <a:t>If it is easy and safe enough, they would like to use the computer to notify the pension company of their move, however, they are somewhat nervous about doing a task like this by computer. </a:t>
            </a:r>
          </a:p>
          <a:p>
            <a:r>
              <a:rPr lang="en-GB" dirty="0"/>
              <a:t>They never used computers in their jobs, but their son gave them an iPad for Christmas and showed them how to use email and go to websites. </a:t>
            </a:r>
          </a:p>
          <a:p>
            <a:r>
              <a:rPr lang="en-GB" dirty="0"/>
              <a:t>They have never been to the pension company’s website, so they don't know how it is organized. </a:t>
            </a:r>
          </a:p>
          <a:p>
            <a:r>
              <a:rPr lang="en-GB" dirty="0"/>
              <a:t>Also, they are reluctant to give out personal information online, so they want to know how safe it is to tell the agency about their new address this way.</a:t>
            </a:r>
          </a:p>
          <a:p>
            <a:endParaRPr lang="en-GB" dirty="0"/>
          </a:p>
          <a:p>
            <a:endParaRPr lang="en-GB" dirty="0"/>
          </a:p>
        </p:txBody>
      </p:sp>
      <p:sp>
        <p:nvSpPr>
          <p:cNvPr id="5" name="Text Placeholder 4">
            <a:extLst>
              <a:ext uri="{FF2B5EF4-FFF2-40B4-BE49-F238E27FC236}">
                <a16:creationId xmlns:a16="http://schemas.microsoft.com/office/drawing/2014/main" id="{D08B8227-4B07-4B97-997F-AF5EC7A7D306}"/>
              </a:ext>
            </a:extLst>
          </p:cNvPr>
          <p:cNvSpPr>
            <a:spLocks noGrp="1"/>
          </p:cNvSpPr>
          <p:nvPr>
            <p:ph type="body" sz="quarter" idx="10"/>
          </p:nvPr>
        </p:nvSpPr>
        <p:spPr/>
        <p:txBody>
          <a:bodyPr/>
          <a:lstStyle/>
          <a:p>
            <a:r>
              <a:rPr lang="en-GB"/>
              <a:t>Elaborated Scenarios </a:t>
            </a:r>
          </a:p>
        </p:txBody>
      </p:sp>
    </p:spTree>
    <p:extLst>
      <p:ext uri="{BB962C8B-B14F-4D97-AF65-F5344CB8AC3E}">
        <p14:creationId xmlns:p14="http://schemas.microsoft.com/office/powerpoint/2010/main" val="215787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489606-76D2-4EE5-8612-61BEDB8B74CD}"/>
              </a:ext>
            </a:extLst>
          </p:cNvPr>
          <p:cNvSpPr>
            <a:spLocks noGrp="1"/>
          </p:cNvSpPr>
          <p:nvPr>
            <p:ph type="sldNum" sz="quarter" idx="4"/>
          </p:nvPr>
        </p:nvSpPr>
        <p:spPr/>
        <p:txBody>
          <a:bodyPr/>
          <a:lstStyle/>
          <a:p>
            <a:fld id="{EF892D59-8F09-EF4B-AD6D-DA609442F868}" type="slidenum">
              <a:rPr lang="en-GB" smtClean="0"/>
              <a:pPr/>
              <a:t>18</a:t>
            </a:fld>
            <a:endParaRPr lang="en-GB"/>
          </a:p>
        </p:txBody>
      </p:sp>
      <p:sp>
        <p:nvSpPr>
          <p:cNvPr id="6" name="Text Placeholder 5">
            <a:extLst>
              <a:ext uri="{FF2B5EF4-FFF2-40B4-BE49-F238E27FC236}">
                <a16:creationId xmlns:a16="http://schemas.microsoft.com/office/drawing/2014/main" id="{5437142B-741C-4D71-AD4C-CCA4E31FA279}"/>
              </a:ext>
            </a:extLst>
          </p:cNvPr>
          <p:cNvSpPr>
            <a:spLocks noGrp="1"/>
          </p:cNvSpPr>
          <p:nvPr>
            <p:ph type="body" sz="quarter" idx="15"/>
          </p:nvPr>
        </p:nvSpPr>
        <p:spPr>
          <a:xfrm>
            <a:off x="5037138" y="760164"/>
            <a:ext cx="6770687" cy="5702165"/>
          </a:xfrm>
        </p:spPr>
        <p:txBody>
          <a:bodyPr/>
          <a:lstStyle/>
          <a:p>
            <a:r>
              <a:rPr lang="en-GB" b="1" dirty="0"/>
              <a:t>Example</a:t>
            </a:r>
            <a:r>
              <a:rPr lang="en-GB" dirty="0"/>
              <a:t>: To record a TV programme, the user will:</a:t>
            </a:r>
          </a:p>
          <a:p>
            <a:pPr marL="342900" indent="-342900">
              <a:buFont typeface="+mj-lt"/>
              <a:buAutoNum type="arabicPeriod"/>
            </a:pPr>
            <a:r>
              <a:rPr lang="en-GB" dirty="0"/>
              <a:t>Press the TV Guide button on the remote control</a:t>
            </a:r>
          </a:p>
          <a:p>
            <a:pPr marL="342900" indent="-342900">
              <a:buFont typeface="+mj-lt"/>
              <a:buAutoNum type="arabicPeriod"/>
            </a:pPr>
            <a:r>
              <a:rPr lang="en-GB" dirty="0"/>
              <a:t>Press Up/Down to select the relevant channel</a:t>
            </a:r>
          </a:p>
          <a:p>
            <a:pPr marL="342900" indent="-342900">
              <a:buFont typeface="+mj-lt"/>
              <a:buAutoNum type="arabicPeriod"/>
            </a:pPr>
            <a:r>
              <a:rPr lang="en-GB" dirty="0"/>
              <a:t>Press Left/Right to move through the time periods</a:t>
            </a:r>
          </a:p>
          <a:p>
            <a:pPr marL="342900" indent="-342900">
              <a:buFont typeface="+mj-lt"/>
              <a:buAutoNum type="arabicPeriod"/>
            </a:pPr>
            <a:r>
              <a:rPr lang="en-GB" dirty="0"/>
              <a:t>Press the Select button</a:t>
            </a:r>
          </a:p>
          <a:p>
            <a:pPr marL="342900" indent="-342900">
              <a:buFont typeface="+mj-lt"/>
              <a:buAutoNum type="arabicPeriod"/>
            </a:pPr>
            <a:r>
              <a:rPr lang="en-GB" dirty="0"/>
              <a:t>Press the </a:t>
            </a:r>
            <a:r>
              <a:rPr lang="en-GB" b="1" dirty="0">
                <a:solidFill>
                  <a:srgbClr val="FF0000"/>
                </a:solidFill>
              </a:rPr>
              <a:t>R</a:t>
            </a:r>
            <a:r>
              <a:rPr lang="en-GB" dirty="0"/>
              <a:t> button on the remote control</a:t>
            </a:r>
          </a:p>
          <a:p>
            <a:pPr marL="342900" indent="-342900">
              <a:buFont typeface="+mj-lt"/>
              <a:buAutoNum type="arabicPeriod"/>
            </a:pPr>
            <a:r>
              <a:rPr lang="en-GB" dirty="0"/>
              <a:t>Select Confirm from the TV display</a:t>
            </a:r>
          </a:p>
          <a:p>
            <a:pPr marL="342900" indent="-342900">
              <a:buFont typeface="+mj-lt"/>
              <a:buAutoNum type="arabicPeriod"/>
            </a:pPr>
            <a:r>
              <a:rPr lang="en-GB" dirty="0"/>
              <a:t>Press TV on the remote control to exit the Guide</a:t>
            </a:r>
          </a:p>
        </p:txBody>
      </p:sp>
      <p:sp>
        <p:nvSpPr>
          <p:cNvPr id="5" name="Text Placeholder 4">
            <a:extLst>
              <a:ext uri="{FF2B5EF4-FFF2-40B4-BE49-F238E27FC236}">
                <a16:creationId xmlns:a16="http://schemas.microsoft.com/office/drawing/2014/main" id="{D08B8227-4B07-4B97-997F-AF5EC7A7D306}"/>
              </a:ext>
            </a:extLst>
          </p:cNvPr>
          <p:cNvSpPr>
            <a:spLocks noGrp="1"/>
          </p:cNvSpPr>
          <p:nvPr>
            <p:ph type="body" sz="quarter" idx="10"/>
          </p:nvPr>
        </p:nvSpPr>
        <p:spPr/>
        <p:txBody>
          <a:bodyPr/>
          <a:lstStyle/>
          <a:p>
            <a:r>
              <a:rPr lang="en-GB" dirty="0"/>
              <a:t>Full Scale Task  Scenarios </a:t>
            </a:r>
          </a:p>
        </p:txBody>
      </p:sp>
      <p:pic>
        <p:nvPicPr>
          <p:cNvPr id="4" name="Picture 3">
            <a:extLst>
              <a:ext uri="{FF2B5EF4-FFF2-40B4-BE49-F238E27FC236}">
                <a16:creationId xmlns:a16="http://schemas.microsoft.com/office/drawing/2014/main" id="{C8BCAF7E-E19C-4971-8E88-E11C2DD3FD4D}"/>
              </a:ext>
            </a:extLst>
          </p:cNvPr>
          <p:cNvPicPr>
            <a:picLocks noChangeAspect="1"/>
          </p:cNvPicPr>
          <p:nvPr/>
        </p:nvPicPr>
        <p:blipFill>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8974412" y="4424515"/>
            <a:ext cx="2717083" cy="2037813"/>
          </a:xfrm>
          <a:prstGeom prst="rect">
            <a:avLst/>
          </a:prstGeom>
        </p:spPr>
      </p:pic>
    </p:spTree>
    <p:extLst>
      <p:ext uri="{BB962C8B-B14F-4D97-AF65-F5344CB8AC3E}">
        <p14:creationId xmlns:p14="http://schemas.microsoft.com/office/powerpoint/2010/main" val="90490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Using Scenarios in Website Design</a:t>
            </a:r>
          </a:p>
        </p:txBody>
      </p:sp>
      <p:sp>
        <p:nvSpPr>
          <p:cNvPr id="5" name="Rectangle 4">
            <a:extLst>
              <a:ext uri="{FF2B5EF4-FFF2-40B4-BE49-F238E27FC236}">
                <a16:creationId xmlns:a16="http://schemas.microsoft.com/office/drawing/2014/main" id="{A7C0DFB1-89BF-47FF-A08A-D98B94A93D34}"/>
              </a:ext>
            </a:extLst>
          </p:cNvPr>
          <p:cNvSpPr/>
          <p:nvPr/>
        </p:nvSpPr>
        <p:spPr>
          <a:xfrm>
            <a:off x="4855779" y="1116155"/>
            <a:ext cx="6695090" cy="4247317"/>
          </a:xfrm>
          <a:prstGeom prst="rect">
            <a:avLst/>
          </a:prstGeom>
        </p:spPr>
        <p:txBody>
          <a:bodyPr wrap="square">
            <a:spAutoFit/>
          </a:bodyPr>
          <a:lstStyle/>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It is impossible to write down every scenario that every user has for visiting your website</a:t>
            </a:r>
          </a:p>
          <a:p>
            <a:pPr marL="285750" indent="-285750">
              <a:buFont typeface="Arial" panose="020B0604020202020204" pitchFamily="34" charset="0"/>
              <a:buChar char="•"/>
            </a:pPr>
            <a:endParaRPr lang="en-GB" b="1"/>
          </a:p>
          <a:p>
            <a:pPr marL="285750" indent="-285750">
              <a:buFont typeface="Arial" panose="020B0604020202020204" pitchFamily="34" charset="0"/>
              <a:buChar char="•"/>
            </a:pPr>
            <a:r>
              <a:rPr lang="en-GB" b="1"/>
              <a:t>Scenarios can also work together with personas by serving as the stories behind why the particular persona would come to your website</a:t>
            </a:r>
          </a:p>
          <a:p>
            <a:pPr marL="742950" lvl="1" indent="-285750">
              <a:buFont typeface="Arial" panose="020B0604020202020204" pitchFamily="34" charset="0"/>
              <a:buChar char="•"/>
            </a:pPr>
            <a:r>
              <a:rPr lang="en-GB"/>
              <a:t>What does the persona hope to accomplish by visiting the website?</a:t>
            </a:r>
          </a:p>
          <a:p>
            <a:pPr marL="742950" lvl="1" indent="-285750">
              <a:buFont typeface="Arial" panose="020B0604020202020204" pitchFamily="34" charset="0"/>
              <a:buChar char="•"/>
            </a:pPr>
            <a:r>
              <a:rPr lang="en-GB"/>
              <a:t>What characteristics of the persona might help or hinder his or her site interaction?</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You should focus on users and their tasks rather than on your site's organisation and internal structure</a:t>
            </a:r>
          </a:p>
        </p:txBody>
      </p:sp>
      <p:sp>
        <p:nvSpPr>
          <p:cNvPr id="6" name="Slide Number Placeholder 5">
            <a:extLst>
              <a:ext uri="{FF2B5EF4-FFF2-40B4-BE49-F238E27FC236}">
                <a16:creationId xmlns:a16="http://schemas.microsoft.com/office/drawing/2014/main" id="{B396F386-4BB2-4A0A-9B23-0F1F4E21AE6B}"/>
              </a:ext>
            </a:extLst>
          </p:cNvPr>
          <p:cNvSpPr>
            <a:spLocks noGrp="1"/>
          </p:cNvSpPr>
          <p:nvPr>
            <p:ph type="sldNum" sz="quarter" idx="4"/>
          </p:nvPr>
        </p:nvSpPr>
        <p:spPr/>
        <p:txBody>
          <a:bodyPr/>
          <a:lstStyle/>
          <a:p>
            <a:fld id="{EF892D59-8F09-EF4B-AD6D-DA609442F868}" type="slidenum">
              <a:rPr lang="en-GB" smtClean="0"/>
              <a:pPr/>
              <a:t>19</a:t>
            </a:fld>
            <a:endParaRPr lang="en-GB"/>
          </a:p>
        </p:txBody>
      </p:sp>
    </p:spTree>
    <p:extLst>
      <p:ext uri="{BB962C8B-B14F-4D97-AF65-F5344CB8AC3E}">
        <p14:creationId xmlns:p14="http://schemas.microsoft.com/office/powerpoint/2010/main" val="3368634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399393" y="1341438"/>
            <a:ext cx="3342290" cy="2007640"/>
          </a:xfrm>
        </p:spPr>
        <p:txBody>
          <a:bodyPr>
            <a:normAutofit/>
          </a:bodyPr>
          <a:lstStyle/>
          <a:p>
            <a:r>
              <a:rPr lang="en-GB" sz="4000">
                <a:solidFill>
                  <a:schemeClr val="bg1"/>
                </a:solidFill>
              </a:rPr>
              <a:t>SCENARIO MAPPING</a:t>
            </a:r>
          </a:p>
        </p:txBody>
      </p:sp>
      <p:sp>
        <p:nvSpPr>
          <p:cNvPr id="5" name="Rectangle 4">
            <a:extLst>
              <a:ext uri="{FF2B5EF4-FFF2-40B4-BE49-F238E27FC236}">
                <a16:creationId xmlns:a16="http://schemas.microsoft.com/office/drawing/2014/main" id="{7239B68C-CAC0-4FDB-9434-E49A83BEC4CA}"/>
              </a:ext>
            </a:extLst>
          </p:cNvPr>
          <p:cNvSpPr/>
          <p:nvPr/>
        </p:nvSpPr>
        <p:spPr>
          <a:xfrm>
            <a:off x="4637769" y="962231"/>
            <a:ext cx="6096000" cy="3693319"/>
          </a:xfrm>
          <a:prstGeom prst="rect">
            <a:avLst/>
          </a:prstGeom>
        </p:spPr>
        <p:txBody>
          <a:bodyPr>
            <a:spAutoFit/>
          </a:bodyPr>
          <a:lstStyle/>
          <a:p>
            <a:pPr marL="285750" indent="-285750">
              <a:buFont typeface="Arial" panose="020B0604020202020204" pitchFamily="34" charset="0"/>
              <a:buChar char="•"/>
            </a:pPr>
            <a:r>
              <a:rPr lang="en-GB" b="1"/>
              <a:t>A UX scenario is a story about a user carrying out a specific task</a:t>
            </a:r>
          </a:p>
          <a:p>
            <a:pPr marL="742950" lvl="1" indent="-285750">
              <a:buFont typeface="Arial" panose="020B0604020202020204" pitchFamily="34" charset="0"/>
              <a:buChar char="•"/>
            </a:pPr>
            <a:r>
              <a:rPr lang="en-GB"/>
              <a:t>Scenarios can be very detailed, all the way to very high level </a:t>
            </a:r>
          </a:p>
          <a:p>
            <a:pPr marL="742950" lvl="1" indent="-285750">
              <a:buFont typeface="Arial" panose="020B0604020202020204" pitchFamily="34" charset="0"/>
              <a:buChar char="•"/>
            </a:pPr>
            <a:r>
              <a:rPr lang="en-GB"/>
              <a:t>As a minimum they should at least outline the usages:</a:t>
            </a:r>
          </a:p>
          <a:p>
            <a:pPr marL="1200150" lvl="2" indent="-285750">
              <a:buFont typeface="Arial" panose="020B0604020202020204" pitchFamily="34" charset="0"/>
              <a:buChar char="•"/>
            </a:pPr>
            <a:r>
              <a:rPr lang="en-GB"/>
              <a:t>Who</a:t>
            </a:r>
          </a:p>
          <a:p>
            <a:pPr marL="1200150" lvl="2" indent="-285750">
              <a:buFont typeface="Arial" panose="020B0604020202020204" pitchFamily="34" charset="0"/>
              <a:buChar char="•"/>
            </a:pPr>
            <a:r>
              <a:rPr lang="en-GB"/>
              <a:t>What</a:t>
            </a:r>
          </a:p>
          <a:p>
            <a:pPr marL="1200150" lvl="2" indent="-285750">
              <a:buFont typeface="Arial" panose="020B0604020202020204" pitchFamily="34" charset="0"/>
              <a:buChar char="•"/>
            </a:pPr>
            <a:r>
              <a:rPr lang="en-GB"/>
              <a:t>When </a:t>
            </a:r>
          </a:p>
          <a:p>
            <a:pPr marL="1200150" lvl="2" indent="-285750">
              <a:buFont typeface="Arial" panose="020B0604020202020204" pitchFamily="34" charset="0"/>
              <a:buChar char="•"/>
            </a:pPr>
            <a:r>
              <a:rPr lang="en-GB"/>
              <a:t>Where </a:t>
            </a:r>
          </a:p>
          <a:p>
            <a:pPr marL="1200150" lvl="2" indent="-285750">
              <a:buFont typeface="Arial" panose="020B0604020202020204" pitchFamily="34" charset="0"/>
              <a:buChar char="•"/>
            </a:pPr>
            <a:r>
              <a:rPr lang="en-GB"/>
              <a:t>Why </a:t>
            </a:r>
          </a:p>
          <a:p>
            <a:pPr marL="1200150" lvl="2" indent="-285750">
              <a:buFont typeface="Arial" panose="020B0604020202020204" pitchFamily="34" charset="0"/>
              <a:buChar char="•"/>
            </a:pPr>
            <a:r>
              <a:rPr lang="en-GB"/>
              <a:t>How</a:t>
            </a:r>
          </a:p>
          <a:p>
            <a:pPr marL="742950" lvl="1"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D7E9027F-4BA3-43CB-B62D-8E44BE5B75F0}"/>
              </a:ext>
            </a:extLst>
          </p:cNvPr>
          <p:cNvSpPr>
            <a:spLocks noGrp="1"/>
          </p:cNvSpPr>
          <p:nvPr>
            <p:ph type="sldNum" sz="quarter" idx="4"/>
          </p:nvPr>
        </p:nvSpPr>
        <p:spPr/>
        <p:txBody>
          <a:bodyPr/>
          <a:lstStyle/>
          <a:p>
            <a:fld id="{EF892D59-8F09-EF4B-AD6D-DA609442F868}" type="slidenum">
              <a:rPr lang="en-GB" smtClean="0"/>
              <a:pPr/>
              <a:t>20</a:t>
            </a:fld>
            <a:endParaRPr lang="en-GB"/>
          </a:p>
        </p:txBody>
      </p:sp>
      <p:pic>
        <p:nvPicPr>
          <p:cNvPr id="9" name="Picture 8">
            <a:extLst>
              <a:ext uri="{FF2B5EF4-FFF2-40B4-BE49-F238E27FC236}">
                <a16:creationId xmlns:a16="http://schemas.microsoft.com/office/drawing/2014/main" id="{746C497E-0237-4670-BB3C-E33FEC82163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531265" y="2585678"/>
            <a:ext cx="3899088" cy="2586398"/>
          </a:xfrm>
          <a:prstGeom prst="rect">
            <a:avLst/>
          </a:prstGeom>
        </p:spPr>
      </p:pic>
    </p:spTree>
    <p:extLst>
      <p:ext uri="{BB962C8B-B14F-4D97-AF65-F5344CB8AC3E}">
        <p14:creationId xmlns:p14="http://schemas.microsoft.com/office/powerpoint/2010/main" val="3825473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1">
              <a:lnSpc>
                <a:spcPct val="100000"/>
              </a:lnSpc>
            </a:pPr>
            <a:r>
              <a:rPr lang="en-GB" sz="3600">
                <a:solidFill>
                  <a:schemeClr val="bg1"/>
                </a:solidFill>
                <a:latin typeface="Montserrat Black" panose="00000A00000000000000" pitchFamily="2" charset="0"/>
              </a:rPr>
              <a:t>HOW TO PERFORM SCENARIO MAPPING</a:t>
            </a:r>
          </a:p>
        </p:txBody>
      </p:sp>
      <p:sp>
        <p:nvSpPr>
          <p:cNvPr id="5" name="Rectangle 4">
            <a:extLst>
              <a:ext uri="{FF2B5EF4-FFF2-40B4-BE49-F238E27FC236}">
                <a16:creationId xmlns:a16="http://schemas.microsoft.com/office/drawing/2014/main" id="{99F91FD1-80B8-4FCD-980B-B1262AC6D364}"/>
              </a:ext>
            </a:extLst>
          </p:cNvPr>
          <p:cNvSpPr/>
          <p:nvPr/>
        </p:nvSpPr>
        <p:spPr>
          <a:xfrm>
            <a:off x="4561489" y="1349985"/>
            <a:ext cx="6096000" cy="4524315"/>
          </a:xfrm>
          <a:prstGeom prst="rect">
            <a:avLst/>
          </a:prstGeom>
        </p:spPr>
        <p:txBody>
          <a:bodyPr>
            <a:spAutoFit/>
          </a:bodyPr>
          <a:lstStyle/>
          <a:p>
            <a:pPr marL="285750" indent="-285750">
              <a:buFont typeface="Arial" panose="020B0604020202020204" pitchFamily="34" charset="0"/>
              <a:buChar char="•"/>
            </a:pPr>
            <a:r>
              <a:rPr lang="en-GB" b="1"/>
              <a:t>We are attempting to analyse the steps the user will take to complete a task. To achieve it we follow the below approach:</a:t>
            </a:r>
          </a:p>
          <a:p>
            <a:pPr marL="742950" lvl="1" indent="-285750">
              <a:buFont typeface="Arial" panose="020B0604020202020204" pitchFamily="34" charset="0"/>
              <a:buChar char="•"/>
            </a:pPr>
            <a:r>
              <a:rPr lang="en-GB"/>
              <a:t>Outline the Scenario and user(s)</a:t>
            </a:r>
          </a:p>
          <a:p>
            <a:pPr marL="742950" lvl="1" indent="-285750">
              <a:buFont typeface="Arial" panose="020B0604020202020204" pitchFamily="34" charset="0"/>
              <a:buChar char="•"/>
            </a:pPr>
            <a:r>
              <a:rPr lang="en-GB"/>
              <a:t>Discuss and work out the steps the user would take and identify</a:t>
            </a:r>
          </a:p>
          <a:p>
            <a:pPr marL="1200150" lvl="2" indent="-285750">
              <a:buFont typeface="Arial" panose="020B0604020202020204" pitchFamily="34" charset="0"/>
              <a:buChar char="•"/>
            </a:pPr>
            <a:r>
              <a:rPr lang="en-GB"/>
              <a:t>What the User does</a:t>
            </a:r>
          </a:p>
          <a:p>
            <a:pPr marL="1200150" lvl="2" indent="-285750">
              <a:buFont typeface="Arial" panose="020B0604020202020204" pitchFamily="34" charset="0"/>
              <a:buChar char="•"/>
            </a:pPr>
            <a:r>
              <a:rPr lang="en-GB"/>
              <a:t>Resolve questions, queries, and assumptions</a:t>
            </a:r>
          </a:p>
          <a:p>
            <a:pPr marL="1200150" lvl="2" indent="-285750">
              <a:buFont typeface="Arial" panose="020B0604020202020204" pitchFamily="34" charset="0"/>
              <a:buChar char="•"/>
            </a:pPr>
            <a:r>
              <a:rPr lang="en-GB"/>
              <a:t>Follow through on flaws and issues with suggestion</a:t>
            </a:r>
          </a:p>
          <a:p>
            <a:pPr marL="1200150" lvl="2" indent="-285750">
              <a:buFont typeface="Arial" panose="020B0604020202020204" pitchFamily="34" charset="0"/>
              <a:buChar char="•"/>
            </a:pPr>
            <a:r>
              <a:rPr lang="en-GB"/>
              <a:t>Revisit</a:t>
            </a:r>
          </a:p>
          <a:p>
            <a:pPr marL="1200150" lvl="2" indent="-285750">
              <a:buFont typeface="Arial" panose="020B0604020202020204" pitchFamily="34" charset="0"/>
              <a:buChar char="•"/>
            </a:pPr>
            <a:endParaRPr lang="en-GB"/>
          </a:p>
          <a:p>
            <a:pPr marL="742950" lvl="1" indent="-285750">
              <a:buFont typeface="Arial" panose="020B0604020202020204" pitchFamily="34" charset="0"/>
              <a:buChar char="•"/>
            </a:pPr>
            <a:r>
              <a:rPr lang="en-GB"/>
              <a:t>Repeat for each user task</a:t>
            </a:r>
          </a:p>
          <a:p>
            <a:pPr marL="1200150" lvl="2" indent="-285750">
              <a:buFont typeface="Arial" panose="020B0604020202020204" pitchFamily="34" charset="0"/>
              <a:buChar char="•"/>
            </a:pPr>
            <a:endParaRPr lang="en-GB"/>
          </a:p>
          <a:p>
            <a:pPr marL="742950" lvl="1"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E17C145A-5E03-4B8C-B9AC-B1F7EDA56758}"/>
              </a:ext>
            </a:extLst>
          </p:cNvPr>
          <p:cNvSpPr>
            <a:spLocks noGrp="1"/>
          </p:cNvSpPr>
          <p:nvPr>
            <p:ph type="sldNum" sz="quarter" idx="4"/>
          </p:nvPr>
        </p:nvSpPr>
        <p:spPr/>
        <p:txBody>
          <a:bodyPr/>
          <a:lstStyle/>
          <a:p>
            <a:fld id="{EF892D59-8F09-EF4B-AD6D-DA609442F868}" type="slidenum">
              <a:rPr lang="en-GB" smtClean="0"/>
              <a:pPr/>
              <a:t>21</a:t>
            </a:fld>
            <a:endParaRPr lang="en-GB"/>
          </a:p>
        </p:txBody>
      </p:sp>
    </p:spTree>
    <p:extLst>
      <p:ext uri="{BB962C8B-B14F-4D97-AF65-F5344CB8AC3E}">
        <p14:creationId xmlns:p14="http://schemas.microsoft.com/office/powerpoint/2010/main" val="4071417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22</a:t>
            </a:fld>
            <a:endParaRPr lang="en-GB"/>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r>
              <a:rPr lang="en-GB">
                <a:cs typeface="Courier New" panose="02070309020205020404" pitchFamily="49" charset="0"/>
              </a:rPr>
              <a:t>In groups, create some scenarios for the cinema app/website</a:t>
            </a:r>
          </a:p>
          <a:p>
            <a:endParaRPr lang="en-GB">
              <a:cs typeface="Courier New" panose="02070309020205020404" pitchFamily="49" charset="0"/>
            </a:endParaRPr>
          </a:p>
          <a:p>
            <a:pPr>
              <a:lnSpc>
                <a:spcPct val="90000"/>
              </a:lnSpc>
            </a:pPr>
            <a:endParaRPr lang="en-GB"/>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a:t>Activity: Scenario Maps</a:t>
            </a:r>
          </a:p>
          <a:p>
            <a:pPr>
              <a:lnSpc>
                <a:spcPct val="90000"/>
              </a:lnSpc>
              <a:spcAft>
                <a:spcPts val="600"/>
              </a:spcAft>
            </a:pPr>
            <a:endParaRPr lang="en-GB"/>
          </a:p>
        </p:txBody>
      </p:sp>
    </p:spTree>
    <p:extLst>
      <p:ext uri="{BB962C8B-B14F-4D97-AF65-F5344CB8AC3E}">
        <p14:creationId xmlns:p14="http://schemas.microsoft.com/office/powerpoint/2010/main" val="618118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Task Modelling</a:t>
            </a:r>
          </a:p>
        </p:txBody>
      </p:sp>
      <p:sp>
        <p:nvSpPr>
          <p:cNvPr id="5" name="Rectangle 4">
            <a:extLst>
              <a:ext uri="{FF2B5EF4-FFF2-40B4-BE49-F238E27FC236}">
                <a16:creationId xmlns:a16="http://schemas.microsoft.com/office/drawing/2014/main" id="{44A54152-28CE-42E6-99F5-8C6E35300493}"/>
              </a:ext>
            </a:extLst>
          </p:cNvPr>
          <p:cNvSpPr/>
          <p:nvPr/>
        </p:nvSpPr>
        <p:spPr>
          <a:xfrm>
            <a:off x="4708634" y="735433"/>
            <a:ext cx="7007115" cy="5355312"/>
          </a:xfrm>
          <a:prstGeom prst="rect">
            <a:avLst/>
          </a:prstGeom>
        </p:spPr>
        <p:txBody>
          <a:bodyPr wrap="square">
            <a:spAutoFit/>
          </a:bodyPr>
          <a:lstStyle/>
          <a:p>
            <a:pPr marL="285750" indent="-285750">
              <a:buFont typeface="Arial" panose="020B0604020202020204" pitchFamily="34" charset="0"/>
              <a:buChar char="•"/>
            </a:pPr>
            <a:r>
              <a:rPr lang="en-GB" b="1"/>
              <a:t>A task models are an important design deliverable</a:t>
            </a:r>
          </a:p>
          <a:p>
            <a:pPr marL="742950" lvl="1" indent="-285750">
              <a:buFont typeface="Arial" panose="020B0604020202020204" pitchFamily="34" charset="0"/>
              <a:buChar char="•"/>
            </a:pPr>
            <a:r>
              <a:rPr lang="en-GB"/>
              <a:t>It shows what users do</a:t>
            </a:r>
          </a:p>
          <a:p>
            <a:pPr marL="742950" lvl="1" indent="-285750">
              <a:buFont typeface="Arial" panose="020B0604020202020204" pitchFamily="34" charset="0"/>
              <a:buChar char="•"/>
            </a:pPr>
            <a:r>
              <a:rPr lang="en-GB"/>
              <a:t>The behaviour it adopts</a:t>
            </a:r>
          </a:p>
          <a:p>
            <a:pPr marL="742950" lvl="1" indent="-285750">
              <a:buFont typeface="Arial" panose="020B0604020202020204" pitchFamily="34" charset="0"/>
              <a:buChar char="•"/>
            </a:pPr>
            <a:r>
              <a:rPr lang="en-GB"/>
              <a:t>Requirement specification at each stage</a:t>
            </a:r>
          </a:p>
          <a:p>
            <a:pPr marL="742950" lvl="1" indent="-285750">
              <a:buFont typeface="Arial" panose="020B0604020202020204" pitchFamily="34" charset="0"/>
              <a:buChar char="•"/>
            </a:pPr>
            <a:endParaRPr lang="en-GB"/>
          </a:p>
          <a:p>
            <a:pPr marL="285750" indent="-285750">
              <a:buFont typeface="Arial" panose="020B0604020202020204" pitchFamily="34" charset="0"/>
              <a:buChar char="•"/>
            </a:pPr>
            <a:r>
              <a:rPr lang="en-GB" b="1"/>
              <a:t>Building a product around these findings is more successful </a:t>
            </a:r>
          </a:p>
          <a:p>
            <a:pPr marL="742950" lvl="1" indent="-285750">
              <a:buFont typeface="Arial" panose="020B0604020202020204" pitchFamily="34" charset="0"/>
              <a:buChar char="•"/>
            </a:pPr>
            <a:r>
              <a:rPr lang="en-GB"/>
              <a:t>We try to ensure that we do what the user wants when they want is</a:t>
            </a:r>
          </a:p>
          <a:p>
            <a:pPr marL="742950" lvl="1" indent="-285750">
              <a:buFont typeface="Arial" panose="020B0604020202020204" pitchFamily="34" charset="0"/>
              <a:buChar char="•"/>
            </a:pPr>
            <a:r>
              <a:rPr lang="en-GB"/>
              <a:t>Matching user expectation against proposed system behaviour</a:t>
            </a:r>
          </a:p>
          <a:p>
            <a:pPr marL="742950" lvl="1" indent="-285750">
              <a:buFont typeface="Arial" panose="020B0604020202020204" pitchFamily="34" charset="0"/>
              <a:buChar char="•"/>
            </a:pPr>
            <a:r>
              <a:rPr lang="en-GB"/>
              <a:t>Giving focus and direction to the experience you need to create</a:t>
            </a:r>
          </a:p>
          <a:p>
            <a:pPr marL="285750" indent="-285750">
              <a:buFont typeface="Arial" panose="020B0604020202020204" pitchFamily="34" charset="0"/>
              <a:buChar char="•"/>
            </a:pPr>
            <a:endParaRPr lang="en-GB"/>
          </a:p>
          <a:p>
            <a:pPr marL="285750" indent="-285750">
              <a:buFont typeface="Arial" panose="020B0604020202020204" pitchFamily="34" charset="0"/>
              <a:buChar char="•"/>
            </a:pPr>
            <a:r>
              <a:rPr lang="en-GB" b="1"/>
              <a:t>This can be applied to a single task and/or the whole experience</a:t>
            </a:r>
          </a:p>
          <a:p>
            <a:pPr marL="285750" indent="-285750">
              <a:buFont typeface="Arial" panose="020B0604020202020204" pitchFamily="34" charset="0"/>
              <a:buChar char="•"/>
            </a:pPr>
            <a:endParaRPr lang="en-GB" b="1"/>
          </a:p>
          <a:p>
            <a:pPr marL="285750" indent="-285750">
              <a:buFont typeface="Arial" panose="020B0604020202020204" pitchFamily="34" charset="0"/>
              <a:buChar char="•"/>
            </a:pPr>
            <a:r>
              <a:rPr lang="en-GB" b="1"/>
              <a:t>Persona and task models sit side by side in achieving success</a:t>
            </a:r>
          </a:p>
        </p:txBody>
      </p:sp>
      <p:sp>
        <p:nvSpPr>
          <p:cNvPr id="6" name="Slide Number Placeholder 5">
            <a:extLst>
              <a:ext uri="{FF2B5EF4-FFF2-40B4-BE49-F238E27FC236}">
                <a16:creationId xmlns:a16="http://schemas.microsoft.com/office/drawing/2014/main" id="{08DFD4FF-D422-4598-8E53-7F7998BC3196}"/>
              </a:ext>
            </a:extLst>
          </p:cNvPr>
          <p:cNvSpPr>
            <a:spLocks noGrp="1"/>
          </p:cNvSpPr>
          <p:nvPr>
            <p:ph type="sldNum" sz="quarter" idx="4"/>
          </p:nvPr>
        </p:nvSpPr>
        <p:spPr/>
        <p:txBody>
          <a:bodyPr/>
          <a:lstStyle/>
          <a:p>
            <a:fld id="{EF892D59-8F09-EF4B-AD6D-DA609442F868}" type="slidenum">
              <a:rPr lang="en-GB" smtClean="0"/>
              <a:pPr/>
              <a:t>23</a:t>
            </a:fld>
            <a:endParaRPr lang="en-GB"/>
          </a:p>
        </p:txBody>
      </p:sp>
    </p:spTree>
    <p:extLst>
      <p:ext uri="{BB962C8B-B14F-4D97-AF65-F5344CB8AC3E}">
        <p14:creationId xmlns:p14="http://schemas.microsoft.com/office/powerpoint/2010/main" val="389436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What makes a good task model?</a:t>
            </a:r>
          </a:p>
        </p:txBody>
      </p:sp>
      <p:sp>
        <p:nvSpPr>
          <p:cNvPr id="5" name="Rectangle 4">
            <a:extLst>
              <a:ext uri="{FF2B5EF4-FFF2-40B4-BE49-F238E27FC236}">
                <a16:creationId xmlns:a16="http://schemas.microsoft.com/office/drawing/2014/main" id="{2D54BAED-7A14-492E-85C3-6EA67CCB0B05}"/>
              </a:ext>
            </a:extLst>
          </p:cNvPr>
          <p:cNvSpPr/>
          <p:nvPr/>
        </p:nvSpPr>
        <p:spPr>
          <a:xfrm>
            <a:off x="4624552" y="1347128"/>
            <a:ext cx="6842234" cy="3139321"/>
          </a:xfrm>
          <a:prstGeom prst="rect">
            <a:avLst/>
          </a:prstGeom>
        </p:spPr>
        <p:txBody>
          <a:bodyPr wrap="square">
            <a:spAutoFit/>
          </a:bodyPr>
          <a:lstStyle/>
          <a:p>
            <a:pPr marL="285750" indent="-285750">
              <a:buFont typeface="Arial" panose="020B0604020202020204" pitchFamily="34" charset="0"/>
              <a:buChar char="•"/>
            </a:pPr>
            <a:r>
              <a:rPr lang="en-GB" b="1"/>
              <a:t>Task models show what a user needs and expects to do</a:t>
            </a:r>
          </a:p>
          <a:p>
            <a:pPr marL="742950" lvl="1" indent="-285750">
              <a:buFont typeface="Arial" panose="020B0604020202020204" pitchFamily="34" charset="0"/>
              <a:buChar char="•"/>
            </a:pPr>
            <a:r>
              <a:rPr lang="en-GB"/>
              <a:t>They are goal based</a:t>
            </a:r>
          </a:p>
          <a:p>
            <a:pPr marL="1200150" lvl="2" indent="-285750">
              <a:buFont typeface="Arial" panose="020B0604020202020204" pitchFamily="34" charset="0"/>
              <a:buChar char="•"/>
            </a:pPr>
            <a:r>
              <a:rPr lang="en-GB"/>
              <a:t>Focusing the team on how the user behaves</a:t>
            </a:r>
          </a:p>
          <a:p>
            <a:pPr marL="1200150" lvl="2" indent="-285750">
              <a:buFont typeface="Arial" panose="020B0604020202020204" pitchFamily="34" charset="0"/>
              <a:buChar char="•"/>
            </a:pPr>
            <a:endParaRPr lang="en-GB"/>
          </a:p>
          <a:p>
            <a:pPr marL="742950" lvl="1" indent="-285750">
              <a:buFont typeface="Arial" panose="020B0604020202020204" pitchFamily="34" charset="0"/>
              <a:buChar char="•"/>
            </a:pPr>
            <a:r>
              <a:rPr lang="en-GB"/>
              <a:t>They enhance a process with rich information:</a:t>
            </a:r>
          </a:p>
          <a:p>
            <a:pPr marL="1200150" lvl="2" indent="-285750">
              <a:buFont typeface="Arial" panose="020B0604020202020204" pitchFamily="34" charset="0"/>
              <a:buChar char="•"/>
            </a:pPr>
            <a:r>
              <a:rPr lang="en-GB"/>
              <a:t>Behaviour Patterns</a:t>
            </a:r>
          </a:p>
          <a:p>
            <a:pPr marL="1200150" lvl="2" indent="-285750">
              <a:buFont typeface="Arial" panose="020B0604020202020204" pitchFamily="34" charset="0"/>
              <a:buChar char="•"/>
            </a:pPr>
            <a:r>
              <a:rPr lang="en-GB"/>
              <a:t>Content requirements</a:t>
            </a:r>
          </a:p>
          <a:p>
            <a:pPr marL="1200150" lvl="2" indent="-285750">
              <a:buFont typeface="Arial" panose="020B0604020202020204" pitchFamily="34" charset="0"/>
              <a:buChar char="•"/>
            </a:pPr>
            <a:r>
              <a:rPr lang="en-GB"/>
              <a:t>Persona involved</a:t>
            </a:r>
          </a:p>
          <a:p>
            <a:pPr marL="1200150" lvl="2" indent="-285750">
              <a:buFont typeface="Arial" panose="020B0604020202020204" pitchFamily="34" charset="0"/>
              <a:buChar char="•"/>
            </a:pPr>
            <a:r>
              <a:rPr lang="en-GB"/>
              <a:t>Users emotions</a:t>
            </a:r>
          </a:p>
          <a:p>
            <a:pPr marL="1200150" lvl="2" indent="-285750">
              <a:buFont typeface="Arial" panose="020B0604020202020204" pitchFamily="34" charset="0"/>
              <a:buChar char="•"/>
            </a:pPr>
            <a:r>
              <a:rPr lang="en-GB"/>
              <a:t>Content strategy</a:t>
            </a:r>
          </a:p>
        </p:txBody>
      </p:sp>
      <p:sp>
        <p:nvSpPr>
          <p:cNvPr id="6" name="Slide Number Placeholder 5">
            <a:extLst>
              <a:ext uri="{FF2B5EF4-FFF2-40B4-BE49-F238E27FC236}">
                <a16:creationId xmlns:a16="http://schemas.microsoft.com/office/drawing/2014/main" id="{91FBFB80-1735-4B0C-ACC1-D8FD97F36FD0}"/>
              </a:ext>
            </a:extLst>
          </p:cNvPr>
          <p:cNvSpPr>
            <a:spLocks noGrp="1"/>
          </p:cNvSpPr>
          <p:nvPr>
            <p:ph type="sldNum" sz="quarter" idx="4"/>
          </p:nvPr>
        </p:nvSpPr>
        <p:spPr/>
        <p:txBody>
          <a:bodyPr/>
          <a:lstStyle/>
          <a:p>
            <a:fld id="{EF892D59-8F09-EF4B-AD6D-DA609442F868}" type="slidenum">
              <a:rPr lang="en-GB" smtClean="0"/>
              <a:pPr/>
              <a:t>24</a:t>
            </a:fld>
            <a:endParaRPr lang="en-GB"/>
          </a:p>
        </p:txBody>
      </p:sp>
    </p:spTree>
    <p:extLst>
      <p:ext uri="{BB962C8B-B14F-4D97-AF65-F5344CB8AC3E}">
        <p14:creationId xmlns:p14="http://schemas.microsoft.com/office/powerpoint/2010/main" val="229920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How to Perform Task Analysis</a:t>
            </a:r>
          </a:p>
        </p:txBody>
      </p:sp>
      <p:sp>
        <p:nvSpPr>
          <p:cNvPr id="5" name="Rectangle 4">
            <a:extLst>
              <a:ext uri="{FF2B5EF4-FFF2-40B4-BE49-F238E27FC236}">
                <a16:creationId xmlns:a16="http://schemas.microsoft.com/office/drawing/2014/main" id="{EFAE98D1-70C1-41F0-8C46-6DA7E6BE4B36}"/>
              </a:ext>
            </a:extLst>
          </p:cNvPr>
          <p:cNvSpPr/>
          <p:nvPr/>
        </p:nvSpPr>
        <p:spPr>
          <a:xfrm>
            <a:off x="4487916" y="755074"/>
            <a:ext cx="7147035" cy="5632311"/>
          </a:xfrm>
          <a:prstGeom prst="rect">
            <a:avLst/>
          </a:prstGeom>
        </p:spPr>
        <p:txBody>
          <a:bodyPr wrap="square">
            <a:spAutoFit/>
          </a:bodyPr>
          <a:lstStyle/>
          <a:p>
            <a:pPr marL="285750" indent="-285750">
              <a:buFont typeface="Arial" panose="020B0604020202020204" pitchFamily="34" charset="0"/>
              <a:buChar char="•"/>
            </a:pPr>
            <a:r>
              <a:rPr lang="en-GB" b="1"/>
              <a:t>To perform task analysis we need to identify the following:</a:t>
            </a:r>
          </a:p>
          <a:p>
            <a:pPr marL="742950" lvl="1" indent="-285750">
              <a:buFont typeface="Arial" panose="020B0604020202020204" pitchFamily="34" charset="0"/>
              <a:buChar char="•"/>
            </a:pPr>
            <a:r>
              <a:rPr lang="en-GB"/>
              <a:t>The Goal </a:t>
            </a:r>
          </a:p>
          <a:p>
            <a:pPr marL="1200150" lvl="2" indent="-285750">
              <a:buFont typeface="Arial" panose="020B0604020202020204" pitchFamily="34" charset="0"/>
              <a:buChar char="•"/>
            </a:pPr>
            <a:r>
              <a:rPr lang="en-GB"/>
              <a:t>What is the user ultimately trying to do?</a:t>
            </a:r>
          </a:p>
          <a:p>
            <a:pPr lvl="2"/>
            <a:endParaRPr lang="en-GB"/>
          </a:p>
          <a:p>
            <a:pPr marL="742950" lvl="1" indent="-285750">
              <a:buFont typeface="Arial" panose="020B0604020202020204" pitchFamily="34" charset="0"/>
              <a:buChar char="•"/>
            </a:pPr>
            <a:r>
              <a:rPr lang="en-GB"/>
              <a:t>The order of the tasks</a:t>
            </a:r>
          </a:p>
          <a:p>
            <a:pPr marL="1200150" lvl="2" indent="-285750">
              <a:buFont typeface="Arial" panose="020B0604020202020204" pitchFamily="34" charset="0"/>
              <a:buChar char="•"/>
            </a:pPr>
            <a:r>
              <a:rPr lang="en-GB"/>
              <a:t>The flow of tasks to reach the goal</a:t>
            </a:r>
          </a:p>
          <a:p>
            <a:pPr marL="1200150" lvl="2" indent="-285750">
              <a:buFont typeface="Arial" panose="020B0604020202020204" pitchFamily="34" charset="0"/>
              <a:buChar char="•"/>
            </a:pPr>
            <a:r>
              <a:rPr lang="en-GB"/>
              <a:t>For longer tasks this can be grouped into phases or sub tasks</a:t>
            </a:r>
          </a:p>
          <a:p>
            <a:pPr lvl="2"/>
            <a:endParaRPr lang="en-GB"/>
          </a:p>
          <a:p>
            <a:pPr marL="742950" lvl="1" indent="-285750">
              <a:buFont typeface="Arial" panose="020B0604020202020204" pitchFamily="34" charset="0"/>
              <a:buChar char="•"/>
            </a:pPr>
            <a:r>
              <a:rPr lang="en-GB"/>
              <a:t>User Behaviour</a:t>
            </a:r>
          </a:p>
          <a:p>
            <a:pPr marL="1200150" lvl="2" indent="-285750">
              <a:buFont typeface="Arial" panose="020B0604020202020204" pitchFamily="34" charset="0"/>
              <a:buChar char="•"/>
            </a:pPr>
            <a:r>
              <a:rPr lang="en-GB"/>
              <a:t>User behaviour shows a users movement between tasks</a:t>
            </a:r>
          </a:p>
          <a:p>
            <a:pPr marL="1657350" lvl="3" indent="-285750">
              <a:buFont typeface="Arial" panose="020B0604020202020204" pitchFamily="34" charset="0"/>
              <a:buChar char="•"/>
            </a:pPr>
            <a:r>
              <a:rPr lang="en-GB"/>
              <a:t>Identify: </a:t>
            </a:r>
          </a:p>
          <a:p>
            <a:pPr marL="2114550" lvl="4" indent="-285750">
              <a:buFont typeface="Arial" panose="020B0604020202020204" pitchFamily="34" charset="0"/>
              <a:buChar char="•"/>
            </a:pPr>
            <a:r>
              <a:rPr lang="en-GB"/>
              <a:t>Direct connections</a:t>
            </a:r>
          </a:p>
          <a:p>
            <a:pPr marL="2114550" lvl="4" indent="-285750">
              <a:buFont typeface="Arial" panose="020B0604020202020204" pitchFamily="34" charset="0"/>
              <a:buChar char="•"/>
            </a:pPr>
            <a:r>
              <a:rPr lang="en-GB"/>
              <a:t>Controlled evaluations</a:t>
            </a:r>
          </a:p>
          <a:p>
            <a:pPr marL="2114550" lvl="4" indent="-285750">
              <a:buFont typeface="Arial" panose="020B0604020202020204" pitchFamily="34" charset="0"/>
              <a:buChar char="•"/>
            </a:pPr>
            <a:r>
              <a:rPr lang="en-GB"/>
              <a:t>Complex evaluations</a:t>
            </a:r>
          </a:p>
          <a:p>
            <a:pPr lvl="4"/>
            <a:endParaRPr lang="en-GB"/>
          </a:p>
          <a:p>
            <a:pPr marL="742950" lvl="1" indent="-285750">
              <a:buFont typeface="Arial" panose="020B0604020202020204" pitchFamily="34" charset="0"/>
              <a:buChar char="•"/>
            </a:pPr>
            <a:r>
              <a:rPr lang="en-GB"/>
              <a:t>Emotional Needs</a:t>
            </a:r>
          </a:p>
          <a:p>
            <a:pPr marL="1200150" lvl="2" indent="-285750">
              <a:buFont typeface="Arial" panose="020B0604020202020204" pitchFamily="34" charset="0"/>
              <a:buChar char="•"/>
            </a:pPr>
            <a:r>
              <a:rPr lang="en-GB"/>
              <a:t>What is driving the users behaviour?</a:t>
            </a:r>
          </a:p>
        </p:txBody>
      </p:sp>
      <p:sp>
        <p:nvSpPr>
          <p:cNvPr id="6" name="Slide Number Placeholder 5">
            <a:extLst>
              <a:ext uri="{FF2B5EF4-FFF2-40B4-BE49-F238E27FC236}">
                <a16:creationId xmlns:a16="http://schemas.microsoft.com/office/drawing/2014/main" id="{05E8DECE-C882-409B-9001-89CE4CD49AFC}"/>
              </a:ext>
            </a:extLst>
          </p:cNvPr>
          <p:cNvSpPr>
            <a:spLocks noGrp="1"/>
          </p:cNvSpPr>
          <p:nvPr>
            <p:ph type="sldNum" sz="quarter" idx="4"/>
          </p:nvPr>
        </p:nvSpPr>
        <p:spPr/>
        <p:txBody>
          <a:bodyPr/>
          <a:lstStyle/>
          <a:p>
            <a:fld id="{EF892D59-8F09-EF4B-AD6D-DA609442F868}" type="slidenum">
              <a:rPr lang="en-GB" smtClean="0"/>
              <a:pPr/>
              <a:t>25</a:t>
            </a:fld>
            <a:endParaRPr lang="en-GB"/>
          </a:p>
        </p:txBody>
      </p:sp>
    </p:spTree>
    <p:extLst>
      <p:ext uri="{BB962C8B-B14F-4D97-AF65-F5344CB8AC3E}">
        <p14:creationId xmlns:p14="http://schemas.microsoft.com/office/powerpoint/2010/main" val="167774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61544" y="357188"/>
            <a:ext cx="10654205" cy="500062"/>
          </a:xfrm>
        </p:spPr>
        <p:txBody>
          <a:bodyPr>
            <a:noAutofit/>
          </a:bodyPr>
          <a:lstStyle/>
          <a:p>
            <a:r>
              <a:rPr lang="en-GB" dirty="0"/>
              <a:t>Direct Connections</a:t>
            </a:r>
          </a:p>
        </p:txBody>
      </p:sp>
      <p:sp>
        <p:nvSpPr>
          <p:cNvPr id="6" name="Rectangle 5">
            <a:extLst>
              <a:ext uri="{FF2B5EF4-FFF2-40B4-BE49-F238E27FC236}">
                <a16:creationId xmlns:a16="http://schemas.microsoft.com/office/drawing/2014/main" id="{273CAF56-DEE5-49ED-B20C-817DD01ED5A8}"/>
              </a:ext>
            </a:extLst>
          </p:cNvPr>
          <p:cNvSpPr/>
          <p:nvPr/>
        </p:nvSpPr>
        <p:spPr>
          <a:xfrm>
            <a:off x="613164" y="1350134"/>
            <a:ext cx="9165836" cy="923330"/>
          </a:xfrm>
          <a:prstGeom prst="rect">
            <a:avLst/>
          </a:prstGeom>
        </p:spPr>
        <p:txBody>
          <a:bodyPr wrap="square">
            <a:spAutoFit/>
          </a:bodyPr>
          <a:lstStyle/>
          <a:p>
            <a:pPr marL="285750" indent="-285750">
              <a:buFont typeface="Arial" panose="020B0604020202020204" pitchFamily="34" charset="0"/>
              <a:buChar char="•"/>
            </a:pPr>
            <a:r>
              <a:rPr lang="en-GB" b="1" dirty="0"/>
              <a:t>Direct connection: </a:t>
            </a:r>
            <a:r>
              <a:rPr lang="en-GB" dirty="0"/>
              <a:t>Where one task leads directly on to the next one</a:t>
            </a:r>
          </a:p>
          <a:p>
            <a:pPr marL="742950" lvl="1" indent="-285750">
              <a:buFont typeface="Arial" panose="020B0604020202020204" pitchFamily="34" charset="0"/>
              <a:buChar char="•"/>
            </a:pPr>
            <a:r>
              <a:rPr lang="en-GB" dirty="0"/>
              <a:t>For example, a user has completed their holiday booking</a:t>
            </a:r>
          </a:p>
          <a:p>
            <a:pPr marL="742950" lvl="1" indent="-285750">
              <a:buFont typeface="Arial" panose="020B0604020202020204" pitchFamily="34" charset="0"/>
              <a:buChar char="•"/>
            </a:pPr>
            <a:endParaRPr lang="en-GB" dirty="0"/>
          </a:p>
        </p:txBody>
      </p:sp>
      <p:sp>
        <p:nvSpPr>
          <p:cNvPr id="7" name="Rectangle 6">
            <a:extLst>
              <a:ext uri="{FF2B5EF4-FFF2-40B4-BE49-F238E27FC236}">
                <a16:creationId xmlns:a16="http://schemas.microsoft.com/office/drawing/2014/main" id="{A6225ACC-E50A-466C-8DBB-470C360646E8}"/>
              </a:ext>
            </a:extLst>
          </p:cNvPr>
          <p:cNvSpPr/>
          <p:nvPr/>
        </p:nvSpPr>
        <p:spPr>
          <a:xfrm>
            <a:off x="4971394" y="4288468"/>
            <a:ext cx="6096000" cy="2031325"/>
          </a:xfrm>
          <a:prstGeom prst="rect">
            <a:avLst/>
          </a:prstGeom>
        </p:spPr>
        <p:txBody>
          <a:bodyPr>
            <a:spAutoFit/>
          </a:bodyPr>
          <a:lstStyle/>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Only provide direct flows and connections when appropriate</a:t>
            </a:r>
          </a:p>
          <a:p>
            <a:pPr marL="742950" lvl="1" indent="-285750">
              <a:buFont typeface="Arial" panose="020B0604020202020204" pitchFamily="34" charset="0"/>
              <a:buChar char="•"/>
            </a:pPr>
            <a:r>
              <a:rPr lang="en-GB" dirty="0"/>
              <a:t>Using where users don't want them will lead to a poor experience</a:t>
            </a:r>
          </a:p>
          <a:p>
            <a:pPr marL="742950" lvl="1" indent="-285750">
              <a:buFont typeface="Arial" panose="020B0604020202020204" pitchFamily="34" charset="0"/>
              <a:buChar char="•"/>
            </a:pPr>
            <a:r>
              <a:rPr lang="en-GB" dirty="0"/>
              <a:t>They will feel that they are being forced down blind alleys</a:t>
            </a:r>
          </a:p>
        </p:txBody>
      </p:sp>
      <p:sp>
        <p:nvSpPr>
          <p:cNvPr id="8" name="Slide Number Placeholder 7">
            <a:extLst>
              <a:ext uri="{FF2B5EF4-FFF2-40B4-BE49-F238E27FC236}">
                <a16:creationId xmlns:a16="http://schemas.microsoft.com/office/drawing/2014/main" id="{E25C8BA7-BCCE-4293-A271-19357982B529}"/>
              </a:ext>
            </a:extLst>
          </p:cNvPr>
          <p:cNvSpPr>
            <a:spLocks noGrp="1"/>
          </p:cNvSpPr>
          <p:nvPr>
            <p:ph type="sldNum" sz="quarter" idx="4"/>
          </p:nvPr>
        </p:nvSpPr>
        <p:spPr/>
        <p:txBody>
          <a:bodyPr/>
          <a:lstStyle/>
          <a:p>
            <a:fld id="{EF892D59-8F09-EF4B-AD6D-DA609442F868}" type="slidenum">
              <a:rPr lang="en-GB" smtClean="0"/>
              <a:pPr/>
              <a:t>26</a:t>
            </a:fld>
            <a:endParaRPr lang="en-GB"/>
          </a:p>
        </p:txBody>
      </p:sp>
      <p:graphicFrame>
        <p:nvGraphicFramePr>
          <p:cNvPr id="2" name="Diagram 1">
            <a:extLst>
              <a:ext uri="{FF2B5EF4-FFF2-40B4-BE49-F238E27FC236}">
                <a16:creationId xmlns:a16="http://schemas.microsoft.com/office/drawing/2014/main" id="{AF364E1F-F9BA-44C3-BAB5-390CF987237E}"/>
              </a:ext>
            </a:extLst>
          </p:cNvPr>
          <p:cNvGraphicFramePr/>
          <p:nvPr>
            <p:extLst>
              <p:ext uri="{D42A27DB-BD31-4B8C-83A1-F6EECF244321}">
                <p14:modId xmlns:p14="http://schemas.microsoft.com/office/powerpoint/2010/main" val="2302523416"/>
              </p:ext>
            </p:extLst>
          </p:nvPr>
        </p:nvGraphicFramePr>
        <p:xfrm>
          <a:off x="3543300" y="2220165"/>
          <a:ext cx="5105400"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1235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4784" y="1261533"/>
            <a:ext cx="5395905" cy="2626384"/>
          </a:xfrm>
        </p:spPr>
        <p:txBody>
          <a:bodyPr/>
          <a:lstStyle/>
          <a:p>
            <a:pPr marL="285750" indent="-285750">
              <a:buFont typeface="Arial" panose="020B0604020202020204" pitchFamily="34" charset="0"/>
              <a:buChar char="•"/>
            </a:pPr>
            <a:r>
              <a:rPr lang="en-GB" sz="1800" dirty="0">
                <a:latin typeface="+mn-lt"/>
              </a:rPr>
              <a:t>If the user explorers a well defined product or service it is controlled</a:t>
            </a:r>
          </a:p>
          <a:p>
            <a:pPr marL="285750" indent="-285750">
              <a:buFont typeface="Arial" panose="020B0604020202020204" pitchFamily="34" charset="0"/>
              <a:buChar char="•"/>
            </a:pPr>
            <a:endParaRPr lang="en-GB" sz="1800" dirty="0">
              <a:latin typeface="+mn-lt"/>
            </a:endParaRPr>
          </a:p>
          <a:p>
            <a:pPr marL="285750" indent="-285750">
              <a:buFont typeface="Arial" panose="020B0604020202020204" pitchFamily="34" charset="0"/>
              <a:buChar char="•"/>
            </a:pPr>
            <a:endParaRPr lang="en-GB" sz="1800" dirty="0">
              <a:latin typeface="+mn-lt"/>
            </a:endParaRPr>
          </a:p>
          <a:p>
            <a:endParaRPr lang="en-GB" sz="1800" dirty="0">
              <a:latin typeface="+mn-lt"/>
            </a:endParaRPr>
          </a:p>
          <a:p>
            <a:pPr marL="285750" indent="-285750">
              <a:buFont typeface="Arial" panose="020B0604020202020204" pitchFamily="34" charset="0"/>
              <a:buChar char="•"/>
            </a:pPr>
            <a:endParaRPr lang="en-GB" sz="1800" dirty="0">
              <a:latin typeface="+mn-lt"/>
            </a:endParaRPr>
          </a:p>
          <a:p>
            <a:pPr marL="285750" indent="-285750">
              <a:buFont typeface="Arial" panose="020B0604020202020204" pitchFamily="34" charset="0"/>
              <a:buChar char="•"/>
            </a:pPr>
            <a:r>
              <a:rPr lang="en-GB" sz="1800" dirty="0">
                <a:latin typeface="+mn-lt"/>
              </a:rPr>
              <a:t>The interface and navigation focus on allowing a user to perform the task</a:t>
            </a:r>
          </a:p>
          <a:p>
            <a:pPr marL="285750" indent="-285750">
              <a:buFont typeface="Arial" panose="020B0604020202020204" pitchFamily="34" charset="0"/>
              <a:buChar char="•"/>
            </a:pPr>
            <a:endParaRPr lang="en-GB" sz="1800" dirty="0">
              <a:latin typeface="+mn-lt"/>
            </a:endParaRPr>
          </a:p>
        </p:txBody>
      </p:sp>
      <p:sp>
        <p:nvSpPr>
          <p:cNvPr id="3" name="Title 2"/>
          <p:cNvSpPr>
            <a:spLocks noGrp="1"/>
          </p:cNvSpPr>
          <p:nvPr>
            <p:ph type="title" idx="4294967295"/>
          </p:nvPr>
        </p:nvSpPr>
        <p:spPr>
          <a:xfrm>
            <a:off x="1082566" y="357188"/>
            <a:ext cx="10633184" cy="500062"/>
          </a:xfrm>
        </p:spPr>
        <p:txBody>
          <a:bodyPr>
            <a:noAutofit/>
          </a:bodyPr>
          <a:lstStyle/>
          <a:p>
            <a:r>
              <a:rPr lang="en-GB" dirty="0"/>
              <a:t>Controlled Evaluation </a:t>
            </a:r>
          </a:p>
        </p:txBody>
      </p:sp>
      <p:sp>
        <p:nvSpPr>
          <p:cNvPr id="6" name="Slide Number Placeholder 5">
            <a:extLst>
              <a:ext uri="{FF2B5EF4-FFF2-40B4-BE49-F238E27FC236}">
                <a16:creationId xmlns:a16="http://schemas.microsoft.com/office/drawing/2014/main" id="{4BB4B6A0-825C-4A7C-8AAA-CCE3EC4A03C2}"/>
              </a:ext>
            </a:extLst>
          </p:cNvPr>
          <p:cNvSpPr>
            <a:spLocks noGrp="1"/>
          </p:cNvSpPr>
          <p:nvPr>
            <p:ph type="sldNum" sz="quarter" idx="4"/>
          </p:nvPr>
        </p:nvSpPr>
        <p:spPr/>
        <p:txBody>
          <a:bodyPr/>
          <a:lstStyle/>
          <a:p>
            <a:fld id="{EF892D59-8F09-EF4B-AD6D-DA609442F868}" type="slidenum">
              <a:rPr lang="en-GB" smtClean="0"/>
              <a:pPr/>
              <a:t>27</a:t>
            </a:fld>
            <a:endParaRPr lang="en-GB"/>
          </a:p>
        </p:txBody>
      </p:sp>
      <p:pic>
        <p:nvPicPr>
          <p:cNvPr id="25" name="Picture 24">
            <a:extLst>
              <a:ext uri="{FF2B5EF4-FFF2-40B4-BE49-F238E27FC236}">
                <a16:creationId xmlns:a16="http://schemas.microsoft.com/office/drawing/2014/main" id="{3AC10E06-4ACF-4791-9473-061D2378C4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10082" y="1041923"/>
            <a:ext cx="6398519" cy="4774153"/>
          </a:xfrm>
          <a:prstGeom prst="rect">
            <a:avLst/>
          </a:prstGeom>
        </p:spPr>
      </p:pic>
    </p:spTree>
    <p:extLst>
      <p:ext uri="{BB962C8B-B14F-4D97-AF65-F5344CB8AC3E}">
        <p14:creationId xmlns:p14="http://schemas.microsoft.com/office/powerpoint/2010/main" val="2298842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2054" y="357188"/>
            <a:ext cx="10643695" cy="500062"/>
          </a:xfrm>
        </p:spPr>
        <p:txBody>
          <a:bodyPr>
            <a:noAutofit/>
          </a:bodyPr>
          <a:lstStyle/>
          <a:p>
            <a:r>
              <a:rPr lang="en-GB" dirty="0"/>
              <a:t>Complex Evaluation</a:t>
            </a:r>
          </a:p>
        </p:txBody>
      </p:sp>
      <p:sp>
        <p:nvSpPr>
          <p:cNvPr id="6" name="Rectangle 5">
            <a:extLst>
              <a:ext uri="{FF2B5EF4-FFF2-40B4-BE49-F238E27FC236}">
                <a16:creationId xmlns:a16="http://schemas.microsoft.com/office/drawing/2014/main" id="{2FFF4E7F-E163-49BA-8340-3DB752F8AD6C}"/>
              </a:ext>
            </a:extLst>
          </p:cNvPr>
          <p:cNvSpPr/>
          <p:nvPr/>
        </p:nvSpPr>
        <p:spPr>
          <a:xfrm>
            <a:off x="220716" y="1249060"/>
            <a:ext cx="8271641" cy="3416320"/>
          </a:xfrm>
          <a:prstGeom prst="rect">
            <a:avLst/>
          </a:prstGeom>
        </p:spPr>
        <p:txBody>
          <a:bodyPr wrap="square">
            <a:spAutoFit/>
          </a:bodyPr>
          <a:lstStyle/>
          <a:p>
            <a:pPr marL="285750" indent="-285750">
              <a:buFont typeface="Arial" panose="020B0604020202020204" pitchFamily="34" charset="0"/>
              <a:buChar char="•"/>
            </a:pPr>
            <a:r>
              <a:rPr lang="en-GB" b="1" dirty="0"/>
              <a:t>Complex evaluations occur when users have unrelated needs</a:t>
            </a:r>
          </a:p>
          <a:p>
            <a:pPr marL="742950" lvl="1" indent="-285750">
              <a:buFont typeface="Arial" panose="020B0604020202020204" pitchFamily="34" charset="0"/>
              <a:buChar char="•"/>
            </a:pPr>
            <a:r>
              <a:rPr lang="en-GB" dirty="0"/>
              <a:t>For example when booking a holiday the user may evaluate:</a:t>
            </a:r>
          </a:p>
          <a:p>
            <a:pPr marL="1200150" lvl="2" indent="-285750">
              <a:buFont typeface="Arial" panose="020B0604020202020204" pitchFamily="34" charset="0"/>
              <a:buChar char="•"/>
            </a:pPr>
            <a:r>
              <a:rPr lang="en-GB" dirty="0"/>
              <a:t>Dates</a:t>
            </a:r>
          </a:p>
          <a:p>
            <a:pPr marL="1200150" lvl="2" indent="-285750">
              <a:buFont typeface="Arial" panose="020B0604020202020204" pitchFamily="34" charset="0"/>
              <a:buChar char="•"/>
            </a:pPr>
            <a:r>
              <a:rPr lang="en-GB" dirty="0"/>
              <a:t>Locations</a:t>
            </a:r>
          </a:p>
          <a:p>
            <a:pPr marL="1200150" lvl="2" indent="-285750">
              <a:buFont typeface="Arial" panose="020B0604020202020204" pitchFamily="34" charset="0"/>
              <a:buChar char="•"/>
            </a:pPr>
            <a:r>
              <a:rPr lang="en-GB" dirty="0"/>
              <a:t>Activities</a:t>
            </a:r>
          </a:p>
          <a:p>
            <a:pPr marL="1200150" lvl="2" indent="-285750">
              <a:buFont typeface="Arial" panose="020B0604020202020204" pitchFamily="34" charset="0"/>
              <a:buChar char="•"/>
            </a:pPr>
            <a:r>
              <a:rPr lang="en-GB" dirty="0"/>
              <a:t>Cost</a:t>
            </a:r>
          </a:p>
          <a:p>
            <a:pPr lvl="1"/>
            <a:endParaRPr lang="en-GB" dirty="0"/>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endParaRPr lang="en-GB" dirty="0"/>
          </a:p>
          <a:p>
            <a:pPr marL="742950" lvl="1" indent="-285750">
              <a:buFont typeface="Arial" panose="020B0604020202020204" pitchFamily="34" charset="0"/>
              <a:buChar char="•"/>
            </a:pPr>
            <a:r>
              <a:rPr lang="en-GB" dirty="0"/>
              <a:t>Understanding the emotional goal is key</a:t>
            </a:r>
          </a:p>
          <a:p>
            <a:pPr marL="1200150" lvl="2" indent="-285750">
              <a:buFont typeface="Arial" panose="020B0604020202020204" pitchFamily="34" charset="0"/>
              <a:buChar char="•"/>
            </a:pPr>
            <a:endParaRPr lang="en-GB" dirty="0"/>
          </a:p>
          <a:p>
            <a:pPr marL="1200150" lvl="2" indent="-285750">
              <a:buFont typeface="Arial" panose="020B0604020202020204" pitchFamily="34" charset="0"/>
              <a:buChar char="•"/>
            </a:pPr>
            <a:endParaRPr lang="en-GB" dirty="0"/>
          </a:p>
        </p:txBody>
      </p:sp>
      <p:sp>
        <p:nvSpPr>
          <p:cNvPr id="7" name="Slide Number Placeholder 6">
            <a:extLst>
              <a:ext uri="{FF2B5EF4-FFF2-40B4-BE49-F238E27FC236}">
                <a16:creationId xmlns:a16="http://schemas.microsoft.com/office/drawing/2014/main" id="{32987279-F03F-41B1-A41E-BE97A719D6A9}"/>
              </a:ext>
            </a:extLst>
          </p:cNvPr>
          <p:cNvSpPr>
            <a:spLocks noGrp="1"/>
          </p:cNvSpPr>
          <p:nvPr>
            <p:ph type="sldNum" sz="quarter" idx="4"/>
          </p:nvPr>
        </p:nvSpPr>
        <p:spPr/>
        <p:txBody>
          <a:bodyPr/>
          <a:lstStyle/>
          <a:p>
            <a:fld id="{EF892D59-8F09-EF4B-AD6D-DA609442F868}" type="slidenum">
              <a:rPr lang="en-GB" smtClean="0"/>
              <a:pPr/>
              <a:t>28</a:t>
            </a:fld>
            <a:endParaRPr lang="en-GB"/>
          </a:p>
        </p:txBody>
      </p:sp>
      <p:grpSp>
        <p:nvGrpSpPr>
          <p:cNvPr id="8" name="Group 7">
            <a:extLst>
              <a:ext uri="{FF2B5EF4-FFF2-40B4-BE49-F238E27FC236}">
                <a16:creationId xmlns:a16="http://schemas.microsoft.com/office/drawing/2014/main" id="{E3D8E63D-B3EC-4548-990E-AC63E077D336}"/>
              </a:ext>
            </a:extLst>
          </p:cNvPr>
          <p:cNvGrpSpPr/>
          <p:nvPr/>
        </p:nvGrpSpPr>
        <p:grpSpPr>
          <a:xfrm>
            <a:off x="6651240" y="2472021"/>
            <a:ext cx="4816512" cy="2785095"/>
            <a:chOff x="5174777" y="2883082"/>
            <a:chExt cx="4816512" cy="2785095"/>
          </a:xfrm>
        </p:grpSpPr>
        <p:sp>
          <p:nvSpPr>
            <p:cNvPr id="9" name="Arrow: Right 8">
              <a:extLst>
                <a:ext uri="{FF2B5EF4-FFF2-40B4-BE49-F238E27FC236}">
                  <a16:creationId xmlns:a16="http://schemas.microsoft.com/office/drawing/2014/main" id="{58316CD4-3B1B-458F-897C-7BBC96B05D1E}"/>
                </a:ext>
              </a:extLst>
            </p:cNvPr>
            <p:cNvSpPr/>
            <p:nvPr/>
          </p:nvSpPr>
          <p:spPr>
            <a:xfrm>
              <a:off x="5174777" y="3678470"/>
              <a:ext cx="4816512" cy="1194318"/>
            </a:xfrm>
            <a:prstGeom prst="rightArrow">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0413F9CB-450C-41DF-BF30-14E1951ACAF6}"/>
                </a:ext>
              </a:extLst>
            </p:cNvPr>
            <p:cNvSpPr/>
            <p:nvPr/>
          </p:nvSpPr>
          <p:spPr>
            <a:xfrm>
              <a:off x="5868960" y="2883082"/>
              <a:ext cx="2958047" cy="2785095"/>
            </a:xfrm>
            <a:prstGeom prst="rect">
              <a:avLst/>
            </a:prstGeom>
            <a:solidFill>
              <a:schemeClr val="bg1"/>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CEDC7547-DA4A-463B-A747-85D4514AC73B}"/>
                </a:ext>
              </a:extLst>
            </p:cNvPr>
            <p:cNvSpPr/>
            <p:nvPr/>
          </p:nvSpPr>
          <p:spPr>
            <a:xfrm>
              <a:off x="5913167" y="3210867"/>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When?</a:t>
              </a:r>
            </a:p>
          </p:txBody>
        </p:sp>
        <p:sp>
          <p:nvSpPr>
            <p:cNvPr id="12" name="Oval 11">
              <a:extLst>
                <a:ext uri="{FF2B5EF4-FFF2-40B4-BE49-F238E27FC236}">
                  <a16:creationId xmlns:a16="http://schemas.microsoft.com/office/drawing/2014/main" id="{5D3DB157-F0EE-477B-A6EB-22410E1A4A39}"/>
                </a:ext>
              </a:extLst>
            </p:cNvPr>
            <p:cNvSpPr/>
            <p:nvPr/>
          </p:nvSpPr>
          <p:spPr>
            <a:xfrm>
              <a:off x="7017225" y="2902329"/>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How far away?</a:t>
              </a:r>
            </a:p>
          </p:txBody>
        </p:sp>
        <p:sp>
          <p:nvSpPr>
            <p:cNvPr id="13" name="Oval 12">
              <a:extLst>
                <a:ext uri="{FF2B5EF4-FFF2-40B4-BE49-F238E27FC236}">
                  <a16:creationId xmlns:a16="http://schemas.microsoft.com/office/drawing/2014/main" id="{7A0A2041-2D7F-4F05-9360-6D520C7EBC67}"/>
                </a:ext>
              </a:extLst>
            </p:cNvPr>
            <p:cNvSpPr/>
            <p:nvPr/>
          </p:nvSpPr>
          <p:spPr>
            <a:xfrm>
              <a:off x="6706315" y="3933283"/>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Which city?</a:t>
              </a:r>
            </a:p>
          </p:txBody>
        </p:sp>
        <p:sp>
          <p:nvSpPr>
            <p:cNvPr id="14" name="Oval 13">
              <a:extLst>
                <a:ext uri="{FF2B5EF4-FFF2-40B4-BE49-F238E27FC236}">
                  <a16:creationId xmlns:a16="http://schemas.microsoft.com/office/drawing/2014/main" id="{C3EAE65D-97FF-425D-B1E1-7960D4D5E8E7}"/>
                </a:ext>
              </a:extLst>
            </p:cNvPr>
            <p:cNvSpPr/>
            <p:nvPr/>
          </p:nvSpPr>
          <p:spPr>
            <a:xfrm>
              <a:off x="5887084" y="4634908"/>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Full-board?</a:t>
              </a:r>
            </a:p>
          </p:txBody>
        </p:sp>
        <p:sp>
          <p:nvSpPr>
            <p:cNvPr id="15" name="Oval 14">
              <a:extLst>
                <a:ext uri="{FF2B5EF4-FFF2-40B4-BE49-F238E27FC236}">
                  <a16:creationId xmlns:a16="http://schemas.microsoft.com/office/drawing/2014/main" id="{B1073B80-FA90-4C1B-BE71-2AE6545AA50A}"/>
                </a:ext>
              </a:extLst>
            </p:cNvPr>
            <p:cNvSpPr/>
            <p:nvPr/>
          </p:nvSpPr>
          <p:spPr>
            <a:xfrm>
              <a:off x="7795407" y="3634646"/>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Which airport?</a:t>
              </a:r>
            </a:p>
          </p:txBody>
        </p:sp>
        <p:sp>
          <p:nvSpPr>
            <p:cNvPr id="16" name="Oval 15">
              <a:extLst>
                <a:ext uri="{FF2B5EF4-FFF2-40B4-BE49-F238E27FC236}">
                  <a16:creationId xmlns:a16="http://schemas.microsoft.com/office/drawing/2014/main" id="{9E6381F8-4379-4F34-8D25-B0C3B7352B8D}"/>
                </a:ext>
              </a:extLst>
            </p:cNvPr>
            <p:cNvSpPr/>
            <p:nvPr/>
          </p:nvSpPr>
          <p:spPr>
            <a:xfrm>
              <a:off x="7570055" y="4653766"/>
              <a:ext cx="1008000" cy="1008000"/>
            </a:xfrm>
            <a:prstGeom prst="ellips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solidFill>
                </a:rPr>
                <a:t>Specific needs</a:t>
              </a:r>
            </a:p>
          </p:txBody>
        </p:sp>
      </p:grpSp>
    </p:spTree>
    <p:extLst>
      <p:ext uri="{BB962C8B-B14F-4D97-AF65-F5344CB8AC3E}">
        <p14:creationId xmlns:p14="http://schemas.microsoft.com/office/powerpoint/2010/main" val="4060567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1944" y="1413332"/>
            <a:ext cx="3058511" cy="500062"/>
          </a:xfrm>
        </p:spPr>
        <p:txBody>
          <a:bodyPr>
            <a:normAutofit fontScale="90000"/>
          </a:bodyPr>
          <a:lstStyle/>
          <a:p>
            <a:r>
              <a:rPr lang="en-GB">
                <a:solidFill>
                  <a:schemeClr val="bg1"/>
                </a:solidFill>
              </a:rPr>
              <a:t>EMOTIONAL NEEDS</a:t>
            </a:r>
          </a:p>
        </p:txBody>
      </p:sp>
      <p:sp>
        <p:nvSpPr>
          <p:cNvPr id="5" name="Rectangle 4">
            <a:extLst>
              <a:ext uri="{FF2B5EF4-FFF2-40B4-BE49-F238E27FC236}">
                <a16:creationId xmlns:a16="http://schemas.microsoft.com/office/drawing/2014/main" id="{6805537D-1B92-4CC8-A513-6DDD7826E758}"/>
              </a:ext>
            </a:extLst>
          </p:cNvPr>
          <p:cNvSpPr/>
          <p:nvPr/>
        </p:nvSpPr>
        <p:spPr>
          <a:xfrm>
            <a:off x="5083942" y="1341438"/>
            <a:ext cx="6096000" cy="4524315"/>
          </a:xfrm>
          <a:prstGeom prst="rect">
            <a:avLst/>
          </a:prstGeom>
        </p:spPr>
        <p:txBody>
          <a:bodyPr>
            <a:spAutoFit/>
          </a:bodyPr>
          <a:lstStyle/>
          <a:p>
            <a:pPr marL="285750" indent="-285750">
              <a:buFont typeface="Arial" panose="020B0604020202020204" pitchFamily="34" charset="0"/>
              <a:buChar char="•"/>
            </a:pPr>
            <a:r>
              <a:rPr lang="en-GB" b="1" dirty="0"/>
              <a:t>What behaviour is driving the user?</a:t>
            </a:r>
          </a:p>
          <a:p>
            <a:pPr marL="742950" lvl="1" indent="-285750">
              <a:buFont typeface="Arial" panose="020B0604020202020204" pitchFamily="34" charset="0"/>
              <a:buChar char="•"/>
            </a:pPr>
            <a:r>
              <a:rPr lang="en-GB" dirty="0"/>
              <a:t>E.g. When buying a new car the response from friends may top the specification</a:t>
            </a:r>
          </a:p>
          <a:p>
            <a:pPr lvl="1"/>
            <a:endParaRPr lang="en-GB" dirty="0"/>
          </a:p>
          <a:p>
            <a:pPr marL="285750" indent="-285750">
              <a:buFont typeface="Arial" panose="020B0604020202020204" pitchFamily="34" charset="0"/>
              <a:buChar char="•"/>
            </a:pPr>
            <a:r>
              <a:rPr lang="en-GB" b="1" dirty="0"/>
              <a:t>Who or what are their influences?</a:t>
            </a:r>
          </a:p>
          <a:p>
            <a:pPr marL="742950" lvl="1" indent="-285750">
              <a:buFont typeface="Arial" panose="020B0604020202020204" pitchFamily="34" charset="0"/>
              <a:buChar char="•"/>
            </a:pPr>
            <a:r>
              <a:rPr lang="en-GB" dirty="0"/>
              <a:t>Are there other users involved and what other factors influence?</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Content requirements?</a:t>
            </a:r>
          </a:p>
          <a:p>
            <a:pPr marL="742950" lvl="1" indent="-285750">
              <a:buFont typeface="Arial" panose="020B0604020202020204" pitchFamily="34" charset="0"/>
              <a:buChar char="•"/>
            </a:pPr>
            <a:r>
              <a:rPr lang="en-GB" dirty="0"/>
              <a:t>Through research identify what media is needed at different points in the journey</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Existing barriers</a:t>
            </a:r>
          </a:p>
          <a:p>
            <a:pPr marL="742950" lvl="1" indent="-285750">
              <a:buFont typeface="Arial" panose="020B0604020202020204" pitchFamily="34" charset="0"/>
              <a:buChar char="•"/>
            </a:pPr>
            <a:r>
              <a:rPr lang="en-GB" dirty="0"/>
              <a:t>Have you identified other reasons users may not complete tasks?</a:t>
            </a:r>
          </a:p>
          <a:p>
            <a:pPr marL="742950" lvl="1" indent="-285750">
              <a:buFont typeface="Arial" panose="020B0604020202020204" pitchFamily="34" charset="0"/>
              <a:buChar char="•"/>
            </a:pPr>
            <a:endParaRPr lang="en-GB" dirty="0"/>
          </a:p>
        </p:txBody>
      </p:sp>
      <p:sp>
        <p:nvSpPr>
          <p:cNvPr id="6" name="Slide Number Placeholder 5">
            <a:extLst>
              <a:ext uri="{FF2B5EF4-FFF2-40B4-BE49-F238E27FC236}">
                <a16:creationId xmlns:a16="http://schemas.microsoft.com/office/drawing/2014/main" id="{AC6C90A6-8F44-4F71-B965-BA0A0C5A9CEA}"/>
              </a:ext>
            </a:extLst>
          </p:cNvPr>
          <p:cNvSpPr>
            <a:spLocks noGrp="1"/>
          </p:cNvSpPr>
          <p:nvPr>
            <p:ph type="sldNum" sz="quarter" idx="4"/>
          </p:nvPr>
        </p:nvSpPr>
        <p:spPr/>
        <p:txBody>
          <a:bodyPr/>
          <a:lstStyle/>
          <a:p>
            <a:fld id="{EF892D59-8F09-EF4B-AD6D-DA609442F868}" type="slidenum">
              <a:rPr lang="en-GB" smtClean="0"/>
              <a:pPr/>
              <a:t>29</a:t>
            </a:fld>
            <a:endParaRPr lang="en-GB"/>
          </a:p>
        </p:txBody>
      </p:sp>
    </p:spTree>
    <p:extLst>
      <p:ext uri="{BB962C8B-B14F-4D97-AF65-F5344CB8AC3E}">
        <p14:creationId xmlns:p14="http://schemas.microsoft.com/office/powerpoint/2010/main" val="3810054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AC086A27-EF52-47A0-A0E7-AE2189DF41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92906" y="1348242"/>
            <a:ext cx="7979248" cy="3876206"/>
          </a:xfrm>
          <a:prstGeom prst="rect">
            <a:avLst/>
          </a:prstGeom>
        </p:spPr>
      </p:pic>
      <p:sp>
        <p:nvSpPr>
          <p:cNvPr id="3083" name="Rectangle 22"/>
          <p:cNvSpPr>
            <a:spLocks noGrp="1" noChangeArrowheads="1"/>
          </p:cNvSpPr>
          <p:nvPr>
            <p:ph type="title" idx="4294967295"/>
          </p:nvPr>
        </p:nvSpPr>
        <p:spPr>
          <a:xfrm>
            <a:off x="1045368" y="369480"/>
            <a:ext cx="10789280" cy="687387"/>
          </a:xfrm>
        </p:spPr>
        <p:txBody>
          <a:bodyPr/>
          <a:lstStyle/>
          <a:p>
            <a:pPr eaLnBrk="1" hangingPunct="1"/>
            <a:r>
              <a:rPr lang="en-US" sz="2800"/>
              <a:t>Example – </a:t>
            </a:r>
            <a:r>
              <a:rPr lang="en-US" sz="2800" dirty="0"/>
              <a:t>Book a cheap flight to New York in July</a:t>
            </a:r>
          </a:p>
        </p:txBody>
      </p:sp>
      <p:sp>
        <p:nvSpPr>
          <p:cNvPr id="3084" name="Rectangle 23"/>
          <p:cNvSpPr>
            <a:spLocks noChangeArrowheads="1"/>
          </p:cNvSpPr>
          <p:nvPr/>
        </p:nvSpPr>
        <p:spPr bwMode="auto">
          <a:xfrm>
            <a:off x="6583867" y="3855852"/>
            <a:ext cx="1689567"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spcBef>
                <a:spcPct val="50000"/>
              </a:spcBef>
              <a:buFont typeface="Arial" charset="0"/>
              <a:buNone/>
            </a:pPr>
            <a:r>
              <a:rPr lang="en-US" sz="1200" b="1" i="1" dirty="0">
                <a:latin typeface="Helvetica" pitchFamily="-112" charset="0"/>
              </a:rPr>
              <a:t>“I’m not necessarily after the cheapest, it’s a combination of things”</a:t>
            </a:r>
          </a:p>
        </p:txBody>
      </p:sp>
      <p:sp>
        <p:nvSpPr>
          <p:cNvPr id="3092" name="Rectangle 59"/>
          <p:cNvSpPr>
            <a:spLocks noChangeArrowheads="1"/>
          </p:cNvSpPr>
          <p:nvPr/>
        </p:nvSpPr>
        <p:spPr bwMode="auto">
          <a:xfrm>
            <a:off x="5891827" y="5125312"/>
            <a:ext cx="990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spcBef>
                <a:spcPct val="50000"/>
              </a:spcBef>
              <a:buFont typeface="Arial" charset="0"/>
              <a:buNone/>
            </a:pPr>
            <a:r>
              <a:rPr lang="en-US" sz="1200" b="1" i="1" dirty="0">
                <a:latin typeface="Helvetica" pitchFamily="-112" charset="0"/>
              </a:rPr>
              <a:t>“I must have an aisle seat”</a:t>
            </a:r>
          </a:p>
        </p:txBody>
      </p:sp>
      <p:sp>
        <p:nvSpPr>
          <p:cNvPr id="3093" name="Rectangle 60"/>
          <p:cNvSpPr>
            <a:spLocks noChangeArrowheads="1"/>
          </p:cNvSpPr>
          <p:nvPr/>
        </p:nvSpPr>
        <p:spPr bwMode="auto">
          <a:xfrm>
            <a:off x="3197567" y="1820739"/>
            <a:ext cx="1810378" cy="2501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b"/>
          <a:lstStyle/>
          <a:p>
            <a:pPr algn="r">
              <a:spcBef>
                <a:spcPct val="50000"/>
              </a:spcBef>
              <a:buFont typeface="Arial" charset="0"/>
              <a:buNone/>
            </a:pPr>
            <a:r>
              <a:rPr lang="en-US" sz="1200" b="1" i="1" dirty="0">
                <a:latin typeface="Helvetica" pitchFamily="-112" charset="0"/>
              </a:rPr>
              <a:t>“There are a few airports I could fly from”</a:t>
            </a:r>
          </a:p>
        </p:txBody>
      </p:sp>
      <p:sp>
        <p:nvSpPr>
          <p:cNvPr id="3094" name="Rectangle 61"/>
          <p:cNvSpPr>
            <a:spLocks noChangeArrowheads="1"/>
          </p:cNvSpPr>
          <p:nvPr/>
        </p:nvSpPr>
        <p:spPr bwMode="auto">
          <a:xfrm>
            <a:off x="2774733" y="3790566"/>
            <a:ext cx="1613366" cy="751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lgn="r">
              <a:spcBef>
                <a:spcPct val="50000"/>
              </a:spcBef>
              <a:buFont typeface="Arial" charset="0"/>
              <a:buNone/>
            </a:pPr>
            <a:r>
              <a:rPr lang="en-US" sz="1200" b="1" i="1" dirty="0">
                <a:latin typeface="Helvetica" pitchFamily="-112" charset="0"/>
              </a:rPr>
              <a:t>“I can be flexible with dates, but I’d prefer not to get up too early. And I need to Liaise with my sister in New York”</a:t>
            </a:r>
          </a:p>
        </p:txBody>
      </p:sp>
      <p:sp>
        <p:nvSpPr>
          <p:cNvPr id="3095" name="Rectangle 62"/>
          <p:cNvSpPr>
            <a:spLocks noChangeArrowheads="1"/>
          </p:cNvSpPr>
          <p:nvPr/>
        </p:nvSpPr>
        <p:spPr bwMode="auto">
          <a:xfrm>
            <a:off x="7184057" y="2070894"/>
            <a:ext cx="1597799" cy="7286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b"/>
          <a:lstStyle/>
          <a:p>
            <a:pPr>
              <a:spcBef>
                <a:spcPct val="50000"/>
              </a:spcBef>
              <a:buFont typeface="Arial" charset="0"/>
              <a:buNone/>
            </a:pPr>
            <a:r>
              <a:rPr lang="en-US" sz="1200" b="1" i="1" dirty="0">
                <a:latin typeface="Helvetica" pitchFamily="-112" charset="0"/>
              </a:rPr>
              <a:t>“Normally I just want to book the flights and none of the shows or museum trips, but I do like to see what’s going on”</a:t>
            </a:r>
          </a:p>
        </p:txBody>
      </p:sp>
      <p:sp>
        <p:nvSpPr>
          <p:cNvPr id="3096" name="Rectangle 63"/>
          <p:cNvSpPr>
            <a:spLocks noChangeArrowheads="1"/>
          </p:cNvSpPr>
          <p:nvPr/>
        </p:nvSpPr>
        <p:spPr bwMode="auto">
          <a:xfrm>
            <a:off x="9412613" y="3799190"/>
            <a:ext cx="144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spcBef>
                <a:spcPct val="50000"/>
              </a:spcBef>
              <a:buFont typeface="Arial" charset="0"/>
              <a:buNone/>
            </a:pPr>
            <a:r>
              <a:rPr lang="en-US" sz="1200" b="1" i="1">
                <a:latin typeface="Helvetica" pitchFamily="-112" charset="0"/>
              </a:rPr>
              <a:t>“I won’t look at the email again until just before I travel”</a:t>
            </a:r>
          </a:p>
        </p:txBody>
      </p:sp>
      <p:sp>
        <p:nvSpPr>
          <p:cNvPr id="3097" name="Line 64"/>
          <p:cNvSpPr>
            <a:spLocks noChangeShapeType="1"/>
          </p:cNvSpPr>
          <p:nvPr/>
        </p:nvSpPr>
        <p:spPr bwMode="auto">
          <a:xfrm>
            <a:off x="4778131" y="5446592"/>
            <a:ext cx="0" cy="1139304"/>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GB" sz="3200"/>
          </a:p>
        </p:txBody>
      </p:sp>
      <p:sp>
        <p:nvSpPr>
          <p:cNvPr id="3098" name="Rectangle 65"/>
          <p:cNvSpPr>
            <a:spLocks noChangeArrowheads="1"/>
          </p:cNvSpPr>
          <p:nvPr/>
        </p:nvSpPr>
        <p:spPr bwMode="auto">
          <a:xfrm>
            <a:off x="2444599" y="5788177"/>
            <a:ext cx="2264268"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b"/>
          <a:lstStyle/>
          <a:p>
            <a:pPr algn="r">
              <a:spcBef>
                <a:spcPct val="50000"/>
              </a:spcBef>
              <a:buFont typeface="Arial" charset="0"/>
              <a:buNone/>
            </a:pPr>
            <a:r>
              <a:rPr lang="en-US" sz="1200" b="1" dirty="0">
                <a:latin typeface="Helvetica" pitchFamily="-112" charset="0"/>
              </a:rPr>
              <a:t>Users need to easily move between these different options in order to make an informed and confident decision. </a:t>
            </a:r>
          </a:p>
        </p:txBody>
      </p:sp>
      <p:sp>
        <p:nvSpPr>
          <p:cNvPr id="3102" name="Line 72"/>
          <p:cNvSpPr>
            <a:spLocks noChangeShapeType="1"/>
          </p:cNvSpPr>
          <p:nvPr/>
        </p:nvSpPr>
        <p:spPr bwMode="auto">
          <a:xfrm>
            <a:off x="2339731" y="5560892"/>
            <a:ext cx="0" cy="1025004"/>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GB" sz="3200"/>
          </a:p>
        </p:txBody>
      </p:sp>
      <p:sp>
        <p:nvSpPr>
          <p:cNvPr id="3103" name="Rectangle 73"/>
          <p:cNvSpPr>
            <a:spLocks noChangeArrowheads="1"/>
          </p:cNvSpPr>
          <p:nvPr/>
        </p:nvSpPr>
        <p:spPr bwMode="auto">
          <a:xfrm>
            <a:off x="255979" y="5961372"/>
            <a:ext cx="2028710" cy="596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b"/>
          <a:lstStyle/>
          <a:p>
            <a:pPr algn="r">
              <a:spcBef>
                <a:spcPct val="50000"/>
              </a:spcBef>
              <a:buFont typeface="Arial" charset="0"/>
              <a:buNone/>
            </a:pPr>
            <a:r>
              <a:rPr lang="en-US" sz="1200" b="1" dirty="0">
                <a:latin typeface="Helvetica" pitchFamily="-112" charset="0"/>
              </a:rPr>
              <a:t>Other people are often involved in the date / time discussion. </a:t>
            </a:r>
          </a:p>
        </p:txBody>
      </p:sp>
      <p:sp>
        <p:nvSpPr>
          <p:cNvPr id="3104" name="AutoShape 74"/>
          <p:cNvSpPr>
            <a:spLocks noChangeArrowheads="1"/>
          </p:cNvSpPr>
          <p:nvPr/>
        </p:nvSpPr>
        <p:spPr bwMode="auto">
          <a:xfrm>
            <a:off x="4435231" y="5446592"/>
            <a:ext cx="228600" cy="228600"/>
          </a:xfrm>
          <a:custGeom>
            <a:avLst/>
            <a:gdLst>
              <a:gd name="T0" fmla="*/ 218070 w 21600"/>
              <a:gd name="T1" fmla="*/ 66389 h 21600"/>
              <a:gd name="T2" fmla="*/ 18976 w 21600"/>
              <a:gd name="T3" fmla="*/ 114300 h 21600"/>
              <a:gd name="T4" fmla="*/ 183610 w 21600"/>
              <a:gd name="T5" fmla="*/ 82296 h 21600"/>
              <a:gd name="T6" fmla="*/ 21611 w 21600"/>
              <a:gd name="T7" fmla="*/ 223023 h 21600"/>
              <a:gd name="T8" fmla="*/ 16267 w 21600"/>
              <a:gd name="T9" fmla="*/ 155988 h 21600"/>
              <a:gd name="T10" fmla="*/ 83301 w 21600"/>
              <a:gd name="T11" fmla="*/ 150654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6120" y="16289"/>
                </a:moveTo>
                <a:cubicBezTo>
                  <a:pt x="7425" y="17402"/>
                  <a:pt x="9084" y="18014"/>
                  <a:pt x="10800" y="18014"/>
                </a:cubicBezTo>
                <a:cubicBezTo>
                  <a:pt x="14784" y="18014"/>
                  <a:pt x="18014" y="14784"/>
                  <a:pt x="18014" y="10800"/>
                </a:cubicBezTo>
                <a:cubicBezTo>
                  <a:pt x="18014" y="6815"/>
                  <a:pt x="14784" y="3586"/>
                  <a:pt x="10800" y="3586"/>
                </a:cubicBezTo>
                <a:cubicBezTo>
                  <a:pt x="6815" y="3586"/>
                  <a:pt x="3586" y="6815"/>
                  <a:pt x="3586" y="10800"/>
                </a:cubicBezTo>
                <a:lnTo>
                  <a:pt x="0" y="10800"/>
                </a:lnTo>
                <a:cubicBezTo>
                  <a:pt x="0" y="4835"/>
                  <a:pt x="4835" y="0"/>
                  <a:pt x="10800" y="0"/>
                </a:cubicBezTo>
                <a:cubicBezTo>
                  <a:pt x="16764" y="0"/>
                  <a:pt x="21600" y="4835"/>
                  <a:pt x="21600" y="10800"/>
                </a:cubicBezTo>
                <a:cubicBezTo>
                  <a:pt x="21600" y="16764"/>
                  <a:pt x="16764" y="21600"/>
                  <a:pt x="10800" y="21600"/>
                </a:cubicBezTo>
                <a:cubicBezTo>
                  <a:pt x="8231" y="21600"/>
                  <a:pt x="5747" y="20684"/>
                  <a:pt x="3793" y="19018"/>
                </a:cubicBezTo>
                <a:lnTo>
                  <a:pt x="2042" y="21073"/>
                </a:lnTo>
                <a:lnTo>
                  <a:pt x="1537" y="14739"/>
                </a:lnTo>
                <a:lnTo>
                  <a:pt x="7871" y="14235"/>
                </a:lnTo>
                <a:lnTo>
                  <a:pt x="6120" y="16289"/>
                </a:lnTo>
                <a:close/>
              </a:path>
            </a:pathLst>
          </a:custGeom>
          <a:solidFill>
            <a:srgbClr val="6DCCF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GB" sz="3200"/>
          </a:p>
        </p:txBody>
      </p:sp>
      <p:grpSp>
        <p:nvGrpSpPr>
          <p:cNvPr id="3105" name="Group 1"/>
          <p:cNvGrpSpPr>
            <a:grpSpLocks/>
          </p:cNvGrpSpPr>
          <p:nvPr/>
        </p:nvGrpSpPr>
        <p:grpSpPr bwMode="auto">
          <a:xfrm>
            <a:off x="2115624" y="5729574"/>
            <a:ext cx="103188" cy="206375"/>
            <a:chOff x="1981200" y="5562600"/>
            <a:chExt cx="103188" cy="206376"/>
          </a:xfrm>
        </p:grpSpPr>
        <p:sp>
          <p:nvSpPr>
            <p:cNvPr id="3112" name="Rectangle 75"/>
            <p:cNvSpPr>
              <a:spLocks noChangeArrowheads="1"/>
            </p:cNvSpPr>
            <p:nvPr/>
          </p:nvSpPr>
          <p:spPr bwMode="auto">
            <a:xfrm>
              <a:off x="1981200" y="5717381"/>
              <a:ext cx="103188" cy="51594"/>
            </a:xfrm>
            <a:prstGeom prst="rect">
              <a:avLst/>
            </a:prstGeom>
            <a:solidFill>
              <a:srgbClr val="6DCCFC"/>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GB" sz="3200"/>
            </a:p>
          </p:txBody>
        </p:sp>
        <p:sp>
          <p:nvSpPr>
            <p:cNvPr id="3113" name="Oval 76"/>
            <p:cNvSpPr>
              <a:spLocks noChangeArrowheads="1"/>
            </p:cNvSpPr>
            <p:nvPr/>
          </p:nvSpPr>
          <p:spPr bwMode="auto">
            <a:xfrm>
              <a:off x="1981200" y="5562600"/>
              <a:ext cx="103188" cy="103188"/>
            </a:xfrm>
            <a:prstGeom prst="ellipse">
              <a:avLst/>
            </a:prstGeom>
            <a:solidFill>
              <a:srgbClr val="6DCCFC"/>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GB" sz="3200"/>
            </a:p>
          </p:txBody>
        </p:sp>
        <p:sp>
          <p:nvSpPr>
            <p:cNvPr id="3114" name="Oval 77"/>
            <p:cNvSpPr>
              <a:spLocks noChangeArrowheads="1"/>
            </p:cNvSpPr>
            <p:nvPr/>
          </p:nvSpPr>
          <p:spPr bwMode="auto">
            <a:xfrm>
              <a:off x="1981200" y="5665788"/>
              <a:ext cx="103188" cy="103188"/>
            </a:xfrm>
            <a:prstGeom prst="ellipse">
              <a:avLst/>
            </a:prstGeom>
            <a:solidFill>
              <a:srgbClr val="6DCCFC"/>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GB" sz="3200"/>
            </a:p>
          </p:txBody>
        </p:sp>
      </p:grpSp>
      <p:sp>
        <p:nvSpPr>
          <p:cNvPr id="3107" name="Rectangle 84"/>
          <p:cNvSpPr>
            <a:spLocks noChangeArrowheads="1"/>
          </p:cNvSpPr>
          <p:nvPr/>
        </p:nvSpPr>
        <p:spPr bwMode="auto">
          <a:xfrm rot="108083">
            <a:off x="8208299" y="4718926"/>
            <a:ext cx="3007416" cy="1868683"/>
          </a:xfrm>
          <a:prstGeom prst="rect">
            <a:avLst/>
          </a:prstGeom>
          <a:solidFill>
            <a:schemeClr val="bg1"/>
          </a:solidFill>
          <a:ln>
            <a:noFill/>
          </a:ln>
          <a:effectLst>
            <a:outerShdw algn="ctr" rotWithShape="0">
              <a:schemeClr val="bg2"/>
            </a:outerShdw>
          </a:effectLst>
          <a:extLst>
            <a:ext uri="{91240B29-F687-4F45-9708-019B960494DF}">
              <a14:hiddenLine xmlns:a14="http://schemas.microsoft.com/office/drawing/2010/main" w="9525">
                <a:solidFill>
                  <a:srgbClr val="CCCCCC"/>
                </a:solidFill>
                <a:miter lim="800000"/>
                <a:headEnd/>
                <a:tailEnd/>
              </a14:hiddenLine>
            </a:ext>
          </a:extLst>
        </p:spPr>
        <p:txBody>
          <a:bodyPr wrap="none" anchor="ctr"/>
          <a:lstStyle/>
          <a:p>
            <a:endParaRPr lang="en-GB" sz="3200"/>
          </a:p>
        </p:txBody>
      </p:sp>
      <p:sp>
        <p:nvSpPr>
          <p:cNvPr id="10" name="Slide Number Placeholder 9">
            <a:extLst>
              <a:ext uri="{FF2B5EF4-FFF2-40B4-BE49-F238E27FC236}">
                <a16:creationId xmlns:a16="http://schemas.microsoft.com/office/drawing/2014/main" id="{0EE8012D-4D4F-435E-A377-D6897281D822}"/>
              </a:ext>
            </a:extLst>
          </p:cNvPr>
          <p:cNvSpPr>
            <a:spLocks noGrp="1"/>
          </p:cNvSpPr>
          <p:nvPr>
            <p:ph type="sldNum" sz="quarter" idx="4"/>
          </p:nvPr>
        </p:nvSpPr>
        <p:spPr/>
        <p:txBody>
          <a:bodyPr/>
          <a:lstStyle/>
          <a:p>
            <a:fld id="{EF892D59-8F09-EF4B-AD6D-DA609442F868}" type="slidenum">
              <a:rPr lang="en-GB" smtClean="0"/>
              <a:pPr/>
              <a:t>30</a:t>
            </a:fld>
            <a:endParaRPr lang="en-GB"/>
          </a:p>
        </p:txBody>
      </p:sp>
      <p:grpSp>
        <p:nvGrpSpPr>
          <p:cNvPr id="5" name="Group 4">
            <a:extLst>
              <a:ext uri="{FF2B5EF4-FFF2-40B4-BE49-F238E27FC236}">
                <a16:creationId xmlns:a16="http://schemas.microsoft.com/office/drawing/2014/main" id="{D0A0AD04-DF89-423E-98B0-66327A7C6DBA}"/>
              </a:ext>
            </a:extLst>
          </p:cNvPr>
          <p:cNvGrpSpPr/>
          <p:nvPr/>
        </p:nvGrpSpPr>
        <p:grpSpPr>
          <a:xfrm rot="235552">
            <a:off x="7863605" y="4756979"/>
            <a:ext cx="3772049" cy="1851717"/>
            <a:chOff x="7863605" y="4756979"/>
            <a:chExt cx="3772049" cy="1851717"/>
          </a:xfrm>
        </p:grpSpPr>
        <p:sp>
          <p:nvSpPr>
            <p:cNvPr id="3108" name="Rectangle 85"/>
            <p:cNvSpPr>
              <a:spLocks noChangeArrowheads="1"/>
            </p:cNvSpPr>
            <p:nvPr/>
          </p:nvSpPr>
          <p:spPr bwMode="auto">
            <a:xfrm>
              <a:off x="7863605" y="4756979"/>
              <a:ext cx="3772049" cy="1851717"/>
            </a:xfrm>
            <a:prstGeom prst="rect">
              <a:avLst/>
            </a:prstGeom>
            <a:solidFill>
              <a:srgbClr val="E6E6E6"/>
            </a:soli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endParaRPr lang="en-US" sz="3200"/>
            </a:p>
          </p:txBody>
        </p:sp>
        <p:sp>
          <p:nvSpPr>
            <p:cNvPr id="3110" name="Rectangle 87"/>
            <p:cNvSpPr>
              <a:spLocks noChangeArrowheads="1"/>
            </p:cNvSpPr>
            <p:nvPr/>
          </p:nvSpPr>
          <p:spPr bwMode="auto">
            <a:xfrm>
              <a:off x="9430301" y="4891289"/>
              <a:ext cx="1835959" cy="1365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lstStyle/>
            <a:p>
              <a:pPr>
                <a:spcBef>
                  <a:spcPct val="50000"/>
                </a:spcBef>
              </a:pPr>
              <a:r>
                <a:rPr lang="en-US" sz="2000" b="1" dirty="0">
                  <a:latin typeface="Helvetica" pitchFamily="-112" charset="0"/>
                </a:rPr>
                <a:t>Katharine</a:t>
              </a:r>
              <a:r>
                <a:rPr lang="en-US" sz="2000" dirty="0">
                  <a:latin typeface="Helvetica" pitchFamily="-112" charset="0"/>
                </a:rPr>
                <a:t>, 29</a:t>
              </a:r>
              <a:endParaRPr lang="en-US" sz="1200" dirty="0">
                <a:latin typeface="Helvetica" pitchFamily="-112" charset="0"/>
              </a:endParaRPr>
            </a:p>
            <a:p>
              <a:pPr>
                <a:spcBef>
                  <a:spcPct val="50000"/>
                </a:spcBef>
              </a:pPr>
              <a:r>
                <a:rPr lang="en-US" sz="1200" b="1" i="1" dirty="0">
                  <a:latin typeface="Helvetica" pitchFamily="-112" charset="0"/>
                </a:rPr>
                <a:t>I want a hassle-free trip to New York to spend time with my sister and go shopping.</a:t>
              </a:r>
              <a:endParaRPr lang="en-US" sz="1200" dirty="0">
                <a:latin typeface="Helvetica" pitchFamily="-112" charset="0"/>
              </a:endParaRPr>
            </a:p>
            <a:p>
              <a:pPr>
                <a:spcBef>
                  <a:spcPct val="50000"/>
                </a:spcBef>
              </a:pPr>
              <a:r>
                <a:rPr lang="en-US" sz="1200" dirty="0">
                  <a:latin typeface="Helvetica" pitchFamily="-112" charset="0"/>
                </a:rPr>
                <a:t>Must have an aisle seat, must not get up to early.</a:t>
              </a:r>
            </a:p>
          </p:txBody>
        </p:sp>
        <p:pic>
          <p:nvPicPr>
            <p:cNvPr id="4" name="Picture 3">
              <a:extLst>
                <a:ext uri="{FF2B5EF4-FFF2-40B4-BE49-F238E27FC236}">
                  <a16:creationId xmlns:a16="http://schemas.microsoft.com/office/drawing/2014/main" id="{54AC4A5C-E139-4D2D-85A0-252C6C3EEEB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8024007" y="4865921"/>
              <a:ext cx="1268793" cy="15293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Tree>
    <p:extLst>
      <p:ext uri="{BB962C8B-B14F-4D97-AF65-F5344CB8AC3E}">
        <p14:creationId xmlns:p14="http://schemas.microsoft.com/office/powerpoint/2010/main" val="298734710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31</a:t>
            </a:fld>
            <a:endParaRPr lang="en-GB"/>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r>
              <a:rPr lang="en-GB">
                <a:cs typeface="Courier New" panose="02070309020205020404" pitchFamily="49" charset="0"/>
              </a:rPr>
              <a:t>In groups, take two of the scenarios you built earlier in this module and use task models in conjunction with the User Personas you created earlier in this course. </a:t>
            </a:r>
          </a:p>
          <a:p>
            <a:endParaRPr lang="en-GB">
              <a:cs typeface="Courier New" panose="02070309020205020404" pitchFamily="49" charset="0"/>
            </a:endParaRPr>
          </a:p>
          <a:p>
            <a:pPr>
              <a:lnSpc>
                <a:spcPct val="90000"/>
              </a:lnSpc>
            </a:pPr>
            <a:endParaRPr lang="en-GB"/>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a:t>Activity: Task Analysis</a:t>
            </a:r>
          </a:p>
          <a:p>
            <a:pPr>
              <a:lnSpc>
                <a:spcPct val="90000"/>
              </a:lnSpc>
              <a:spcAft>
                <a:spcPts val="600"/>
              </a:spcAft>
            </a:pPr>
            <a:endParaRPr lang="en-GB"/>
          </a:p>
        </p:txBody>
      </p:sp>
    </p:spTree>
    <p:extLst>
      <p:ext uri="{BB962C8B-B14F-4D97-AF65-F5344CB8AC3E}">
        <p14:creationId xmlns:p14="http://schemas.microsoft.com/office/powerpoint/2010/main" val="42301162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114096" y="357188"/>
            <a:ext cx="10601653" cy="500062"/>
          </a:xfrm>
        </p:spPr>
        <p:txBody>
          <a:bodyPr>
            <a:noAutofit/>
          </a:bodyPr>
          <a:lstStyle/>
          <a:p>
            <a:r>
              <a:rPr lang="en-GB"/>
              <a:t>Prioritise - MoSCoW</a:t>
            </a:r>
          </a:p>
        </p:txBody>
      </p:sp>
      <p:pic>
        <p:nvPicPr>
          <p:cNvPr id="4" name="Picture 2" descr="http://dsdm.org/sites/default/files/MoSCoW_Business_Case_p66_0.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92508" y="2800845"/>
            <a:ext cx="6471936" cy="230832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89AB4F6-8010-4F67-A371-5A8DDDA02203}"/>
              </a:ext>
            </a:extLst>
          </p:cNvPr>
          <p:cNvSpPr/>
          <p:nvPr/>
        </p:nvSpPr>
        <p:spPr>
          <a:xfrm>
            <a:off x="356483" y="1229878"/>
            <a:ext cx="9263046" cy="2031325"/>
          </a:xfrm>
          <a:prstGeom prst="rect">
            <a:avLst/>
          </a:prstGeom>
        </p:spPr>
        <p:txBody>
          <a:bodyPr wrap="square">
            <a:spAutoFit/>
          </a:bodyPr>
          <a:lstStyle/>
          <a:p>
            <a:pPr marL="285750" indent="-285750">
              <a:buFont typeface="Arial" panose="020B0604020202020204" pitchFamily="34" charset="0"/>
              <a:buChar char="•"/>
            </a:pPr>
            <a:r>
              <a:rPr lang="en-GB" b="1"/>
              <a:t>You will have many tasks – it will be necessary to prioritise them</a:t>
            </a:r>
          </a:p>
          <a:p>
            <a:pPr marL="742950" lvl="1" indent="-285750">
              <a:buFont typeface="Arial" panose="020B0604020202020204" pitchFamily="34" charset="0"/>
              <a:buChar char="•"/>
            </a:pPr>
            <a:r>
              <a:rPr lang="en-GB"/>
              <a:t>The MoSCoW method can help with this:</a:t>
            </a:r>
          </a:p>
          <a:p>
            <a:pPr marL="1200150" lvl="2" indent="-285750" fontAlgn="base">
              <a:buFont typeface="Arial" panose="020B0604020202020204" pitchFamily="34" charset="0"/>
              <a:buChar char="•"/>
            </a:pPr>
            <a:r>
              <a:rPr lang="en-GB"/>
              <a:t>Must Have</a:t>
            </a:r>
          </a:p>
          <a:p>
            <a:pPr marL="1200150" lvl="2" indent="-285750" fontAlgn="base">
              <a:buFont typeface="Arial" panose="020B0604020202020204" pitchFamily="34" charset="0"/>
              <a:buChar char="•"/>
            </a:pPr>
            <a:r>
              <a:rPr lang="en-GB"/>
              <a:t>Should Have</a:t>
            </a:r>
          </a:p>
          <a:p>
            <a:pPr marL="1200150" lvl="2" indent="-285750" fontAlgn="base">
              <a:buFont typeface="Arial" panose="020B0604020202020204" pitchFamily="34" charset="0"/>
              <a:buChar char="•"/>
            </a:pPr>
            <a:r>
              <a:rPr lang="en-GB"/>
              <a:t>Could Have</a:t>
            </a:r>
          </a:p>
          <a:p>
            <a:pPr marL="1200150" lvl="2" indent="-285750" fontAlgn="base">
              <a:buFont typeface="Arial" panose="020B0604020202020204" pitchFamily="34" charset="0"/>
              <a:buChar char="•"/>
            </a:pPr>
            <a:r>
              <a:rPr lang="en-GB"/>
              <a:t>Won’t Have this time</a:t>
            </a:r>
          </a:p>
          <a:p>
            <a:pPr marL="285750" indent="-285750">
              <a:buFont typeface="Arial" panose="020B0604020202020204" pitchFamily="34" charset="0"/>
              <a:buChar char="•"/>
            </a:pPr>
            <a:endParaRPr lang="en-GB"/>
          </a:p>
        </p:txBody>
      </p:sp>
      <p:sp>
        <p:nvSpPr>
          <p:cNvPr id="7" name="Rectangle 6">
            <a:extLst>
              <a:ext uri="{FF2B5EF4-FFF2-40B4-BE49-F238E27FC236}">
                <a16:creationId xmlns:a16="http://schemas.microsoft.com/office/drawing/2014/main" id="{045B7801-5465-46CD-AAEB-E1933F5EA706}"/>
              </a:ext>
            </a:extLst>
          </p:cNvPr>
          <p:cNvSpPr/>
          <p:nvPr/>
        </p:nvSpPr>
        <p:spPr>
          <a:xfrm>
            <a:off x="5139558" y="5596787"/>
            <a:ext cx="6096000" cy="646331"/>
          </a:xfrm>
          <a:prstGeom prst="rect">
            <a:avLst/>
          </a:prstGeom>
        </p:spPr>
        <p:txBody>
          <a:bodyPr>
            <a:spAutoFit/>
          </a:bodyPr>
          <a:lstStyle/>
          <a:p>
            <a:pPr marL="285750" indent="-285750" fontAlgn="base">
              <a:buFont typeface="Arial" panose="020B0604020202020204" pitchFamily="34" charset="0"/>
              <a:buChar char="•"/>
            </a:pPr>
            <a:r>
              <a:rPr lang="en-GB"/>
              <a:t>Apply prioritisation based around mapped scenarios and user personas</a:t>
            </a:r>
          </a:p>
        </p:txBody>
      </p:sp>
      <p:sp>
        <p:nvSpPr>
          <p:cNvPr id="8" name="Slide Number Placeholder 7">
            <a:extLst>
              <a:ext uri="{FF2B5EF4-FFF2-40B4-BE49-F238E27FC236}">
                <a16:creationId xmlns:a16="http://schemas.microsoft.com/office/drawing/2014/main" id="{258023C7-B9FA-4E5A-AC7E-D7A3A7849D0D}"/>
              </a:ext>
            </a:extLst>
          </p:cNvPr>
          <p:cNvSpPr>
            <a:spLocks noGrp="1"/>
          </p:cNvSpPr>
          <p:nvPr>
            <p:ph type="sldNum" sz="quarter" idx="4"/>
          </p:nvPr>
        </p:nvSpPr>
        <p:spPr/>
        <p:txBody>
          <a:bodyPr/>
          <a:lstStyle/>
          <a:p>
            <a:fld id="{EF892D59-8F09-EF4B-AD6D-DA609442F868}" type="slidenum">
              <a:rPr lang="en-GB" smtClean="0"/>
              <a:pPr/>
              <a:t>32</a:t>
            </a:fld>
            <a:endParaRPr lang="en-GB"/>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9ABC7A4-6116-7E44-A629-6BC673CEBC2C}"/>
                  </a:ext>
                </a:extLst>
              </p14:cNvPr>
              <p14:cNvContentPartPr/>
              <p14:nvPr/>
            </p14:nvContentPartPr>
            <p14:xfrm>
              <a:off x="6767640" y="3843419"/>
              <a:ext cx="360" cy="360"/>
            </p14:xfrm>
          </p:contentPart>
        </mc:Choice>
        <mc:Fallback xmlns="">
          <p:pic>
            <p:nvPicPr>
              <p:cNvPr id="10" name="Ink 9">
                <a:extLst>
                  <a:ext uri="{FF2B5EF4-FFF2-40B4-BE49-F238E27FC236}">
                    <a16:creationId xmlns:a16="http://schemas.microsoft.com/office/drawing/2014/main" id="{F9ABC7A4-6116-7E44-A629-6BC673CEBC2C}"/>
                  </a:ext>
                </a:extLst>
              </p:cNvPr>
              <p:cNvPicPr/>
              <p:nvPr/>
            </p:nvPicPr>
            <p:blipFill>
              <a:blip r:embed="rId5"/>
              <a:stretch>
                <a:fillRect/>
              </a:stretch>
            </p:blipFill>
            <p:spPr>
              <a:xfrm>
                <a:off x="6758640" y="3834419"/>
                <a:ext cx="18000" cy="18000"/>
              </a:xfrm>
              <a:prstGeom prst="rect">
                <a:avLst/>
              </a:prstGeom>
            </p:spPr>
          </p:pic>
        </mc:Fallback>
      </mc:AlternateContent>
    </p:spTree>
    <p:extLst>
      <p:ext uri="{BB962C8B-B14F-4D97-AF65-F5344CB8AC3E}">
        <p14:creationId xmlns:p14="http://schemas.microsoft.com/office/powerpoint/2010/main" val="3991146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MoSCoW(2)</a:t>
            </a:r>
          </a:p>
        </p:txBody>
      </p:sp>
      <p:sp>
        <p:nvSpPr>
          <p:cNvPr id="5" name="Rectangle 4">
            <a:extLst>
              <a:ext uri="{FF2B5EF4-FFF2-40B4-BE49-F238E27FC236}">
                <a16:creationId xmlns:a16="http://schemas.microsoft.com/office/drawing/2014/main" id="{F27D760D-DEAE-448D-9167-C441CD624F76}"/>
              </a:ext>
            </a:extLst>
          </p:cNvPr>
          <p:cNvSpPr/>
          <p:nvPr/>
        </p:nvSpPr>
        <p:spPr>
          <a:xfrm>
            <a:off x="4614041" y="1145500"/>
            <a:ext cx="6821213" cy="4524315"/>
          </a:xfrm>
          <a:prstGeom prst="rect">
            <a:avLst/>
          </a:prstGeom>
        </p:spPr>
        <p:txBody>
          <a:bodyPr wrap="square">
            <a:spAutoFit/>
          </a:bodyPr>
          <a:lstStyle/>
          <a:p>
            <a:pPr marL="285750" indent="-285750" fontAlgn="base">
              <a:buFont typeface="Arial" panose="020B0604020202020204" pitchFamily="34" charset="0"/>
              <a:buChar char="•"/>
            </a:pPr>
            <a:r>
              <a:rPr lang="en-GB" b="1"/>
              <a:t>Must Have </a:t>
            </a:r>
            <a:r>
              <a:rPr lang="en-GB"/>
              <a:t>- these provide the Minimum Usable Subset of requirements:</a:t>
            </a:r>
          </a:p>
          <a:p>
            <a:pPr marL="742950" lvl="1" indent="-285750" fontAlgn="base">
              <a:buFont typeface="Arial" panose="020B0604020202020204" pitchFamily="34" charset="0"/>
              <a:buChar char="•"/>
            </a:pPr>
            <a:r>
              <a:rPr lang="en-GB"/>
              <a:t>This may be defined using some of the following:</a:t>
            </a:r>
          </a:p>
          <a:p>
            <a:pPr marL="1200150" lvl="2" indent="-285750" fontAlgn="base">
              <a:buFont typeface="Arial" panose="020B0604020202020204" pitchFamily="34" charset="0"/>
              <a:buChar char="•"/>
            </a:pPr>
            <a:r>
              <a:rPr lang="en-GB"/>
              <a:t>Cannot deliver on target date without this</a:t>
            </a:r>
          </a:p>
          <a:p>
            <a:pPr marL="1200150" lvl="2" indent="-285750" fontAlgn="base">
              <a:buFont typeface="Arial" panose="020B0604020202020204" pitchFamily="34" charset="0"/>
              <a:buChar char="•"/>
            </a:pPr>
            <a:r>
              <a:rPr lang="en-GB"/>
              <a:t>No point in delivering on target date without this</a:t>
            </a:r>
          </a:p>
          <a:p>
            <a:pPr marL="1200150" lvl="2" indent="-285750" fontAlgn="base">
              <a:buFont typeface="Arial" panose="020B0604020202020204" pitchFamily="34" charset="0"/>
              <a:buChar char="•"/>
            </a:pPr>
            <a:r>
              <a:rPr lang="en-GB"/>
              <a:t>Not legal without it </a:t>
            </a:r>
          </a:p>
          <a:p>
            <a:pPr marL="1200150" lvl="2" indent="-285750" fontAlgn="base">
              <a:buFont typeface="Arial" panose="020B0604020202020204" pitchFamily="34" charset="0"/>
              <a:buChar char="•"/>
            </a:pPr>
            <a:r>
              <a:rPr lang="en-GB"/>
              <a:t>Cannot deliver the Business Case without it</a:t>
            </a:r>
          </a:p>
          <a:p>
            <a:pPr marL="285750" indent="-285750">
              <a:buFont typeface="Arial" panose="020B0604020202020204" pitchFamily="34" charset="0"/>
              <a:buChar char="•"/>
            </a:pPr>
            <a:endParaRPr lang="en-GB"/>
          </a:p>
          <a:p>
            <a:pPr marL="285750" indent="-285750" fontAlgn="base">
              <a:buFont typeface="Arial" panose="020B0604020202020204" pitchFamily="34" charset="0"/>
              <a:buChar char="•"/>
            </a:pPr>
            <a:r>
              <a:rPr lang="en-GB" b="1"/>
              <a:t>Should Have </a:t>
            </a:r>
            <a:r>
              <a:rPr lang="en-GB"/>
              <a:t>- Important but not vital</a:t>
            </a:r>
          </a:p>
          <a:p>
            <a:pPr marL="742950" lvl="1" indent="-285750" fontAlgn="base">
              <a:buFont typeface="Arial" panose="020B0604020202020204" pitchFamily="34" charset="0"/>
              <a:buChar char="•"/>
            </a:pPr>
            <a:r>
              <a:rPr lang="en-GB"/>
              <a:t>May be painful to leave out, but the solution is still viable</a:t>
            </a:r>
          </a:p>
          <a:p>
            <a:pPr marL="742950" lvl="1" indent="-285750" fontAlgn="base">
              <a:buFont typeface="Arial" panose="020B0604020202020204" pitchFamily="34" charset="0"/>
              <a:buChar char="•"/>
            </a:pPr>
            <a:r>
              <a:rPr lang="en-GB"/>
              <a:t>May need some kind of workaround</a:t>
            </a:r>
          </a:p>
          <a:p>
            <a:pPr marL="1200150" lvl="2" indent="-285750" fontAlgn="base">
              <a:buFont typeface="Arial" panose="020B0604020202020204" pitchFamily="34" charset="0"/>
              <a:buChar char="•"/>
            </a:pPr>
            <a:r>
              <a:rPr lang="en-GB"/>
              <a:t>e.g. management of expectations, some inefficiency</a:t>
            </a:r>
          </a:p>
          <a:p>
            <a:pPr marL="285750"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B122AB8C-0053-4A19-8185-D6D643789ED9}"/>
              </a:ext>
            </a:extLst>
          </p:cNvPr>
          <p:cNvSpPr>
            <a:spLocks noGrp="1"/>
          </p:cNvSpPr>
          <p:nvPr>
            <p:ph type="sldNum" sz="quarter" idx="4"/>
          </p:nvPr>
        </p:nvSpPr>
        <p:spPr/>
        <p:txBody>
          <a:bodyPr/>
          <a:lstStyle/>
          <a:p>
            <a:fld id="{EF892D59-8F09-EF4B-AD6D-DA609442F868}" type="slidenum">
              <a:rPr lang="en-GB" smtClean="0"/>
              <a:pPr/>
              <a:t>33</a:t>
            </a:fld>
            <a:endParaRPr lang="en-GB"/>
          </a:p>
        </p:txBody>
      </p:sp>
    </p:spTree>
    <p:extLst>
      <p:ext uri="{BB962C8B-B14F-4D97-AF65-F5344CB8AC3E}">
        <p14:creationId xmlns:p14="http://schemas.microsoft.com/office/powerpoint/2010/main" val="877071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a:bodyPr>
          <a:lstStyle/>
          <a:p>
            <a:r>
              <a:rPr lang="en-GB"/>
              <a:t>MoSCoW(3)</a:t>
            </a:r>
          </a:p>
        </p:txBody>
      </p:sp>
      <p:sp>
        <p:nvSpPr>
          <p:cNvPr id="5" name="Rectangle 4">
            <a:extLst>
              <a:ext uri="{FF2B5EF4-FFF2-40B4-BE49-F238E27FC236}">
                <a16:creationId xmlns:a16="http://schemas.microsoft.com/office/drawing/2014/main" id="{1A9A969F-5EF0-40B1-B454-97226A0EAE53}"/>
              </a:ext>
            </a:extLst>
          </p:cNvPr>
          <p:cNvSpPr/>
          <p:nvPr/>
        </p:nvSpPr>
        <p:spPr>
          <a:xfrm>
            <a:off x="4372304" y="1143957"/>
            <a:ext cx="6842234" cy="3970318"/>
          </a:xfrm>
          <a:prstGeom prst="rect">
            <a:avLst/>
          </a:prstGeom>
        </p:spPr>
        <p:txBody>
          <a:bodyPr wrap="square">
            <a:spAutoFit/>
          </a:bodyPr>
          <a:lstStyle/>
          <a:p>
            <a:pPr marL="285750" indent="-285750" fontAlgn="base">
              <a:buFont typeface="Arial" panose="020B0604020202020204" pitchFamily="34" charset="0"/>
              <a:buChar char="•"/>
            </a:pPr>
            <a:r>
              <a:rPr lang="en-GB" b="1"/>
              <a:t>Nice to Have</a:t>
            </a:r>
            <a:r>
              <a:rPr lang="en-GB"/>
              <a:t> - wanted or desirable but less important</a:t>
            </a:r>
          </a:p>
          <a:p>
            <a:pPr marL="742950" lvl="1" indent="-285750" fontAlgn="base">
              <a:buFont typeface="Arial" panose="020B0604020202020204" pitchFamily="34" charset="0"/>
              <a:buChar char="•"/>
            </a:pPr>
            <a:r>
              <a:rPr lang="en-GB"/>
              <a:t>Less impact if left out (compared with a Should Have)  </a:t>
            </a:r>
          </a:p>
          <a:p>
            <a:pPr marL="742950" lvl="1" indent="-285750" fontAlgn="base">
              <a:buFont typeface="Arial" panose="020B0604020202020204" pitchFamily="34" charset="0"/>
              <a:buChar char="•"/>
            </a:pPr>
            <a:endParaRPr lang="en-GB"/>
          </a:p>
          <a:p>
            <a:pPr marL="285750" indent="-285750" fontAlgn="base">
              <a:buFont typeface="Arial" panose="020B0604020202020204" pitchFamily="34" charset="0"/>
              <a:buChar char="•"/>
            </a:pPr>
            <a:r>
              <a:rPr lang="en-GB" b="1"/>
              <a:t>Will not have this time</a:t>
            </a:r>
            <a:r>
              <a:rPr lang="en-GB"/>
              <a:t> - requirements which the project team has agreed it will not deliver</a:t>
            </a:r>
          </a:p>
          <a:p>
            <a:pPr marL="742950" lvl="1" indent="-285750" fontAlgn="base">
              <a:buFont typeface="Arial" panose="020B0604020202020204" pitchFamily="34" charset="0"/>
              <a:buChar char="•"/>
            </a:pPr>
            <a:r>
              <a:rPr lang="en-GB"/>
              <a:t>Ensure they are recorded in the Prioritised Requirements List </a:t>
            </a:r>
          </a:p>
          <a:p>
            <a:pPr marL="742950" lvl="1" indent="-285750" fontAlgn="base">
              <a:buFont typeface="Arial" panose="020B0604020202020204" pitchFamily="34" charset="0"/>
              <a:buChar char="•"/>
            </a:pPr>
            <a:r>
              <a:rPr lang="en-GB"/>
              <a:t>This helps clarify the scope of the project</a:t>
            </a:r>
          </a:p>
          <a:p>
            <a:pPr marL="742950" lvl="1" indent="-285750" fontAlgn="base">
              <a:buFont typeface="Arial" panose="020B0604020202020204" pitchFamily="34" charset="0"/>
              <a:buChar char="•"/>
            </a:pPr>
            <a:r>
              <a:rPr lang="en-GB"/>
              <a:t>This helps to manage expectations </a:t>
            </a:r>
          </a:p>
          <a:p>
            <a:pPr marL="1200150" lvl="2" indent="-285750" fontAlgn="base">
              <a:buFont typeface="Arial" panose="020B0604020202020204" pitchFamily="34" charset="0"/>
              <a:buChar char="•"/>
            </a:pPr>
            <a:r>
              <a:rPr lang="en-GB"/>
              <a:t>Some requirements will simply not make it</a:t>
            </a:r>
          </a:p>
          <a:p>
            <a:pPr marL="742950" lvl="1" indent="-285750" fontAlgn="base">
              <a:buFont typeface="Arial" panose="020B0604020202020204" pitchFamily="34" charset="0"/>
              <a:buChar char="•"/>
            </a:pPr>
            <a:endParaRPr lang="en-GB"/>
          </a:p>
          <a:p>
            <a:pPr marL="742950" lvl="1" indent="-285750" fontAlgn="base">
              <a:buFont typeface="Arial" panose="020B0604020202020204" pitchFamily="34" charset="0"/>
              <a:buChar char="•"/>
            </a:pPr>
            <a:endParaRPr lang="en-GB"/>
          </a:p>
          <a:p>
            <a:pPr marL="285750" indent="-285750">
              <a:buFont typeface="Arial" panose="020B0604020202020204" pitchFamily="34" charset="0"/>
              <a:buChar char="•"/>
            </a:pPr>
            <a:endParaRPr lang="en-GB"/>
          </a:p>
        </p:txBody>
      </p:sp>
      <p:sp>
        <p:nvSpPr>
          <p:cNvPr id="6" name="Slide Number Placeholder 5">
            <a:extLst>
              <a:ext uri="{FF2B5EF4-FFF2-40B4-BE49-F238E27FC236}">
                <a16:creationId xmlns:a16="http://schemas.microsoft.com/office/drawing/2014/main" id="{4204FA78-9FEE-4B3D-9A91-F452C6C44BED}"/>
              </a:ext>
            </a:extLst>
          </p:cNvPr>
          <p:cNvSpPr>
            <a:spLocks noGrp="1"/>
          </p:cNvSpPr>
          <p:nvPr>
            <p:ph type="sldNum" sz="quarter" idx="4"/>
          </p:nvPr>
        </p:nvSpPr>
        <p:spPr/>
        <p:txBody>
          <a:bodyPr/>
          <a:lstStyle/>
          <a:p>
            <a:fld id="{EF892D59-8F09-EF4B-AD6D-DA609442F868}" type="slidenum">
              <a:rPr lang="en-GB" smtClean="0"/>
              <a:pPr/>
              <a:t>34</a:t>
            </a:fld>
            <a:endParaRPr lang="en-GB"/>
          </a:p>
        </p:txBody>
      </p:sp>
    </p:spTree>
    <p:extLst>
      <p:ext uri="{BB962C8B-B14F-4D97-AF65-F5344CB8AC3E}">
        <p14:creationId xmlns:p14="http://schemas.microsoft.com/office/powerpoint/2010/main" val="7768619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ext, electronics, computer, auditorium&#10;&#10;Description automatically generated">
            <a:extLst>
              <a:ext uri="{FF2B5EF4-FFF2-40B4-BE49-F238E27FC236}">
                <a16:creationId xmlns:a16="http://schemas.microsoft.com/office/drawing/2014/main" id="{4812E0FB-34CD-4A8B-B903-1F154FA282C8}"/>
              </a:ext>
            </a:extLst>
          </p:cNvPr>
          <p:cNvPicPr>
            <a:picLocks noChangeAspect="1"/>
          </p:cNvPicPr>
          <p:nvPr/>
        </p:nvPicPr>
        <p:blipFill rotWithShape="1">
          <a:blip r:embed="rId3" cstate="email">
            <a:extLst>
              <a:ext uri="{28A0092B-C50C-407E-A947-70E740481C1C}">
                <a14:useLocalDpi xmlns:a14="http://schemas.microsoft.com/office/drawing/2010/main"/>
              </a:ext>
              <a:ext uri="{837473B0-CC2E-450A-ABE3-18F120FF3D39}">
                <a1611:picAttrSrcUrl xmlns:a1611="http://schemas.microsoft.com/office/drawing/2016/11/main" r:id="rId4"/>
              </a:ext>
            </a:extLst>
          </a:blip>
          <a:srcRect b="-1"/>
          <a:stretch/>
        </p:blipFill>
        <p:spPr>
          <a:xfrm>
            <a:off x="6967959" y="10"/>
            <a:ext cx="5224040" cy="6857989"/>
          </a:xfrm>
          <a:prstGeom prst="rect">
            <a:avLst/>
          </a:prstGeom>
          <a:noFill/>
        </p:spPr>
      </p:pic>
      <p:sp>
        <p:nvSpPr>
          <p:cNvPr id="10" name="Slide Number Placeholder 9">
            <a:extLst>
              <a:ext uri="{FF2B5EF4-FFF2-40B4-BE49-F238E27FC236}">
                <a16:creationId xmlns:a16="http://schemas.microsoft.com/office/drawing/2014/main" id="{84B8195F-1D64-4CC8-AF86-8C73363AC7BF}"/>
              </a:ext>
            </a:extLst>
          </p:cNvPr>
          <p:cNvSpPr>
            <a:spLocks noGrp="1"/>
          </p:cNvSpPr>
          <p:nvPr>
            <p:ph type="sldNum" sz="quarter" idx="4"/>
          </p:nvPr>
        </p:nvSpPr>
        <p:spPr>
          <a:xfrm>
            <a:off x="11298755" y="6584739"/>
            <a:ext cx="785483" cy="180000"/>
          </a:xfrm>
        </p:spPr>
        <p:txBody>
          <a:bodyPr anchor="b">
            <a:normAutofit/>
          </a:bodyPr>
          <a:lstStyle/>
          <a:p>
            <a:pPr>
              <a:spcAft>
                <a:spcPts val="600"/>
              </a:spcAft>
            </a:pPr>
            <a:fld id="{EF892D59-8F09-EF4B-AD6D-DA609442F868}" type="slidenum">
              <a:rPr lang="en-GB" smtClean="0"/>
              <a:pPr>
                <a:spcAft>
                  <a:spcPts val="600"/>
                </a:spcAft>
              </a:pPr>
              <a:t>35</a:t>
            </a:fld>
            <a:endParaRPr lang="en-GB"/>
          </a:p>
        </p:txBody>
      </p:sp>
      <p:sp>
        <p:nvSpPr>
          <p:cNvPr id="3" name="Text Placeholder 2">
            <a:extLst>
              <a:ext uri="{FF2B5EF4-FFF2-40B4-BE49-F238E27FC236}">
                <a16:creationId xmlns:a16="http://schemas.microsoft.com/office/drawing/2014/main" id="{7070F4EA-375E-46FC-90D6-6ABE896B8CA4}"/>
              </a:ext>
            </a:extLst>
          </p:cNvPr>
          <p:cNvSpPr>
            <a:spLocks noGrp="1"/>
          </p:cNvSpPr>
          <p:nvPr>
            <p:ph type="body" sz="quarter" idx="11"/>
          </p:nvPr>
        </p:nvSpPr>
        <p:spPr>
          <a:xfrm>
            <a:off x="385650" y="2730836"/>
            <a:ext cx="6143625" cy="3594100"/>
          </a:xfrm>
        </p:spPr>
        <p:txBody>
          <a:bodyPr anchor="t">
            <a:normAutofit/>
          </a:bodyPr>
          <a:lstStyle/>
          <a:p>
            <a:pPr>
              <a:lnSpc>
                <a:spcPct val="90000"/>
              </a:lnSpc>
            </a:pPr>
            <a:r>
              <a:rPr lang="en-GB" b="0">
                <a:latin typeface="+mn-lt"/>
                <a:cs typeface="Courier New" panose="02070309020205020404" pitchFamily="49" charset="0"/>
              </a:rPr>
              <a:t>Take the scenarios you outlined earlier in the exercise and align them through MOSCOW prioritisation.</a:t>
            </a:r>
            <a:endParaRPr lang="en-GB"/>
          </a:p>
        </p:txBody>
      </p:sp>
      <p:sp>
        <p:nvSpPr>
          <p:cNvPr id="4" name="Text Placeholder 3">
            <a:extLst>
              <a:ext uri="{FF2B5EF4-FFF2-40B4-BE49-F238E27FC236}">
                <a16:creationId xmlns:a16="http://schemas.microsoft.com/office/drawing/2014/main" id="{02F4C651-2FD8-410D-A0CA-7AFAF789A494}"/>
              </a:ext>
            </a:extLst>
          </p:cNvPr>
          <p:cNvSpPr>
            <a:spLocks noGrp="1"/>
          </p:cNvSpPr>
          <p:nvPr>
            <p:ph type="body" sz="quarter" idx="12"/>
          </p:nvPr>
        </p:nvSpPr>
        <p:spPr>
          <a:xfrm>
            <a:off x="385650" y="1147572"/>
            <a:ext cx="5900850" cy="1138428"/>
          </a:xfrm>
        </p:spPr>
        <p:txBody>
          <a:bodyPr anchor="t">
            <a:noAutofit/>
          </a:bodyPr>
          <a:lstStyle/>
          <a:p>
            <a:pPr>
              <a:lnSpc>
                <a:spcPct val="90000"/>
              </a:lnSpc>
              <a:spcAft>
                <a:spcPts val="600"/>
              </a:spcAft>
            </a:pPr>
            <a:r>
              <a:rPr lang="en-GB"/>
              <a:t>Activity: Prioritisation</a:t>
            </a:r>
          </a:p>
        </p:txBody>
      </p:sp>
    </p:spTree>
    <p:extLst>
      <p:ext uri="{BB962C8B-B14F-4D97-AF65-F5344CB8AC3E}">
        <p14:creationId xmlns:p14="http://schemas.microsoft.com/office/powerpoint/2010/main" val="2225039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Review</a:t>
            </a:r>
          </a:p>
        </p:txBody>
      </p:sp>
      <p:sp>
        <p:nvSpPr>
          <p:cNvPr id="5" name="Rectangle 4">
            <a:extLst>
              <a:ext uri="{FF2B5EF4-FFF2-40B4-BE49-F238E27FC236}">
                <a16:creationId xmlns:a16="http://schemas.microsoft.com/office/drawing/2014/main" id="{607F6173-9523-4B8D-AF84-7BA42F4203FF}"/>
              </a:ext>
            </a:extLst>
          </p:cNvPr>
          <p:cNvSpPr/>
          <p:nvPr/>
        </p:nvSpPr>
        <p:spPr>
          <a:xfrm>
            <a:off x="4519447" y="1349985"/>
            <a:ext cx="6842235" cy="1754326"/>
          </a:xfrm>
          <a:prstGeom prst="rect">
            <a:avLst/>
          </a:prstGeom>
        </p:spPr>
        <p:txBody>
          <a:bodyPr wrap="square">
            <a:spAutoFit/>
          </a:bodyPr>
          <a:lstStyle/>
          <a:p>
            <a:pPr marL="285750" indent="-285750">
              <a:buFont typeface="Arial" panose="020B0604020202020204" pitchFamily="34" charset="0"/>
              <a:buChar char="•"/>
            </a:pPr>
            <a:r>
              <a:rPr lang="en-GB" b="1"/>
              <a:t>The scope planes takes the findings from the strategy plane</a:t>
            </a:r>
          </a:p>
          <a:p>
            <a:pPr marL="285750" indent="-285750">
              <a:buFont typeface="Arial" panose="020B0604020202020204" pitchFamily="34" charset="0"/>
              <a:buChar char="•"/>
            </a:pPr>
            <a:endParaRPr lang="en-GB" b="1"/>
          </a:p>
          <a:p>
            <a:pPr marL="285750" indent="-285750">
              <a:buFont typeface="Arial" panose="020B0604020202020204" pitchFamily="34" charset="0"/>
              <a:buChar char="•"/>
            </a:pPr>
            <a:r>
              <a:rPr lang="en-GB" b="1"/>
              <a:t>Then applies some more formal analysis to the data</a:t>
            </a:r>
          </a:p>
          <a:p>
            <a:pPr marL="742950" lvl="1" indent="-285750">
              <a:buFont typeface="Arial" panose="020B0604020202020204" pitchFamily="34" charset="0"/>
              <a:buChar char="•"/>
            </a:pPr>
            <a:r>
              <a:rPr lang="en-GB"/>
              <a:t>Setting deliverables, ensuring processes are understood</a:t>
            </a:r>
          </a:p>
        </p:txBody>
      </p:sp>
      <p:sp>
        <p:nvSpPr>
          <p:cNvPr id="6" name="Slide Number Placeholder 5">
            <a:extLst>
              <a:ext uri="{FF2B5EF4-FFF2-40B4-BE49-F238E27FC236}">
                <a16:creationId xmlns:a16="http://schemas.microsoft.com/office/drawing/2014/main" id="{5699A7B4-5F71-43BC-8D19-3EB19A0ED0CB}"/>
              </a:ext>
            </a:extLst>
          </p:cNvPr>
          <p:cNvSpPr>
            <a:spLocks noGrp="1"/>
          </p:cNvSpPr>
          <p:nvPr>
            <p:ph type="sldNum" sz="quarter" idx="4"/>
          </p:nvPr>
        </p:nvSpPr>
        <p:spPr/>
        <p:txBody>
          <a:bodyPr/>
          <a:lstStyle/>
          <a:p>
            <a:fld id="{EF892D59-8F09-EF4B-AD6D-DA609442F868}" type="slidenum">
              <a:rPr lang="en-GB" smtClean="0"/>
              <a:pPr/>
              <a:t>36</a:t>
            </a:fld>
            <a:endParaRPr lang="en-GB"/>
          </a:p>
        </p:txBody>
      </p:sp>
    </p:spTree>
    <p:extLst>
      <p:ext uri="{BB962C8B-B14F-4D97-AF65-F5344CB8AC3E}">
        <p14:creationId xmlns:p14="http://schemas.microsoft.com/office/powerpoint/2010/main" val="2985912657"/>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QA - NEW Powerpoint template_v3.0" id="{757C6B63-E14D-49F7-B3A2-1526B7ACA66B}" vid="{484D6699-C988-4F0E-BCF1-0F878826832A}"/>
    </a:ext>
  </a:extLst>
</a:theme>
</file>

<file path=ppt/theme/theme2.xml><?xml version="1.0" encoding="utf-8"?>
<a:theme xmlns:a="http://schemas.openxmlformats.org/drawingml/2006/main" name="QA PowerPoint Template_DRAFTMay2012">
  <a:themeElements>
    <a:clrScheme name="Custom 1">
      <a:dk1>
        <a:srgbClr val="000000"/>
      </a:dk1>
      <a:lt1>
        <a:srgbClr val="FFFFFF"/>
      </a:lt1>
      <a:dk2>
        <a:srgbClr val="4F81BD"/>
      </a:dk2>
      <a:lt2>
        <a:srgbClr val="AAAAAA"/>
      </a:lt2>
      <a:accent1>
        <a:srgbClr val="B8CCE4"/>
      </a:accent1>
      <a:accent2>
        <a:srgbClr val="E1FFE1"/>
      </a:accent2>
      <a:accent3>
        <a:srgbClr val="FFFFFF"/>
      </a:accent3>
      <a:accent4>
        <a:srgbClr val="0070C0"/>
      </a:accent4>
      <a:accent5>
        <a:srgbClr val="FFFFD9"/>
      </a:accent5>
      <a:accent6>
        <a:srgbClr val="CCE7CC"/>
      </a:accent6>
      <a:hlink>
        <a:srgbClr val="AAAAAA"/>
      </a:hlink>
      <a:folHlink>
        <a:srgbClr val="0000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rtlCol="0" anchor="ctr"/>
      <a:lstStyle>
        <a:defPPr algn="ctr">
          <a:defRPr sz="1600" dirty="0" smtClean="0">
            <a:solidFill>
              <a:schemeClr val="tx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accent1">
            <a:lumMod val="40000"/>
            <a:lumOff val="60000"/>
          </a:schemeClr>
        </a:solidFill>
      </a:spPr>
      <a:bodyPr wrap="square" rtlCol="0">
        <a:spAutoFit/>
      </a:bodyPr>
      <a:lstStyle>
        <a:defPPr>
          <a:defRPr sz="2000" dirty="0" smtClean="0">
            <a:latin typeface="Courier New" pitchFamily="49" charset="0"/>
            <a:cs typeface="Courier New" pitchFamily="49"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98F23120-B9C0-4326-80F1-742994D56820">
      <Terms xmlns="http://schemas.microsoft.com/office/infopath/2007/PartnerControls">
        <TermInfo xmlns="http://schemas.microsoft.com/office/infopath/2007/PartnerControls">
          <TermName xmlns="http://schemas.microsoft.com/office/infopath/2007/PartnerControls">DG</TermName>
          <TermId xmlns="http://schemas.microsoft.com/office/infopath/2007/PartnerControls">702cfa80-7586-4db3-97c2-9bf08f1b4133</TermId>
        </TermInfo>
      </Terms>
    </BookTypeField0>
    <SequenceNumber xmlns="98F23120-B9C0-4326-80F1-742994D56820">1</SequenceNumber>
    <IsBuildFile xmlns="98F23120-B9C0-4326-80F1-742994D5682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F2C70B848915B344B03174E27972AE29" ma:contentTypeVersion="0" ma:contentTypeDescription="Base content type which represents courseware documents" ma:contentTypeScope="" ma:versionID="15bb88cf306d09bb18a41ba7188a5945">
  <xsd:schema xmlns:xsd="http://www.w3.org/2001/XMLSchema" xmlns:xs="http://www.w3.org/2001/XMLSchema" xmlns:p="http://schemas.microsoft.com/office/2006/metadata/properties" xmlns:ns2="98F23120-B9C0-4326-80F1-742994D56820" targetNamespace="http://schemas.microsoft.com/office/2006/metadata/properties" ma:root="true" ma:fieldsID="27392823b96c3869ef037984c6a43435" ns2:_="">
    <xsd:import namespace="98F23120-B9C0-4326-80F1-742994D56820"/>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F23120-B9C0-4326-80F1-742994D56820"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C0D1A9-62D4-4D38-98A5-BE95FE2B3BF6}">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98F23120-B9C0-4326-80F1-742994D56820"/>
    <ds:schemaRef ds:uri="http://www.w3.org/XML/1998/namespace"/>
    <ds:schemaRef ds:uri="http://purl.org/dc/dcmitype/"/>
  </ds:schemaRefs>
</ds:datastoreItem>
</file>

<file path=customXml/itemProps2.xml><?xml version="1.0" encoding="utf-8"?>
<ds:datastoreItem xmlns:ds="http://schemas.openxmlformats.org/officeDocument/2006/customXml" ds:itemID="{140BB9AF-2C53-4FC0-988A-BD86FE924E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F23120-B9C0-4326-80F1-742994D568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0C460-91BC-4486-927B-7DEF61217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1154</TotalTime>
  <Words>3602</Words>
  <Application>Microsoft Office PowerPoint</Application>
  <PresentationFormat>Widescreen</PresentationFormat>
  <Paragraphs>451</Paragraphs>
  <Slides>36</Slides>
  <Notes>36</Notes>
  <HiddenSlides>1</HiddenSlides>
  <MMClips>0</MMClips>
  <ScaleCrop>false</ScaleCrop>
  <HeadingPairs>
    <vt:vector size="8" baseType="variant">
      <vt:variant>
        <vt:lpstr>Fonts Used</vt:lpstr>
      </vt:variant>
      <vt:variant>
        <vt:i4>6</vt:i4>
      </vt:variant>
      <vt:variant>
        <vt:lpstr>Theme</vt:lpstr>
      </vt:variant>
      <vt:variant>
        <vt:i4>2</vt:i4>
      </vt:variant>
      <vt:variant>
        <vt:lpstr>Slide Titles</vt:lpstr>
      </vt:variant>
      <vt:variant>
        <vt:i4>36</vt:i4>
      </vt:variant>
      <vt:variant>
        <vt:lpstr>Custom Shows</vt:lpstr>
      </vt:variant>
      <vt:variant>
        <vt:i4>4</vt:i4>
      </vt:variant>
    </vt:vector>
  </HeadingPairs>
  <TitlesOfParts>
    <vt:vector size="48" baseType="lpstr">
      <vt:lpstr>Arial</vt:lpstr>
      <vt:lpstr>Calibri</vt:lpstr>
      <vt:lpstr>Helvetica</vt:lpstr>
      <vt:lpstr>Montserrat</vt:lpstr>
      <vt:lpstr>Montserrat Black</vt:lpstr>
      <vt:lpstr>Wingdings</vt:lpstr>
      <vt:lpstr>Office Theme</vt:lpstr>
      <vt:lpstr>QA PowerPoint Template_DRAFTMay2012</vt:lpstr>
      <vt:lpstr>UX Fundamentals</vt:lpstr>
      <vt:lpstr>The Five Plane Model</vt:lpstr>
      <vt:lpstr>THE SCOPE PLANE</vt:lpstr>
      <vt:lpstr>PowerPoint Presentation</vt:lpstr>
      <vt:lpstr>PowerPoint Presentation</vt:lpstr>
      <vt:lpstr>PowerPoint Presentation</vt:lpstr>
      <vt:lpstr>PowerPoint Presentation</vt:lpstr>
      <vt:lpstr>PowerPoint Presentation</vt:lpstr>
      <vt:lpstr>PowerPoint Presentation</vt:lpstr>
      <vt:lpstr>CONTENT YOU NEED</vt:lpstr>
      <vt:lpstr>CURRENT BEHAVIOUR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SCENARIO MAPPING</vt:lpstr>
      <vt:lpstr>PowerPoint Presentation</vt:lpstr>
      <vt:lpstr>PowerPoint Presentation</vt:lpstr>
      <vt:lpstr>PowerPoint Presentation</vt:lpstr>
      <vt:lpstr>PowerPoint Presentation</vt:lpstr>
      <vt:lpstr>PowerPoint Presentation</vt:lpstr>
      <vt:lpstr>Direct Connections</vt:lpstr>
      <vt:lpstr>Controlled Evaluation </vt:lpstr>
      <vt:lpstr>Complex Evaluation</vt:lpstr>
      <vt:lpstr>EMOTIONAL NEEDS</vt:lpstr>
      <vt:lpstr>Example – Book a cheap flight to New York in July</vt:lpstr>
      <vt:lpstr>PowerPoint Presentation</vt:lpstr>
      <vt:lpstr>Prioritise - MoSCoW</vt:lpstr>
      <vt:lpstr>PowerPoint Presentation</vt:lpstr>
      <vt:lpstr>PowerPoint Presentation</vt:lpstr>
      <vt:lpstr>PowerPoint Presentation</vt:lpstr>
      <vt:lpstr>PowerPoint Presentation</vt:lpstr>
      <vt:lpstr>The Five Plane Model</vt:lpstr>
      <vt:lpstr>Scenarios - Task Based</vt:lpstr>
      <vt:lpstr>Scenarios - Elaborated</vt:lpstr>
      <vt:lpstr>Scenarios - Full Scale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Fundamentals </dc:title>
  <dc:creator>Chris Harvey</dc:creator>
  <cp:lastModifiedBy>Smith, Andy</cp:lastModifiedBy>
  <cp:revision>2</cp:revision>
  <dcterms:created xsi:type="dcterms:W3CDTF">2021-08-26T15:30:20Z</dcterms:created>
  <dcterms:modified xsi:type="dcterms:W3CDTF">2023-06-09T10:00:44Z</dcterms:modified>
  <cp:contentStatus/>
</cp:coreProperties>
</file>